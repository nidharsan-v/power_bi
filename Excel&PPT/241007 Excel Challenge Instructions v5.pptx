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8_FBB4CFF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11"/>
  </p:notesMasterIdLst>
  <p:handoutMasterIdLst>
    <p:handoutMasterId r:id="rId12"/>
  </p:handoutMasterIdLst>
  <p:sldIdLst>
    <p:sldId id="268" r:id="rId8"/>
    <p:sldId id="280" r:id="rId9"/>
    <p:sldId id="337" r:id="rId1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D65C01-9747-0C39-8846-AA2D4DF37CB3}" name="Himanshu Mall" initials="HM" userId="S::himanshumall@jmangroup.com::15b8b488-f538-4858-99b9-880991f015f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A33"/>
    <a:srgbClr val="C1BAF3"/>
    <a:srgbClr val="FFDFEA"/>
    <a:srgbClr val="73EAE1"/>
    <a:srgbClr val="83E2E1"/>
    <a:srgbClr val="93CAE0"/>
    <a:srgbClr val="86DFE0"/>
    <a:srgbClr val="616161"/>
    <a:srgbClr val="95C4DF"/>
    <a:srgbClr val="F26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0080D-40BB-06F4-15EF-7DE92D01EAAC}" v="9" dt="2025-07-23T08:31:23.0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21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ella Darianne" userId="092c9783-8a8e-4873-ba83-20298ec72a65" providerId="ADAL" clId="{0223ACA3-6803-461F-8759-380DCD0DE6A9}"/>
    <pc:docChg chg="undo modSld">
      <pc:chgData name="Richella Darianne" userId="092c9783-8a8e-4873-ba83-20298ec72a65" providerId="ADAL" clId="{0223ACA3-6803-461F-8759-380DCD0DE6A9}" dt="2025-04-25T15:05:50.418" v="1" actId="13926"/>
      <pc:docMkLst>
        <pc:docMk/>
      </pc:docMkLst>
      <pc:sldChg chg="modSp mod">
        <pc:chgData name="Richella Darianne" userId="092c9783-8a8e-4873-ba83-20298ec72a65" providerId="ADAL" clId="{0223ACA3-6803-461F-8759-380DCD0DE6A9}" dt="2025-04-25T15:05:50.418" v="1" actId="13926"/>
        <pc:sldMkLst>
          <pc:docMk/>
          <pc:sldMk cId="4222930930" sldId="280"/>
        </pc:sldMkLst>
      </pc:sldChg>
    </pc:docChg>
  </pc:docChgLst>
  <pc:docChgLst>
    <pc:chgData name="Xander Watt" userId="94db28f6-4c68-491d-b1d4-b1f39f9dcfc0" providerId="ADAL" clId="{DFFA1141-BB11-46B1-A730-6B50A84B9FE7}"/>
    <pc:docChg chg="undo custSel modSld">
      <pc:chgData name="Xander Watt" userId="94db28f6-4c68-491d-b1d4-b1f39f9dcfc0" providerId="ADAL" clId="{DFFA1141-BB11-46B1-A730-6B50A84B9FE7}" dt="2025-01-08T09:26:00.289" v="4" actId="22"/>
      <pc:docMkLst>
        <pc:docMk/>
      </pc:docMkLst>
      <pc:sldChg chg="addSp delSp modSp mod">
        <pc:chgData name="Xander Watt" userId="94db28f6-4c68-491d-b1d4-b1f39f9dcfc0" providerId="ADAL" clId="{DFFA1141-BB11-46B1-A730-6B50A84B9FE7}" dt="2025-01-08T09:26:00.289" v="4" actId="22"/>
        <pc:sldMkLst>
          <pc:docMk/>
          <pc:sldMk cId="4222930930" sldId="280"/>
        </pc:sldMkLst>
      </pc:sldChg>
    </pc:docChg>
  </pc:docChgLst>
  <pc:docChgLst>
    <pc:chgData name="Gokulakrishnan K" userId="S::gokula.k@jmangroup.com::be85338f-8741-400b-884b-eedd82ee1c7a" providerId="AD" clId="Web-{9FAD5126-64F9-C3F5-415B-D5FA60AAFF6B}"/>
    <pc:docChg chg="modSld">
      <pc:chgData name="Gokulakrishnan K" userId="S::gokula.k@jmangroup.com::be85338f-8741-400b-884b-eedd82ee1c7a" providerId="AD" clId="Web-{9FAD5126-64F9-C3F5-415B-D5FA60AAFF6B}" dt="2024-10-16T14:33:41.336" v="0" actId="1076"/>
      <pc:docMkLst>
        <pc:docMk/>
      </pc:docMkLst>
      <pc:sldChg chg="modSp">
        <pc:chgData name="Gokulakrishnan K" userId="S::gokula.k@jmangroup.com::be85338f-8741-400b-884b-eedd82ee1c7a" providerId="AD" clId="Web-{9FAD5126-64F9-C3F5-415B-D5FA60AAFF6B}" dt="2024-10-16T14:33:41.336" v="0" actId="1076"/>
        <pc:sldMkLst>
          <pc:docMk/>
          <pc:sldMk cId="4222930930" sldId="280"/>
        </pc:sldMkLst>
      </pc:sldChg>
    </pc:docChg>
  </pc:docChgLst>
  <pc:docChgLst>
    <pc:chgData name="Ramkumar S S" userId="S::ramkumar.s@jmangroup.com::9d3a1968-349a-4713-b956-7c30da9535f3" providerId="AD" clId="Web-{C239CA55-89E8-0488-A01A-2BAC77A0563C}"/>
    <pc:docChg chg="modSld">
      <pc:chgData name="Ramkumar S S" userId="S::ramkumar.s@jmangroup.com::9d3a1968-349a-4713-b956-7c30da9535f3" providerId="AD" clId="Web-{C239CA55-89E8-0488-A01A-2BAC77A0563C}" dt="2025-04-09T07:46:36.390" v="1" actId="1076"/>
      <pc:docMkLst>
        <pc:docMk/>
      </pc:docMkLst>
      <pc:sldChg chg="modSp">
        <pc:chgData name="Ramkumar S S" userId="S::ramkumar.s@jmangroup.com::9d3a1968-349a-4713-b956-7c30da9535f3" providerId="AD" clId="Web-{C239CA55-89E8-0488-A01A-2BAC77A0563C}" dt="2025-04-09T07:46:36.390" v="1" actId="1076"/>
        <pc:sldMkLst>
          <pc:docMk/>
          <pc:sldMk cId="4222930930" sldId="280"/>
        </pc:sldMkLst>
      </pc:sldChg>
    </pc:docChg>
  </pc:docChgLst>
  <pc:docChgLst>
    <pc:chgData name="Burela Surya Prathap" userId="S::burela@jmangroup.com::40c7380b-f869-4d05-a08a-ceeb3a09a7ae" providerId="AD" clId="Web-{7C6E32E0-F0F2-3DB6-8C61-0C1888E57286}"/>
    <pc:docChg chg="modSld">
      <pc:chgData name="Burela Surya Prathap" userId="S::burela@jmangroup.com::40c7380b-f869-4d05-a08a-ceeb3a09a7ae" providerId="AD" clId="Web-{7C6E32E0-F0F2-3DB6-8C61-0C1888E57286}" dt="2025-04-08T11:42:39.663" v="2" actId="1076"/>
      <pc:docMkLst>
        <pc:docMk/>
      </pc:docMkLst>
      <pc:sldChg chg="modSp">
        <pc:chgData name="Burela Surya Prathap" userId="S::burela@jmangroup.com::40c7380b-f869-4d05-a08a-ceeb3a09a7ae" providerId="AD" clId="Web-{7C6E32E0-F0F2-3DB6-8C61-0C1888E57286}" dt="2025-04-08T11:38:01.718" v="1" actId="1076"/>
        <pc:sldMkLst>
          <pc:docMk/>
          <pc:sldMk cId="4222930930" sldId="280"/>
        </pc:sldMkLst>
      </pc:sldChg>
      <pc:sldChg chg="modSp">
        <pc:chgData name="Burela Surya Prathap" userId="S::burela@jmangroup.com::40c7380b-f869-4d05-a08a-ceeb3a09a7ae" providerId="AD" clId="Web-{7C6E32E0-F0F2-3DB6-8C61-0C1888E57286}" dt="2025-04-08T11:42:39.663" v="2" actId="1076"/>
        <pc:sldMkLst>
          <pc:docMk/>
          <pc:sldMk cId="2306999338" sldId="337"/>
        </pc:sldMkLst>
      </pc:sldChg>
    </pc:docChg>
  </pc:docChgLst>
  <pc:docChgLst>
    <pc:chgData name="Sagar Negi" userId="S::sagar.n@jmangroup.com::5ab012c2-3cb3-4cda-b527-57fd98a473a6" providerId="AD" clId="Web-{BC37E3D5-0FCA-019C-FE67-187F2AE3ABE3}"/>
    <pc:docChg chg="modSld">
      <pc:chgData name="Sagar Negi" userId="S::sagar.n@jmangroup.com::5ab012c2-3cb3-4cda-b527-57fd98a473a6" providerId="AD" clId="Web-{BC37E3D5-0FCA-019C-FE67-187F2AE3ABE3}" dt="2024-10-16T13:51:09.443" v="0" actId="1076"/>
      <pc:docMkLst>
        <pc:docMk/>
      </pc:docMkLst>
      <pc:sldChg chg="modSp">
        <pc:chgData name="Sagar Negi" userId="S::sagar.n@jmangroup.com::5ab012c2-3cb3-4cda-b527-57fd98a473a6" providerId="AD" clId="Web-{BC37E3D5-0FCA-019C-FE67-187F2AE3ABE3}" dt="2024-10-16T13:51:09.443" v="0" actId="1076"/>
        <pc:sldMkLst>
          <pc:docMk/>
          <pc:sldMk cId="4222930930" sldId="280"/>
        </pc:sldMkLst>
      </pc:sldChg>
    </pc:docChg>
  </pc:docChgLst>
  <pc:docChgLst>
    <pc:chgData name="Vimal Raj" userId="S::vimalraj@jmangroup.com::800b4a18-0fa4-45af-93e0-334791d3ec09" providerId="AD" clId="Web-{59F9B420-261F-861C-22A8-016FF4D2A853}"/>
    <pc:docChg chg="modSld">
      <pc:chgData name="Vimal Raj" userId="S::vimalraj@jmangroup.com::800b4a18-0fa4-45af-93e0-334791d3ec09" providerId="AD" clId="Web-{59F9B420-261F-861C-22A8-016FF4D2A853}" dt="2025-04-08T12:31:07.569" v="1" actId="1076"/>
      <pc:docMkLst>
        <pc:docMk/>
      </pc:docMkLst>
      <pc:sldChg chg="modSp">
        <pc:chgData name="Vimal Raj" userId="S::vimalraj@jmangroup.com::800b4a18-0fa4-45af-93e0-334791d3ec09" providerId="AD" clId="Web-{59F9B420-261F-861C-22A8-016FF4D2A853}" dt="2025-04-08T12:31:07.569" v="1" actId="1076"/>
        <pc:sldMkLst>
          <pc:docMk/>
          <pc:sldMk cId="4222930930" sldId="280"/>
        </pc:sldMkLst>
      </pc:sldChg>
    </pc:docChg>
  </pc:docChgLst>
  <pc:docChgLst>
    <pc:chgData name="Satheesh Periyasamy" userId="S::satheesh.p@jmangroup.com::d99757a7-b0d6-4137-ae59-2660d503676c" providerId="AD" clId="Web-{7315F356-0632-9144-19D6-FE353EAFC99B}"/>
    <pc:docChg chg="modSld">
      <pc:chgData name="Satheesh Periyasamy" userId="S::satheesh.p@jmangroup.com::d99757a7-b0d6-4137-ae59-2660d503676c" providerId="AD" clId="Web-{7315F356-0632-9144-19D6-FE353EAFC99B}" dt="2025-04-07T04:11:04.242" v="0" actId="1076"/>
      <pc:docMkLst>
        <pc:docMk/>
      </pc:docMkLst>
      <pc:sldChg chg="modSp">
        <pc:chgData name="Satheesh Periyasamy" userId="S::satheesh.p@jmangroup.com::d99757a7-b0d6-4137-ae59-2660d503676c" providerId="AD" clId="Web-{7315F356-0632-9144-19D6-FE353EAFC99B}" dt="2025-04-07T04:11:04.242" v="0" actId="1076"/>
        <pc:sldMkLst>
          <pc:docMk/>
          <pc:sldMk cId="2306999338" sldId="337"/>
        </pc:sldMkLst>
      </pc:sldChg>
    </pc:docChg>
  </pc:docChgLst>
  <pc:docChgLst>
    <pc:chgData name="Natarajan Kumar" userId="S::natarajan.k@jmangroup.com::0e8a6e40-3788-466b-8d1b-ae36fc36a131" providerId="AD" clId="Web-{9B670F5D-4B2E-2E81-29D3-A73EBB3745B1}"/>
    <pc:docChg chg="modSld">
      <pc:chgData name="Natarajan Kumar" userId="S::natarajan.k@jmangroup.com::0e8a6e40-3788-466b-8d1b-ae36fc36a131" providerId="AD" clId="Web-{9B670F5D-4B2E-2E81-29D3-A73EBB3745B1}" dt="2025-04-10T07:10:55.094" v="1" actId="1076"/>
      <pc:docMkLst>
        <pc:docMk/>
      </pc:docMkLst>
      <pc:sldChg chg="modSp">
        <pc:chgData name="Natarajan Kumar" userId="S::natarajan.k@jmangroup.com::0e8a6e40-3788-466b-8d1b-ae36fc36a131" providerId="AD" clId="Web-{9B670F5D-4B2E-2E81-29D3-A73EBB3745B1}" dt="2025-04-10T07:10:55.094" v="1" actId="1076"/>
        <pc:sldMkLst>
          <pc:docMk/>
          <pc:sldMk cId="4222930930" sldId="280"/>
        </pc:sldMkLst>
      </pc:sldChg>
    </pc:docChg>
  </pc:docChgLst>
  <pc:docChgLst>
    <pc:chgData name="Himanshu Mall" userId="S::himanshumall@jmangroup.com::15b8b488-f538-4858-99b9-880991f015fe" providerId="AD" clId="Web-{5390080D-40BB-06F4-15EF-7DE92D01EAAC}"/>
    <pc:docChg chg="mod modSld">
      <pc:chgData name="Himanshu Mall" userId="S::himanshumall@jmangroup.com::15b8b488-f538-4858-99b9-880991f015fe" providerId="AD" clId="Web-{5390080D-40BB-06F4-15EF-7DE92D01EAAC}" dt="2025-07-23T08:31:23.072" v="5" actId="20577"/>
      <pc:docMkLst>
        <pc:docMk/>
      </pc:docMkLst>
      <pc:sldChg chg="modSp">
        <pc:chgData name="Himanshu Mall" userId="S::himanshumall@jmangroup.com::15b8b488-f538-4858-99b9-880991f015fe" providerId="AD" clId="Web-{5390080D-40BB-06F4-15EF-7DE92D01EAAC}" dt="2025-07-23T08:31:23.072" v="5" actId="20577"/>
        <pc:sldMkLst>
          <pc:docMk/>
          <pc:sldMk cId="4222930930" sldId="280"/>
        </pc:sldMkLst>
        <pc:spChg chg="mod">
          <ac:chgData name="Himanshu Mall" userId="S::himanshumall@jmangroup.com::15b8b488-f538-4858-99b9-880991f015fe" providerId="AD" clId="Web-{5390080D-40BB-06F4-15EF-7DE92D01EAAC}" dt="2025-07-23T08:31:23.072" v="5" actId="20577"/>
          <ac:spMkLst>
            <pc:docMk/>
            <pc:sldMk cId="4222930930" sldId="280"/>
            <ac:spMk id="15" creationId="{C113D649-23B2-4DF2-9C2A-8FD47F23571B}"/>
          </ac:spMkLst>
        </pc:spChg>
      </pc:sldChg>
    </pc:docChg>
  </pc:docChgLst>
  <pc:docChgLst>
    <pc:chgData name="Sidharth T" userId="S::sidharth.t@jmangroup.com::183561fa-aa13-49e6-99c8-312771f1992b" providerId="AD" clId="Web-{FB710DD6-A1C1-BC7D-FE21-B27BEE9C690C}"/>
    <pc:docChg chg="modSld">
      <pc:chgData name="Sidharth T" userId="S::sidharth.t@jmangroup.com::183561fa-aa13-49e6-99c8-312771f1992b" providerId="AD" clId="Web-{FB710DD6-A1C1-BC7D-FE21-B27BEE9C690C}" dt="2024-10-17T04:02:27.569" v="0" actId="1076"/>
      <pc:docMkLst>
        <pc:docMk/>
      </pc:docMkLst>
    </pc:docChg>
  </pc:docChgLst>
  <pc:docChgLst>
    <pc:chgData name="Margaret Smith" userId="S::margaretsmith@jmangroup.com::71698b3d-f160-485b-9d47-77fe106c93cd" providerId="AD" clId="Web-{203A880D-7E60-F2E6-774B-94E44998FEE5}"/>
    <pc:docChg chg="modSld">
      <pc:chgData name="Margaret Smith" userId="S::margaretsmith@jmangroup.com::71698b3d-f160-485b-9d47-77fe106c93cd" providerId="AD" clId="Web-{203A880D-7E60-F2E6-774B-94E44998FEE5}" dt="2025-04-09T15:59:49.098" v="0" actId="20577"/>
      <pc:docMkLst>
        <pc:docMk/>
      </pc:docMkLst>
    </pc:docChg>
  </pc:docChgLst>
  <pc:docChgLst>
    <pc:chgData name="Sai Gowtham P" userId="S::saigowtham@jmangroup.com::1f47b6b0-ca83-4eee-a005-131b27b5142d" providerId="AD" clId="Web-{F88A71C0-33FB-0AE6-856D-88273B88DAE8}"/>
    <pc:docChg chg="modSld">
      <pc:chgData name="Sai Gowtham P" userId="S::saigowtham@jmangroup.com::1f47b6b0-ca83-4eee-a005-131b27b5142d" providerId="AD" clId="Web-{F88A71C0-33FB-0AE6-856D-88273B88DAE8}" dt="2025-04-06T13:42:56.770" v="2" actId="20577"/>
      <pc:docMkLst>
        <pc:docMk/>
      </pc:docMkLst>
    </pc:docChg>
  </pc:docChgLst>
  <pc:docChgLst>
    <pc:chgData name="Padavala Sai" userId="S::padavala@jmangroup.com::fd14b26e-7ead-46f3-a162-cff616f88faf" providerId="AD" clId="Web-{F788F390-D51E-FB25-F9BB-4F833E7285C1}"/>
    <pc:docChg chg="modSld">
      <pc:chgData name="Padavala Sai" userId="S::padavala@jmangroup.com::fd14b26e-7ead-46f3-a162-cff616f88faf" providerId="AD" clId="Web-{F788F390-D51E-FB25-F9BB-4F833E7285C1}" dt="2025-04-09T09:02:58.718" v="0" actId="1076"/>
      <pc:docMkLst>
        <pc:docMk/>
      </pc:docMkLst>
    </pc:docChg>
  </pc:docChgLst>
  <pc:docChgLst>
    <pc:chgData name="Sophie Rivaz" userId="S::sophierivaz@jmangroup.com::812ca770-5f4f-4df1-87be-7838978a25c9" providerId="AD" clId="Web-{3664E5EB-D774-E94C-CC7F-C2E629C4D9ED}"/>
    <pc:docChg chg="modSld">
      <pc:chgData name="Sophie Rivaz" userId="S::sophierivaz@jmangroup.com::812ca770-5f4f-4df1-87be-7838978a25c9" providerId="AD" clId="Web-{3664E5EB-D774-E94C-CC7F-C2E629C4D9ED}" dt="2024-11-15T16:57:45.884" v="3" actId="1076"/>
      <pc:docMkLst>
        <pc:docMk/>
      </pc:docMkLst>
    </pc:docChg>
  </pc:docChgLst>
</pc:chgInfo>
</file>

<file path=ppt/comments/modernComment_118_FBB4CF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E7BC8B-DECF-49B8-8E84-B040BDCFCFE5}" authorId="{62D65C01-9747-0C39-8846-AA2D4DF37CB3}" created="2025-07-23T08:26:35.17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22930930" sldId="280"/>
      <ac:spMk id="15" creationId="{C113D649-23B2-4DF2-9C2A-8FD47F23571B}"/>
      <ac:txMk cp="127" len="10">
        <ac:context len="342" hash="2641734548"/>
      </ac:txMk>
    </ac:txMkLst>
    <p188:pos x="8310282" y="313764"/>
    <p188:txBody>
      <a:bodyPr/>
      <a:lstStyle/>
      <a:p>
        <a:r>
          <a:rPr lang="en-US"/>
          <a:t>Column K, correction</a:t>
        </a:r>
      </a:p>
    </p188:txBody>
  </p188:cm>
  <p188:cm id="{CDBF0446-ECFC-49DC-83D1-A7FC3EC1EA32}" authorId="{62D65C01-9747-0C39-8846-AA2D4DF37CB3}" created="2025-07-23T08:29:50.2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22930930" sldId="280"/>
      <ac:spMk id="15" creationId="{C113D649-23B2-4DF2-9C2A-8FD47F23571B}"/>
      <ac:txMk cp="191" len="3">
        <ac:context len="342" hash="2641734548"/>
      </ac:txMk>
    </ac:txMkLst>
    <p188:pos x="1837764" y="466164"/>
    <p188:txBody>
      <a:bodyPr/>
      <a:lstStyle/>
      <a:p>
        <a:r>
          <a:rPr lang="en-US"/>
          <a:t>K18, correction</a:t>
        </a:r>
      </a:p>
    </p188:txBody>
  </p188:cm>
  <p188:cm id="{4934B47A-98BE-48D5-BB77-770B15244BFD}" authorId="{62D65C01-9747-0C39-8846-AA2D4DF37CB3}" created="2025-07-23T08:30:24.2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22930930" sldId="280"/>
      <ac:spMk id="15" creationId="{C113D649-23B2-4DF2-9C2A-8FD47F23571B}"/>
      <ac:txMk cp="244" len="3">
        <ac:context len="342" hash="2641734548"/>
      </ac:txMk>
    </ac:txMkLst>
    <p188:pos x="4966447" y="466164"/>
    <p188:txBody>
      <a:bodyPr/>
      <a:lstStyle/>
      <a:p>
        <a:r>
          <a:rPr lang="en-US"/>
          <a:t>G18, correction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1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hyperlink" Target="https://www.jmangroup.com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jmangroup.com/" TargetMode="External"/><Relationship Id="rId4" Type="http://schemas.openxmlformats.org/officeDocument/2006/relationships/image" Target="../media/image5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fld id="{331FB9B2-3DCE-4FED-BC56-27CAF34F8812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D697769-E9B7-498D-B434-AAE3DCFA7E60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7546131-B7BB-A430-1C56-5655E9755F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56C104B4-4888-45A4-89E8-FB11A9327527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736775F-6A19-332A-FFBC-2EEB2D6F69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2C447720-08D5-4B8A-BAE4-B98EB719B5F1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54AA19A-CDD3-9D37-F52F-30A94B27DC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067A97D6-6B85-4078-9232-2F691AE65611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7563585-6D28-5DE1-5461-82B8C7026E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0D893C00-7A9C-40F4-B4D3-21327CEC5F77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24F3DB-1C67-3622-FAE0-8AF492597E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B7F836BE-7851-4A5D-A109-BC018719A3C9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BE236B8-969D-5871-C200-1718BE793B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98A817CD-D020-4F99-9B29-49FAEAE4F4D2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941124A-CF9A-BC00-61DB-5D6E535971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F87D1B13-C418-4B54-A88F-089CED815103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534568"/>
            <a:ext cx="7238755" cy="63287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>
                <a:effectLst/>
                <a:latin typeface="Arial" panose="020B0604020202020204" pitchFamily="34" charset="0"/>
              </a:rPr>
              <a:t>Lorem ipsum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sit </a:t>
            </a:r>
            <a:r>
              <a:rPr lang="en-GB" err="1">
                <a:effectLst/>
                <a:latin typeface="Arial" panose="020B0604020202020204" pitchFamily="34" charset="0"/>
              </a:rPr>
              <a:t>amet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consectetur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adipiscing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elit</a:t>
            </a:r>
            <a:r>
              <a:rPr lang="en-GB">
                <a:effectLst/>
                <a:latin typeface="Arial" panose="020B0604020202020204" pitchFamily="34" charset="0"/>
              </a:rPr>
              <a:t>. Ut convallis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Suspendisse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 id eros a </a:t>
            </a:r>
            <a:r>
              <a:rPr lang="en-GB" err="1">
                <a:effectLst/>
                <a:latin typeface="Arial" panose="020B0604020202020204" pitchFamily="34" charset="0"/>
              </a:rPr>
              <a:t>ultricies</a:t>
            </a:r>
            <a:r>
              <a:rPr lang="en-GB">
                <a:effectLst/>
                <a:latin typeface="Arial" panose="020B0604020202020204" pitchFamily="34" charset="0"/>
              </a:rPr>
              <a:t>. Vestibulum </a:t>
            </a:r>
            <a:r>
              <a:rPr lang="en-GB" err="1">
                <a:effectLst/>
                <a:latin typeface="Arial" panose="020B0604020202020204" pitchFamily="34" charset="0"/>
              </a:rPr>
              <a:t>iaculis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vitae fermentum </a:t>
            </a:r>
            <a:r>
              <a:rPr lang="en-GB" err="1">
                <a:effectLst/>
                <a:latin typeface="Arial" panose="020B0604020202020204" pitchFamily="34" charset="0"/>
              </a:rPr>
              <a:t>felis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sollicitudin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Pellentesque</a:t>
            </a:r>
            <a:r>
              <a:rPr lang="en-GB">
                <a:effectLst/>
                <a:latin typeface="Arial" panose="020B0604020202020204" pitchFamily="34" charset="0"/>
              </a:rPr>
              <a:t> tempus libero </a:t>
            </a:r>
            <a:r>
              <a:rPr lang="en-GB" err="1">
                <a:effectLst/>
                <a:latin typeface="Arial" panose="020B0604020202020204" pitchFamily="34" charset="0"/>
              </a:rPr>
              <a:t>nibh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nec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interdum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urna</a:t>
            </a:r>
            <a:r>
              <a:rPr lang="en-GB">
                <a:effectLst/>
                <a:latin typeface="Arial" panose="020B0604020202020204" pitchFamily="34" charset="0"/>
              </a:rPr>
              <a:t> fermentum vel. Nunc </a:t>
            </a:r>
            <a:r>
              <a:rPr lang="en-GB" err="1">
                <a:effectLst/>
                <a:latin typeface="Arial" panose="020B0604020202020204" pitchFamily="34" charset="0"/>
              </a:rPr>
              <a:t>dignissim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lacus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eu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hendrerit</a:t>
            </a:r>
            <a:r>
              <a:rPr lang="en-GB">
                <a:effectLst/>
                <a:latin typeface="Arial" panose="020B0604020202020204" pitchFamily="34" charset="0"/>
              </a:rPr>
              <a:t> magna </a:t>
            </a:r>
            <a:r>
              <a:rPr lang="en-GB" err="1">
                <a:effectLst/>
                <a:latin typeface="Arial" panose="020B0604020202020204" pitchFamily="34" charset="0"/>
              </a:rPr>
              <a:t>commodo</a:t>
            </a:r>
            <a:r>
              <a:rPr lang="en-GB">
                <a:effectLst/>
                <a:latin typeface="Arial" panose="020B0604020202020204" pitchFamily="34" charset="0"/>
              </a:rPr>
              <a:t> et.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suscipit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tellus</a:t>
            </a:r>
            <a:r>
              <a:rPr lang="en-GB">
                <a:effectLst/>
                <a:latin typeface="Arial" panose="020B0604020202020204" pitchFamily="34" charset="0"/>
              </a:rPr>
              <a:t> ac auctor </a:t>
            </a:r>
            <a:r>
              <a:rPr lang="en-GB" err="1">
                <a:effectLst/>
                <a:latin typeface="Arial" panose="020B0604020202020204" pitchFamily="34" charset="0"/>
              </a:rPr>
              <a:t>egestas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arcu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molestie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augue</a:t>
            </a:r>
            <a:r>
              <a:rPr lang="en-GB">
                <a:effectLst/>
                <a:latin typeface="Arial" panose="020B0604020202020204" pitchFamily="34" charset="0"/>
              </a:rPr>
              <a:t>, at porta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lectus</a:t>
            </a:r>
            <a:r>
              <a:rPr lang="en-GB">
                <a:effectLst/>
                <a:latin typeface="Arial" panose="020B0604020202020204" pitchFamily="34" charset="0"/>
              </a:rPr>
              <a:t>. Integer </a:t>
            </a:r>
            <a:r>
              <a:rPr lang="en-GB" err="1">
                <a:effectLst/>
                <a:latin typeface="Arial" panose="020B0604020202020204" pitchFamily="34" charset="0"/>
              </a:rPr>
              <a:t>justo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vulputate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laoreet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imperdiet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neque</a:t>
            </a:r>
            <a:r>
              <a:rPr lang="en-GB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err="1">
                <a:effectLst/>
                <a:latin typeface="Arial" panose="020B0604020202020204" pitchFamily="34" charset="0"/>
              </a:rPr>
              <a:t>primis</a:t>
            </a:r>
            <a:r>
              <a:rPr lang="en-GB">
                <a:effectLst/>
                <a:latin typeface="Arial" panose="020B0604020202020204" pitchFamily="34" charset="0"/>
              </a:rPr>
              <a:t> in </a:t>
            </a:r>
            <a:r>
              <a:rPr lang="en-GB" err="1">
                <a:effectLst/>
                <a:latin typeface="Arial" panose="020B0604020202020204" pitchFamily="34" charset="0"/>
              </a:rPr>
              <a:t>faucibus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et </a:t>
            </a:r>
            <a:r>
              <a:rPr lang="en-GB" err="1">
                <a:effectLst/>
                <a:latin typeface="Arial" panose="020B0604020202020204" pitchFamily="34" charset="0"/>
              </a:rPr>
              <a:t>ultrices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cubilia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curae</a:t>
            </a:r>
            <a:r>
              <a:rPr lang="en-GB">
                <a:effectLst/>
                <a:latin typeface="Arial" panose="020B0604020202020204" pitchFamily="34" charset="0"/>
              </a:rPr>
              <a:t>; Nam gravida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bibendum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. Nunc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ante, </a:t>
            </a:r>
            <a:r>
              <a:rPr lang="en-GB" err="1">
                <a:effectLst/>
                <a:latin typeface="Arial" panose="020B0604020202020204" pitchFamily="34" charset="0"/>
              </a:rPr>
              <a:t>elementum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vitae, maximus porta </a:t>
            </a:r>
            <a:r>
              <a:rPr lang="en-GB" err="1">
                <a:effectLst/>
                <a:latin typeface="Arial" panose="020B0604020202020204" pitchFamily="34" charset="0"/>
              </a:rPr>
              <a:t>nunc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Quisque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, in </a:t>
            </a:r>
            <a:r>
              <a:rPr lang="en-GB" err="1">
                <a:effectLst/>
                <a:latin typeface="Arial" panose="020B0604020202020204" pitchFamily="34" charset="0"/>
              </a:rPr>
              <a:t>tempor</a:t>
            </a:r>
            <a:r>
              <a:rPr lang="en-GB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942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2028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87430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95990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80569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89129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1FA3BE7-440C-4567-9737-E766215F79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B05212D-AC3C-4B83-8E54-95BFED51015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1000" y="4482204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501CDF0-53BC-4002-9AFF-A24B6D4F24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0262" y="1749425"/>
            <a:ext cx="8600738" cy="504000"/>
          </a:xfrm>
          <a:custGeom>
            <a:avLst/>
            <a:gdLst>
              <a:gd name="connsiteX0" fmla="*/ 126000 w 8600738"/>
              <a:gd name="connsiteY0" fmla="*/ 0 h 504000"/>
              <a:gd name="connsiteX1" fmla="*/ 8600738 w 8600738"/>
              <a:gd name="connsiteY1" fmla="*/ 0 h 504000"/>
              <a:gd name="connsiteX2" fmla="*/ 8474738 w 8600738"/>
              <a:gd name="connsiteY2" fmla="*/ 504000 h 504000"/>
              <a:gd name="connsiteX3" fmla="*/ 0 w 8600738"/>
              <a:gd name="connsiteY3" fmla="*/ 504000 h 5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00738" h="504000">
                <a:moveTo>
                  <a:pt x="126000" y="0"/>
                </a:moveTo>
                <a:lnTo>
                  <a:pt x="8600738" y="0"/>
                </a:lnTo>
                <a:lnTo>
                  <a:pt x="8474738" y="504000"/>
                </a:lnTo>
                <a:lnTo>
                  <a:pt x="0" y="504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97E263-ECEB-EE83-7268-E374F16AA264}"/>
              </a:ext>
            </a:extLst>
          </p:cNvPr>
          <p:cNvGrpSpPr/>
          <p:nvPr userDrawn="1"/>
        </p:nvGrpSpPr>
        <p:grpSpPr>
          <a:xfrm>
            <a:off x="381000" y="1872371"/>
            <a:ext cx="11430000" cy="3468510"/>
            <a:chOff x="383568" y="1872371"/>
            <a:chExt cx="11461750" cy="3468510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/>
          </p:nvGrpSpPr>
          <p:grpSpPr>
            <a:xfrm>
              <a:off x="383568" y="3351205"/>
              <a:ext cx="2954072" cy="1989161"/>
              <a:chOff x="1585475" y="5701396"/>
              <a:chExt cx="4362450" cy="2937510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58" y="5805739"/>
                <a:ext cx="0" cy="2467610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40" y="8365459"/>
                <a:ext cx="277495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887" y="8293642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81" y="8619154"/>
                <a:ext cx="3588385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14" y="8608533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36" y="8345358"/>
                <a:ext cx="25146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887" y="5732811"/>
                <a:ext cx="4330700" cy="2905760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2" name="object 13">
              <a:extLst>
                <a:ext uri="{FF2B5EF4-FFF2-40B4-BE49-F238E27FC236}">
                  <a16:creationId xmlns:a16="http://schemas.microsoft.com/office/drawing/2014/main" id="{7E5B0826-F496-42D4-2ABF-A97CDA263D6D}"/>
                </a:ext>
              </a:extLst>
            </p:cNvPr>
            <p:cNvGrpSpPr/>
            <p:nvPr/>
          </p:nvGrpSpPr>
          <p:grpSpPr>
            <a:xfrm>
              <a:off x="3323146" y="1872371"/>
              <a:ext cx="227038" cy="3206049"/>
              <a:chOff x="5926521" y="3517515"/>
              <a:chExt cx="335280" cy="4734560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5936992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5942968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5926518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3585493" y="1872371"/>
              <a:ext cx="2559765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6130966" y="2134832"/>
              <a:ext cx="227038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6393312" y="5113658"/>
              <a:ext cx="255976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8938785" y="1872371"/>
              <a:ext cx="227038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9201506" y="1872371"/>
              <a:ext cx="2623405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/>
          </p:nvGrpSpPr>
          <p:grpSpPr>
            <a:xfrm>
              <a:off x="11789849" y="2134641"/>
              <a:ext cx="55469" cy="1408236"/>
              <a:chOff x="18429794" y="3904825"/>
              <a:chExt cx="81915" cy="2079625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5"/>
                <a:ext cx="0" cy="1975485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5" y="5901139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2"/>
                <a:ext cx="81915" cy="112395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9" name="object 41">
            <a:extLst>
              <a:ext uri="{FF2B5EF4-FFF2-40B4-BE49-F238E27FC236}">
                <a16:creationId xmlns:a16="http://schemas.microsoft.com/office/drawing/2014/main" id="{F4C96F15-577B-B15C-203B-09FF3BC4F88D}"/>
              </a:ext>
            </a:extLst>
          </p:cNvPr>
          <p:cNvSpPr txBox="1"/>
          <p:nvPr/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42">
            <a:extLst>
              <a:ext uri="{FF2B5EF4-FFF2-40B4-BE49-F238E27FC236}">
                <a16:creationId xmlns:a16="http://schemas.microsoft.com/office/drawing/2014/main" id="{B506E51F-5613-26E7-A353-A53E1C21727E}"/>
              </a:ext>
            </a:extLst>
          </p:cNvPr>
          <p:cNvSpPr txBox="1"/>
          <p:nvPr/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1" name="object 43">
            <a:extLst>
              <a:ext uri="{FF2B5EF4-FFF2-40B4-BE49-F238E27FC236}">
                <a16:creationId xmlns:a16="http://schemas.microsoft.com/office/drawing/2014/main" id="{5A505723-704E-CFFD-48A1-8EC4B72D17D6}"/>
              </a:ext>
            </a:extLst>
          </p:cNvPr>
          <p:cNvSpPr txBox="1"/>
          <p:nvPr/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2" name="object 44">
            <a:extLst>
              <a:ext uri="{FF2B5EF4-FFF2-40B4-BE49-F238E27FC236}">
                <a16:creationId xmlns:a16="http://schemas.microsoft.com/office/drawing/2014/main" id="{08E01FBA-D2DC-58F0-60E0-F5A1D7DBDB34}"/>
              </a:ext>
            </a:extLst>
          </p:cNvPr>
          <p:cNvSpPr txBox="1"/>
          <p:nvPr/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2EDF93-AD54-4B15-96CC-7D9EFE4A9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0AE534-194E-4CA1-802B-273FE7F77F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1BB100-EC1A-4A8C-8920-AE8CB0CCA5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E7D028-82C4-423F-BC42-3DB3483E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5A734-3203-4F73-A4EB-80311BE2EDC8}" type="datetime3">
              <a:rPr lang="en-US" smtClean="0"/>
              <a:t>23 July 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413630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413630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15" r:id="rId15"/>
    <p:sldLayoutId id="2147483692" r:id="rId16"/>
    <p:sldLayoutId id="2147483717" r:id="rId17"/>
    <p:sldLayoutId id="2147483739" r:id="rId18"/>
    <p:sldLayoutId id="2147483718" r:id="rId19"/>
    <p:sldLayoutId id="2147483740" r:id="rId20"/>
    <p:sldLayoutId id="2147483719" r:id="rId21"/>
    <p:sldLayoutId id="2147483741" r:id="rId22"/>
    <p:sldLayoutId id="2147483720" r:id="rId23"/>
    <p:sldLayoutId id="2147483696" r:id="rId24"/>
    <p:sldLayoutId id="2147483711" r:id="rId25"/>
    <p:sldLayoutId id="2147483693" r:id="rId26"/>
    <p:sldLayoutId id="2147483694" r:id="rId27"/>
    <p:sldLayoutId id="2147483695" r:id="rId28"/>
    <p:sldLayoutId id="2147483698" r:id="rId29"/>
    <p:sldLayoutId id="2147483697" r:id="rId30"/>
    <p:sldLayoutId id="2147483681" r:id="rId31"/>
    <p:sldLayoutId id="2147483682" r:id="rId32"/>
    <p:sldLayoutId id="2147483683" r:id="rId3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FBB4CFF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Excel Challenge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fld id="{BC7DD7FD-D70D-46BA-B2C4-06CF66FE4955}" type="datetime3">
              <a:rPr lang="en-US" smtClean="0"/>
              <a:t>23 July 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/>
              <a:t>This JMAN-style problem is designed to put your Excel skills into practice in a project context 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E3CCC-7CAF-436C-A596-3391145E8272}"/>
              </a:ext>
            </a:extLst>
          </p:cNvPr>
          <p:cNvSpPr txBox="1"/>
          <p:nvPr/>
        </p:nvSpPr>
        <p:spPr>
          <a:xfrm>
            <a:off x="381000" y="2165816"/>
            <a:ext cx="1144587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bg2"/>
                </a:solidFill>
              </a:rPr>
              <a:t>You have been asked by a Corporate Finance company to help investigate a potential investment in a cosmetic surgery clinic called The Private Clinic using Trustpilot reviews.</a:t>
            </a:r>
          </a:p>
          <a:p>
            <a:pPr algn="l">
              <a:spcAft>
                <a:spcPts val="600"/>
              </a:spcAft>
            </a:pPr>
            <a:r>
              <a:rPr lang="en-IN" sz="1000">
                <a:solidFill>
                  <a:schemeClr val="bg2"/>
                </a:solidFill>
              </a:rPr>
              <a:t>They want to know: 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2"/>
                </a:solidFill>
              </a:rPr>
              <a:t>What customers are saying about The Private Clinic (e.g. pricing, treatments, customer service etc.)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2"/>
                </a:solidFill>
              </a:rPr>
              <a:t>How the Private Clinic are performing against competitors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2"/>
                </a:solidFill>
              </a:rPr>
              <a:t>How customer sentiment has changed over time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5984FDA-503B-4F40-858F-711131D4CB11}"/>
              </a:ext>
            </a:extLst>
          </p:cNvPr>
          <p:cNvSpPr/>
          <p:nvPr/>
        </p:nvSpPr>
        <p:spPr>
          <a:xfrm>
            <a:off x="381000" y="3383754"/>
            <a:ext cx="11430000" cy="457200"/>
          </a:xfrm>
          <a:prstGeom prst="parallelogram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Answering these questions will be your task for the next day or so. They would like the output delivered in a report</a:t>
            </a:r>
            <a:br>
              <a:rPr lang="en-US" sz="1000" b="1">
                <a:solidFill>
                  <a:schemeClr val="bg2"/>
                </a:solidFill>
              </a:rPr>
            </a:br>
            <a:r>
              <a:rPr lang="en-US" sz="1000" b="1">
                <a:solidFill>
                  <a:schemeClr val="bg2"/>
                </a:solidFill>
              </a:rPr>
              <a:t>(PowerPoint or Word) that they can use in their own presentations to potential investors.</a:t>
            </a:r>
          </a:p>
        </p:txBody>
      </p:sp>
      <p:sp>
        <p:nvSpPr>
          <p:cNvPr id="15" name="Round Diagonal Corner Rectangle 2">
            <a:extLst>
              <a:ext uri="{FF2B5EF4-FFF2-40B4-BE49-F238E27FC236}">
                <a16:creationId xmlns:a16="http://schemas.microsoft.com/office/drawing/2014/main" id="{C113D649-23B2-4DF2-9C2A-8FD47F23571B}"/>
              </a:ext>
            </a:extLst>
          </p:cNvPr>
          <p:cNvSpPr/>
          <p:nvPr/>
        </p:nvSpPr>
        <p:spPr>
          <a:xfrm>
            <a:off x="381000" y="5007470"/>
            <a:ext cx="11430000" cy="6762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bg2"/>
                </a:solidFill>
              </a:rPr>
              <a:t>We have applied a search function which identifies vocabulary relating to specific topic areas within each review. For example, Column J identifies words that relate to plastic surgery.</a:t>
            </a:r>
            <a:br>
              <a:rPr lang="en-US" sz="1000"/>
            </a:br>
            <a:r>
              <a:rPr lang="en-US" sz="1000">
                <a:solidFill>
                  <a:schemeClr val="bg2"/>
                </a:solidFill>
              </a:rPr>
              <a:t>Cell J19 contains “Tummy Tuck” because the review in cell G19 contains that combination of words, which is a flag that the review is about plastic surgery.</a:t>
            </a:r>
          </a:p>
        </p:txBody>
      </p:sp>
      <p:sp>
        <p:nvSpPr>
          <p:cNvPr id="16" name="Round Diagonal Corner Rectangle 2">
            <a:extLst>
              <a:ext uri="{FF2B5EF4-FFF2-40B4-BE49-F238E27FC236}">
                <a16:creationId xmlns:a16="http://schemas.microsoft.com/office/drawing/2014/main" id="{00579B39-F65D-4848-8B23-CA4E84134FC2}"/>
              </a:ext>
            </a:extLst>
          </p:cNvPr>
          <p:cNvSpPr/>
          <p:nvPr/>
        </p:nvSpPr>
        <p:spPr>
          <a:xfrm>
            <a:off x="381000" y="4454878"/>
            <a:ext cx="11430000" cy="47371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i="1">
                <a:solidFill>
                  <a:schemeClr val="bg2"/>
                </a:solidFill>
              </a:rPr>
              <a:t>We have scraped Trustpilot and gathered reviews and ratings for The Private Clinic and a wide range of competitors,</a:t>
            </a:r>
            <a:br>
              <a:rPr lang="en-US" sz="1000" i="1"/>
            </a:br>
            <a:r>
              <a:rPr lang="en-US" sz="1000" i="1">
                <a:solidFill>
                  <a:schemeClr val="bg2"/>
                </a:solidFill>
              </a:rPr>
              <a:t>including a group of “direct” competitors and a group of “wider” competitors in the industry</a:t>
            </a:r>
            <a:endParaRPr lang="en-US" sz="1000" i="1">
              <a:solidFill>
                <a:schemeClr val="bg2"/>
              </a:solidFill>
              <a:cs typeface="Arial"/>
            </a:endParaRPr>
          </a:p>
        </p:txBody>
      </p:sp>
      <p:sp>
        <p:nvSpPr>
          <p:cNvPr id="17" name="Round Diagonal Corner Rectangle 2">
            <a:extLst>
              <a:ext uri="{FF2B5EF4-FFF2-40B4-BE49-F238E27FC236}">
                <a16:creationId xmlns:a16="http://schemas.microsoft.com/office/drawing/2014/main" id="{2A24E14E-5604-4A6D-BA3C-780194201933}"/>
              </a:ext>
            </a:extLst>
          </p:cNvPr>
          <p:cNvSpPr/>
          <p:nvPr/>
        </p:nvSpPr>
        <p:spPr>
          <a:xfrm>
            <a:off x="381000" y="5762626"/>
            <a:ext cx="11430000" cy="3905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bg2"/>
                </a:solidFill>
              </a:rPr>
              <a:t>Please use this data to help answer the client questions listed above.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A96BD7-EB05-FFF3-EFD1-D5827DAA2010}"/>
              </a:ext>
            </a:extLst>
          </p:cNvPr>
          <p:cNvGrpSpPr/>
          <p:nvPr/>
        </p:nvGrpSpPr>
        <p:grpSpPr>
          <a:xfrm>
            <a:off x="383622" y="1718481"/>
            <a:ext cx="391426" cy="389944"/>
            <a:chOff x="381000" y="1732715"/>
            <a:chExt cx="391426" cy="3899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4C77AA-4AFB-4E73-AAA4-06209D24311C}"/>
                </a:ext>
              </a:extLst>
            </p:cNvPr>
            <p:cNvSpPr/>
            <p:nvPr/>
          </p:nvSpPr>
          <p:spPr>
            <a:xfrm>
              <a:off x="381000" y="1732715"/>
              <a:ext cx="391426" cy="389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0" err="1"/>
            </a:p>
          </p:txBody>
        </p:sp>
        <p:grpSp>
          <p:nvGrpSpPr>
            <p:cNvPr id="21" name="Group 4">
              <a:extLst>
                <a:ext uri="{FF2B5EF4-FFF2-40B4-BE49-F238E27FC236}">
                  <a16:creationId xmlns:a16="http://schemas.microsoft.com/office/drawing/2014/main" id="{0E5BEFF4-E12B-4F9E-AC8D-D652ECCA26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77329" y="1829025"/>
              <a:ext cx="198768" cy="197325"/>
              <a:chOff x="2324" y="638"/>
              <a:chExt cx="3030" cy="3008"/>
            </a:xfrm>
          </p:grpSpPr>
          <p:sp>
            <p:nvSpPr>
              <p:cNvPr id="25" name="Freeform 5">
                <a:extLst>
                  <a:ext uri="{FF2B5EF4-FFF2-40B4-BE49-F238E27FC236}">
                    <a16:creationId xmlns:a16="http://schemas.microsoft.com/office/drawing/2014/main" id="{709AF4D8-4DFD-4AB5-8048-1515CF85C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7" y="638"/>
                <a:ext cx="2097" cy="3008"/>
              </a:xfrm>
              <a:custGeom>
                <a:avLst/>
                <a:gdLst>
                  <a:gd name="T0" fmla="*/ 883 w 883"/>
                  <a:gd name="T1" fmla="*/ 647 h 1266"/>
                  <a:gd name="T2" fmla="*/ 775 w 883"/>
                  <a:gd name="T3" fmla="*/ 539 h 1266"/>
                  <a:gd name="T4" fmla="*/ 526 w 883"/>
                  <a:gd name="T5" fmla="*/ 539 h 1266"/>
                  <a:gd name="T6" fmla="*/ 415 w 883"/>
                  <a:gd name="T7" fmla="*/ 539 h 1266"/>
                  <a:gd name="T8" fmla="*/ 414 w 883"/>
                  <a:gd name="T9" fmla="*/ 501 h 1266"/>
                  <a:gd name="T10" fmla="*/ 479 w 883"/>
                  <a:gd name="T11" fmla="*/ 336 h 1266"/>
                  <a:gd name="T12" fmla="*/ 467 w 883"/>
                  <a:gd name="T13" fmla="*/ 34 h 1266"/>
                  <a:gd name="T14" fmla="*/ 317 w 883"/>
                  <a:gd name="T15" fmla="*/ 62 h 1266"/>
                  <a:gd name="T16" fmla="*/ 256 w 883"/>
                  <a:gd name="T17" fmla="*/ 284 h 1266"/>
                  <a:gd name="T18" fmla="*/ 135 w 883"/>
                  <a:gd name="T19" fmla="*/ 460 h 1266"/>
                  <a:gd name="T20" fmla="*/ 0 w 883"/>
                  <a:gd name="T21" fmla="*/ 623 h 1266"/>
                  <a:gd name="T22" fmla="*/ 0 w 883"/>
                  <a:gd name="T23" fmla="*/ 1211 h 1266"/>
                  <a:gd name="T24" fmla="*/ 188 w 883"/>
                  <a:gd name="T25" fmla="*/ 1266 h 1266"/>
                  <a:gd name="T26" fmla="*/ 526 w 883"/>
                  <a:gd name="T27" fmla="*/ 1266 h 1266"/>
                  <a:gd name="T28" fmla="*/ 606 w 883"/>
                  <a:gd name="T29" fmla="*/ 1266 h 1266"/>
                  <a:gd name="T30" fmla="*/ 713 w 883"/>
                  <a:gd name="T31" fmla="*/ 1158 h 1266"/>
                  <a:gd name="T32" fmla="*/ 706 w 883"/>
                  <a:gd name="T33" fmla="*/ 1119 h 1266"/>
                  <a:gd name="T34" fmla="*/ 788 w 883"/>
                  <a:gd name="T35" fmla="*/ 1014 h 1266"/>
                  <a:gd name="T36" fmla="*/ 753 w 883"/>
                  <a:gd name="T37" fmla="*/ 935 h 1266"/>
                  <a:gd name="T38" fmla="*/ 840 w 883"/>
                  <a:gd name="T39" fmla="*/ 830 h 1266"/>
                  <a:gd name="T40" fmla="*/ 804 w 883"/>
                  <a:gd name="T41" fmla="*/ 750 h 1266"/>
                  <a:gd name="T42" fmla="*/ 883 w 883"/>
                  <a:gd name="T43" fmla="*/ 647 h 1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83" h="1266">
                    <a:moveTo>
                      <a:pt x="883" y="647"/>
                    </a:moveTo>
                    <a:cubicBezTo>
                      <a:pt x="883" y="587"/>
                      <a:pt x="835" y="539"/>
                      <a:pt x="775" y="539"/>
                    </a:cubicBezTo>
                    <a:cubicBezTo>
                      <a:pt x="526" y="539"/>
                      <a:pt x="526" y="539"/>
                      <a:pt x="526" y="539"/>
                    </a:cubicBezTo>
                    <a:cubicBezTo>
                      <a:pt x="415" y="539"/>
                      <a:pt x="415" y="539"/>
                      <a:pt x="415" y="539"/>
                    </a:cubicBezTo>
                    <a:cubicBezTo>
                      <a:pt x="412" y="527"/>
                      <a:pt x="411" y="515"/>
                      <a:pt x="414" y="501"/>
                    </a:cubicBezTo>
                    <a:cubicBezTo>
                      <a:pt x="420" y="467"/>
                      <a:pt x="442" y="399"/>
                      <a:pt x="479" y="336"/>
                    </a:cubicBezTo>
                    <a:cubicBezTo>
                      <a:pt x="505" y="289"/>
                      <a:pt x="516" y="68"/>
                      <a:pt x="467" y="34"/>
                    </a:cubicBezTo>
                    <a:cubicBezTo>
                      <a:pt x="418" y="0"/>
                      <a:pt x="351" y="13"/>
                      <a:pt x="317" y="62"/>
                    </a:cubicBezTo>
                    <a:cubicBezTo>
                      <a:pt x="256" y="284"/>
                      <a:pt x="256" y="284"/>
                      <a:pt x="256" y="284"/>
                    </a:cubicBezTo>
                    <a:cubicBezTo>
                      <a:pt x="135" y="460"/>
                      <a:pt x="135" y="460"/>
                      <a:pt x="135" y="460"/>
                    </a:cubicBezTo>
                    <a:cubicBezTo>
                      <a:pt x="113" y="492"/>
                      <a:pt x="0" y="623"/>
                      <a:pt x="0" y="623"/>
                    </a:cubicBezTo>
                    <a:cubicBezTo>
                      <a:pt x="0" y="1211"/>
                      <a:pt x="0" y="1211"/>
                      <a:pt x="0" y="1211"/>
                    </a:cubicBezTo>
                    <a:cubicBezTo>
                      <a:pt x="188" y="1266"/>
                      <a:pt x="188" y="1266"/>
                      <a:pt x="188" y="1266"/>
                    </a:cubicBezTo>
                    <a:cubicBezTo>
                      <a:pt x="526" y="1266"/>
                      <a:pt x="526" y="1266"/>
                      <a:pt x="526" y="1266"/>
                    </a:cubicBezTo>
                    <a:cubicBezTo>
                      <a:pt x="606" y="1266"/>
                      <a:pt x="606" y="1266"/>
                      <a:pt x="606" y="1266"/>
                    </a:cubicBezTo>
                    <a:cubicBezTo>
                      <a:pt x="665" y="1266"/>
                      <a:pt x="713" y="1217"/>
                      <a:pt x="713" y="1158"/>
                    </a:cubicBezTo>
                    <a:cubicBezTo>
                      <a:pt x="713" y="1144"/>
                      <a:pt x="710" y="1131"/>
                      <a:pt x="706" y="1119"/>
                    </a:cubicBezTo>
                    <a:cubicBezTo>
                      <a:pt x="753" y="1107"/>
                      <a:pt x="788" y="1065"/>
                      <a:pt x="788" y="1014"/>
                    </a:cubicBezTo>
                    <a:cubicBezTo>
                      <a:pt x="788" y="983"/>
                      <a:pt x="774" y="955"/>
                      <a:pt x="753" y="935"/>
                    </a:cubicBezTo>
                    <a:cubicBezTo>
                      <a:pt x="802" y="926"/>
                      <a:pt x="840" y="882"/>
                      <a:pt x="840" y="830"/>
                    </a:cubicBezTo>
                    <a:cubicBezTo>
                      <a:pt x="840" y="798"/>
                      <a:pt x="826" y="770"/>
                      <a:pt x="804" y="750"/>
                    </a:cubicBezTo>
                    <a:cubicBezTo>
                      <a:pt x="850" y="737"/>
                      <a:pt x="883" y="696"/>
                      <a:pt x="883" y="647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sz="1000"/>
              </a:p>
            </p:txBody>
          </p:sp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9EB68AF4-AA68-47C1-9AB4-1C9FF0145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4" y="1997"/>
                <a:ext cx="933" cy="1649"/>
              </a:xfrm>
              <a:prstGeom prst="rect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sz="1000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39B948-AF21-0F1D-5235-30F18B46F89B}"/>
              </a:ext>
            </a:extLst>
          </p:cNvPr>
          <p:cNvGrpSpPr/>
          <p:nvPr/>
        </p:nvGrpSpPr>
        <p:grpSpPr>
          <a:xfrm>
            <a:off x="381000" y="3960076"/>
            <a:ext cx="391426" cy="389944"/>
            <a:chOff x="381000" y="3992013"/>
            <a:chExt cx="391426" cy="38994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28D26E6-0BB4-4490-862F-33E288BF2CD9}"/>
                </a:ext>
              </a:extLst>
            </p:cNvPr>
            <p:cNvSpPr/>
            <p:nvPr/>
          </p:nvSpPr>
          <p:spPr>
            <a:xfrm>
              <a:off x="381000" y="3992013"/>
              <a:ext cx="391426" cy="389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0" err="1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DFD10B3-D5FA-43D4-9F36-99077816028A}"/>
                </a:ext>
              </a:extLst>
            </p:cNvPr>
            <p:cNvGrpSpPr/>
            <p:nvPr/>
          </p:nvGrpSpPr>
          <p:grpSpPr>
            <a:xfrm>
              <a:off x="474403" y="4036438"/>
              <a:ext cx="204621" cy="301094"/>
              <a:chOff x="494707" y="3930116"/>
              <a:chExt cx="250023" cy="367902"/>
            </a:xfrm>
          </p:grpSpPr>
          <p:sp>
            <p:nvSpPr>
              <p:cNvPr id="30" name="Freeform 148">
                <a:extLst>
                  <a:ext uri="{FF2B5EF4-FFF2-40B4-BE49-F238E27FC236}">
                    <a16:creationId xmlns:a16="http://schemas.microsoft.com/office/drawing/2014/main" id="{8014DF09-634B-44DE-B394-CE85BBB1EE13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506306" y="3930116"/>
                <a:ext cx="226980" cy="145850"/>
              </a:xfrm>
              <a:custGeom>
                <a:avLst/>
                <a:gdLst>
                  <a:gd name="T0" fmla="*/ 862 w 889"/>
                  <a:gd name="T1" fmla="*/ 528 h 574"/>
                  <a:gd name="T2" fmla="*/ 396 w 889"/>
                  <a:gd name="T3" fmla="*/ 370 h 574"/>
                  <a:gd name="T4" fmla="*/ 27 w 889"/>
                  <a:gd name="T5" fmla="*/ 46 h 574"/>
                  <a:gd name="T6" fmla="*/ 493 w 889"/>
                  <a:gd name="T7" fmla="*/ 203 h 574"/>
                  <a:gd name="T8" fmla="*/ 862 w 889"/>
                  <a:gd name="T9" fmla="*/ 528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9" h="574">
                    <a:moveTo>
                      <a:pt x="862" y="528"/>
                    </a:moveTo>
                    <a:cubicBezTo>
                      <a:pt x="835" y="574"/>
                      <a:pt x="627" y="503"/>
                      <a:pt x="396" y="370"/>
                    </a:cubicBezTo>
                    <a:cubicBezTo>
                      <a:pt x="166" y="237"/>
                      <a:pt x="0" y="92"/>
                      <a:pt x="27" y="46"/>
                    </a:cubicBezTo>
                    <a:cubicBezTo>
                      <a:pt x="53" y="0"/>
                      <a:pt x="262" y="70"/>
                      <a:pt x="493" y="203"/>
                    </a:cubicBezTo>
                    <a:cubicBezTo>
                      <a:pt x="723" y="337"/>
                      <a:pt x="889" y="482"/>
                      <a:pt x="862" y="528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1" name="Freeform 149">
                <a:extLst>
                  <a:ext uri="{FF2B5EF4-FFF2-40B4-BE49-F238E27FC236}">
                    <a16:creationId xmlns:a16="http://schemas.microsoft.com/office/drawing/2014/main" id="{315CB58D-312D-4D08-B020-2E830C19BD24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494803" y="3948158"/>
                <a:ext cx="249769" cy="187782"/>
              </a:xfrm>
              <a:custGeom>
                <a:avLst/>
                <a:gdLst>
                  <a:gd name="T0" fmla="*/ 979 w 979"/>
                  <a:gd name="T1" fmla="*/ 482 h 733"/>
                  <a:gd name="T2" fmla="*/ 879 w 979"/>
                  <a:gd name="T3" fmla="*/ 655 h 733"/>
                  <a:gd name="T4" fmla="*/ 861 w 979"/>
                  <a:gd name="T5" fmla="*/ 687 h 733"/>
                  <a:gd name="T6" fmla="*/ 396 w 979"/>
                  <a:gd name="T7" fmla="*/ 529 h 733"/>
                  <a:gd name="T8" fmla="*/ 26 w 979"/>
                  <a:gd name="T9" fmla="*/ 204 h 733"/>
                  <a:gd name="T10" fmla="*/ 44 w 979"/>
                  <a:gd name="T11" fmla="*/ 173 h 733"/>
                  <a:gd name="T12" fmla="*/ 144 w 979"/>
                  <a:gd name="T13" fmla="*/ 0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9" h="733">
                    <a:moveTo>
                      <a:pt x="979" y="482"/>
                    </a:moveTo>
                    <a:cubicBezTo>
                      <a:pt x="879" y="655"/>
                      <a:pt x="879" y="655"/>
                      <a:pt x="879" y="655"/>
                    </a:cubicBezTo>
                    <a:cubicBezTo>
                      <a:pt x="861" y="687"/>
                      <a:pt x="861" y="687"/>
                      <a:pt x="861" y="687"/>
                    </a:cubicBezTo>
                    <a:cubicBezTo>
                      <a:pt x="835" y="733"/>
                      <a:pt x="626" y="662"/>
                      <a:pt x="396" y="529"/>
                    </a:cubicBezTo>
                    <a:cubicBezTo>
                      <a:pt x="165" y="396"/>
                      <a:pt x="0" y="250"/>
                      <a:pt x="26" y="204"/>
                    </a:cubicBezTo>
                    <a:cubicBezTo>
                      <a:pt x="44" y="173"/>
                      <a:pt x="44" y="173"/>
                      <a:pt x="44" y="173"/>
                    </a:cubicBezTo>
                    <a:cubicBezTo>
                      <a:pt x="144" y="0"/>
                      <a:pt x="144" y="0"/>
                      <a:pt x="144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2" name="Freeform 150">
                <a:extLst>
                  <a:ext uri="{FF2B5EF4-FFF2-40B4-BE49-F238E27FC236}">
                    <a16:creationId xmlns:a16="http://schemas.microsoft.com/office/drawing/2014/main" id="{AE9C1C60-1982-4DA5-88B8-81695055CFF1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695392" y="4040313"/>
                <a:ext cx="25524" cy="25524"/>
              </a:xfrm>
              <a:custGeom>
                <a:avLst/>
                <a:gdLst>
                  <a:gd name="T0" fmla="*/ 88 w 100"/>
                  <a:gd name="T1" fmla="*/ 72 h 100"/>
                  <a:gd name="T2" fmla="*/ 28 w 100"/>
                  <a:gd name="T3" fmla="*/ 88 h 100"/>
                  <a:gd name="T4" fmla="*/ 12 w 100"/>
                  <a:gd name="T5" fmla="*/ 28 h 100"/>
                  <a:gd name="T6" fmla="*/ 72 w 100"/>
                  <a:gd name="T7" fmla="*/ 12 h 100"/>
                  <a:gd name="T8" fmla="*/ 88 w 100"/>
                  <a:gd name="T9" fmla="*/ 7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00">
                    <a:moveTo>
                      <a:pt x="88" y="72"/>
                    </a:moveTo>
                    <a:cubicBezTo>
                      <a:pt x="76" y="92"/>
                      <a:pt x="49" y="100"/>
                      <a:pt x="28" y="88"/>
                    </a:cubicBezTo>
                    <a:cubicBezTo>
                      <a:pt x="8" y="76"/>
                      <a:pt x="0" y="49"/>
                      <a:pt x="12" y="28"/>
                    </a:cubicBezTo>
                    <a:cubicBezTo>
                      <a:pt x="25" y="7"/>
                      <a:pt x="51" y="0"/>
                      <a:pt x="72" y="12"/>
                    </a:cubicBezTo>
                    <a:cubicBezTo>
                      <a:pt x="93" y="24"/>
                      <a:pt x="100" y="51"/>
                      <a:pt x="88" y="72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3" name="Freeform 151">
                <a:extLst>
                  <a:ext uri="{FF2B5EF4-FFF2-40B4-BE49-F238E27FC236}">
                    <a16:creationId xmlns:a16="http://schemas.microsoft.com/office/drawing/2014/main" id="{F2620A6B-FF61-432A-9921-798B42113892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508400" y="4018339"/>
                <a:ext cx="221511" cy="138558"/>
              </a:xfrm>
              <a:custGeom>
                <a:avLst/>
                <a:gdLst>
                  <a:gd name="T0" fmla="*/ 854 w 867"/>
                  <a:gd name="T1" fmla="*/ 455 h 543"/>
                  <a:gd name="T2" fmla="*/ 862 w 867"/>
                  <a:gd name="T3" fmla="*/ 497 h 543"/>
                  <a:gd name="T4" fmla="*/ 396 w 867"/>
                  <a:gd name="T5" fmla="*/ 339 h 543"/>
                  <a:gd name="T6" fmla="*/ 26 w 867"/>
                  <a:gd name="T7" fmla="*/ 15 h 543"/>
                  <a:gd name="T8" fmla="*/ 67 w 867"/>
                  <a:gd name="T9" fmla="*/ 1 h 5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7" h="543">
                    <a:moveTo>
                      <a:pt x="854" y="455"/>
                    </a:moveTo>
                    <a:cubicBezTo>
                      <a:pt x="864" y="473"/>
                      <a:pt x="867" y="487"/>
                      <a:pt x="862" y="497"/>
                    </a:cubicBezTo>
                    <a:cubicBezTo>
                      <a:pt x="835" y="543"/>
                      <a:pt x="627" y="472"/>
                      <a:pt x="396" y="339"/>
                    </a:cubicBezTo>
                    <a:cubicBezTo>
                      <a:pt x="165" y="206"/>
                      <a:pt x="0" y="61"/>
                      <a:pt x="26" y="15"/>
                    </a:cubicBezTo>
                    <a:cubicBezTo>
                      <a:pt x="32" y="5"/>
                      <a:pt x="46" y="0"/>
                      <a:pt x="67" y="1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4" name="Freeform 152">
                <a:extLst>
                  <a:ext uri="{FF2B5EF4-FFF2-40B4-BE49-F238E27FC236}">
                    <a16:creationId xmlns:a16="http://schemas.microsoft.com/office/drawing/2014/main" id="{E1216A87-2E2C-4291-B3CE-4E361A705298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494707" y="4028210"/>
                <a:ext cx="249769" cy="187782"/>
              </a:xfrm>
              <a:custGeom>
                <a:avLst/>
                <a:gdLst>
                  <a:gd name="T0" fmla="*/ 980 w 980"/>
                  <a:gd name="T1" fmla="*/ 482 h 733"/>
                  <a:gd name="T2" fmla="*/ 880 w 980"/>
                  <a:gd name="T3" fmla="*/ 655 h 733"/>
                  <a:gd name="T4" fmla="*/ 862 w 980"/>
                  <a:gd name="T5" fmla="*/ 687 h 733"/>
                  <a:gd name="T6" fmla="*/ 396 w 980"/>
                  <a:gd name="T7" fmla="*/ 529 h 733"/>
                  <a:gd name="T8" fmla="*/ 27 w 980"/>
                  <a:gd name="T9" fmla="*/ 204 h 733"/>
                  <a:gd name="T10" fmla="*/ 45 w 980"/>
                  <a:gd name="T11" fmla="*/ 173 h 733"/>
                  <a:gd name="T12" fmla="*/ 145 w 980"/>
                  <a:gd name="T13" fmla="*/ 0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0" h="733">
                    <a:moveTo>
                      <a:pt x="980" y="482"/>
                    </a:moveTo>
                    <a:cubicBezTo>
                      <a:pt x="880" y="655"/>
                      <a:pt x="880" y="655"/>
                      <a:pt x="880" y="655"/>
                    </a:cubicBezTo>
                    <a:cubicBezTo>
                      <a:pt x="862" y="687"/>
                      <a:pt x="862" y="687"/>
                      <a:pt x="862" y="687"/>
                    </a:cubicBezTo>
                    <a:cubicBezTo>
                      <a:pt x="835" y="733"/>
                      <a:pt x="627" y="662"/>
                      <a:pt x="396" y="529"/>
                    </a:cubicBezTo>
                    <a:cubicBezTo>
                      <a:pt x="166" y="396"/>
                      <a:pt x="0" y="250"/>
                      <a:pt x="27" y="204"/>
                    </a:cubicBezTo>
                    <a:cubicBezTo>
                      <a:pt x="45" y="173"/>
                      <a:pt x="45" y="173"/>
                      <a:pt x="45" y="173"/>
                    </a:cubicBezTo>
                    <a:cubicBezTo>
                      <a:pt x="145" y="0"/>
                      <a:pt x="145" y="0"/>
                      <a:pt x="145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5" name="Freeform 153">
                <a:extLst>
                  <a:ext uri="{FF2B5EF4-FFF2-40B4-BE49-F238E27FC236}">
                    <a16:creationId xmlns:a16="http://schemas.microsoft.com/office/drawing/2014/main" id="{FA1E99AA-8BC5-45E9-8ED9-221BE65D197C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695631" y="4119119"/>
                <a:ext cx="25524" cy="25524"/>
              </a:xfrm>
              <a:custGeom>
                <a:avLst/>
                <a:gdLst>
                  <a:gd name="T0" fmla="*/ 88 w 100"/>
                  <a:gd name="T1" fmla="*/ 71 h 100"/>
                  <a:gd name="T2" fmla="*/ 28 w 100"/>
                  <a:gd name="T3" fmla="*/ 87 h 100"/>
                  <a:gd name="T4" fmla="*/ 12 w 100"/>
                  <a:gd name="T5" fmla="*/ 28 h 100"/>
                  <a:gd name="T6" fmla="*/ 72 w 100"/>
                  <a:gd name="T7" fmla="*/ 12 h 100"/>
                  <a:gd name="T8" fmla="*/ 88 w 100"/>
                  <a:gd name="T9" fmla="*/ 71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00">
                    <a:moveTo>
                      <a:pt x="88" y="71"/>
                    </a:moveTo>
                    <a:cubicBezTo>
                      <a:pt x="76" y="92"/>
                      <a:pt x="49" y="100"/>
                      <a:pt x="28" y="87"/>
                    </a:cubicBezTo>
                    <a:cubicBezTo>
                      <a:pt x="7" y="75"/>
                      <a:pt x="0" y="49"/>
                      <a:pt x="12" y="28"/>
                    </a:cubicBezTo>
                    <a:cubicBezTo>
                      <a:pt x="24" y="7"/>
                      <a:pt x="51" y="0"/>
                      <a:pt x="72" y="12"/>
                    </a:cubicBezTo>
                    <a:cubicBezTo>
                      <a:pt x="93" y="24"/>
                      <a:pt x="100" y="51"/>
                      <a:pt x="88" y="7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6" name="Freeform 154">
                <a:extLst>
                  <a:ext uri="{FF2B5EF4-FFF2-40B4-BE49-F238E27FC236}">
                    <a16:creationId xmlns:a16="http://schemas.microsoft.com/office/drawing/2014/main" id="{3F7D429D-9FA7-41B7-9E35-37EFCA62F161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508032" y="4101443"/>
                <a:ext cx="222422" cy="138558"/>
              </a:xfrm>
              <a:custGeom>
                <a:avLst/>
                <a:gdLst>
                  <a:gd name="T0" fmla="*/ 854 w 868"/>
                  <a:gd name="T1" fmla="*/ 454 h 542"/>
                  <a:gd name="T2" fmla="*/ 862 w 868"/>
                  <a:gd name="T3" fmla="*/ 496 h 542"/>
                  <a:gd name="T4" fmla="*/ 397 w 868"/>
                  <a:gd name="T5" fmla="*/ 339 h 542"/>
                  <a:gd name="T6" fmla="*/ 27 w 868"/>
                  <a:gd name="T7" fmla="*/ 14 h 542"/>
                  <a:gd name="T8" fmla="*/ 67 w 868"/>
                  <a:gd name="T9" fmla="*/ 0 h 5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8" h="542">
                    <a:moveTo>
                      <a:pt x="854" y="454"/>
                    </a:moveTo>
                    <a:cubicBezTo>
                      <a:pt x="865" y="472"/>
                      <a:pt x="868" y="486"/>
                      <a:pt x="862" y="496"/>
                    </a:cubicBezTo>
                    <a:cubicBezTo>
                      <a:pt x="836" y="542"/>
                      <a:pt x="627" y="472"/>
                      <a:pt x="397" y="339"/>
                    </a:cubicBezTo>
                    <a:cubicBezTo>
                      <a:pt x="166" y="205"/>
                      <a:pt x="0" y="60"/>
                      <a:pt x="27" y="14"/>
                    </a:cubicBezTo>
                    <a:cubicBezTo>
                      <a:pt x="33" y="4"/>
                      <a:pt x="47" y="0"/>
                      <a:pt x="67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7" name="Freeform 155">
                <a:extLst>
                  <a:ext uri="{FF2B5EF4-FFF2-40B4-BE49-F238E27FC236}">
                    <a16:creationId xmlns:a16="http://schemas.microsoft.com/office/drawing/2014/main" id="{8F74B0E6-9D8F-49E5-BF5B-187BA22F9407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494961" y="4111147"/>
                <a:ext cx="249769" cy="186871"/>
              </a:xfrm>
              <a:custGeom>
                <a:avLst/>
                <a:gdLst>
                  <a:gd name="T0" fmla="*/ 979 w 979"/>
                  <a:gd name="T1" fmla="*/ 482 h 733"/>
                  <a:gd name="T2" fmla="*/ 879 w 979"/>
                  <a:gd name="T3" fmla="*/ 656 h 733"/>
                  <a:gd name="T4" fmla="*/ 862 w 979"/>
                  <a:gd name="T5" fmla="*/ 687 h 733"/>
                  <a:gd name="T6" fmla="*/ 396 w 979"/>
                  <a:gd name="T7" fmla="*/ 529 h 733"/>
                  <a:gd name="T8" fmla="*/ 26 w 979"/>
                  <a:gd name="T9" fmla="*/ 205 h 733"/>
                  <a:gd name="T10" fmla="*/ 45 w 979"/>
                  <a:gd name="T11" fmla="*/ 174 h 733"/>
                  <a:gd name="T12" fmla="*/ 145 w 979"/>
                  <a:gd name="T13" fmla="*/ 0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9" h="733">
                    <a:moveTo>
                      <a:pt x="979" y="482"/>
                    </a:moveTo>
                    <a:cubicBezTo>
                      <a:pt x="879" y="656"/>
                      <a:pt x="879" y="656"/>
                      <a:pt x="879" y="656"/>
                    </a:cubicBezTo>
                    <a:cubicBezTo>
                      <a:pt x="862" y="687"/>
                      <a:pt x="862" y="687"/>
                      <a:pt x="862" y="687"/>
                    </a:cubicBezTo>
                    <a:cubicBezTo>
                      <a:pt x="835" y="733"/>
                      <a:pt x="626" y="662"/>
                      <a:pt x="396" y="529"/>
                    </a:cubicBezTo>
                    <a:cubicBezTo>
                      <a:pt x="165" y="396"/>
                      <a:pt x="0" y="251"/>
                      <a:pt x="26" y="205"/>
                    </a:cubicBezTo>
                    <a:cubicBezTo>
                      <a:pt x="45" y="174"/>
                      <a:pt x="45" y="174"/>
                      <a:pt x="45" y="174"/>
                    </a:cubicBezTo>
                    <a:cubicBezTo>
                      <a:pt x="145" y="0"/>
                      <a:pt x="145" y="0"/>
                      <a:pt x="145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  <p:sp>
            <p:nvSpPr>
              <p:cNvPr id="38" name="Freeform 156">
                <a:extLst>
                  <a:ext uri="{FF2B5EF4-FFF2-40B4-BE49-F238E27FC236}">
                    <a16:creationId xmlns:a16="http://schemas.microsoft.com/office/drawing/2014/main" id="{40758EE5-85AA-4A97-A5F0-D28BBD6FA663}"/>
                  </a:ext>
                </a:extLst>
              </p:cNvPr>
              <p:cNvSpPr>
                <a:spLocks/>
              </p:cNvSpPr>
              <p:nvPr/>
            </p:nvSpPr>
            <p:spPr bwMode="auto">
              <a:xfrm rot="19800000">
                <a:off x="695323" y="4202452"/>
                <a:ext cx="25524" cy="25524"/>
              </a:xfrm>
              <a:custGeom>
                <a:avLst/>
                <a:gdLst>
                  <a:gd name="T0" fmla="*/ 87 w 100"/>
                  <a:gd name="T1" fmla="*/ 72 h 100"/>
                  <a:gd name="T2" fmla="*/ 28 w 100"/>
                  <a:gd name="T3" fmla="*/ 88 h 100"/>
                  <a:gd name="T4" fmla="*/ 12 w 100"/>
                  <a:gd name="T5" fmla="*/ 28 h 100"/>
                  <a:gd name="T6" fmla="*/ 71 w 100"/>
                  <a:gd name="T7" fmla="*/ 12 h 100"/>
                  <a:gd name="T8" fmla="*/ 87 w 100"/>
                  <a:gd name="T9" fmla="*/ 7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00">
                    <a:moveTo>
                      <a:pt x="87" y="72"/>
                    </a:moveTo>
                    <a:cubicBezTo>
                      <a:pt x="75" y="93"/>
                      <a:pt x="49" y="100"/>
                      <a:pt x="28" y="88"/>
                    </a:cubicBezTo>
                    <a:cubicBezTo>
                      <a:pt x="7" y="76"/>
                      <a:pt x="0" y="49"/>
                      <a:pt x="12" y="28"/>
                    </a:cubicBezTo>
                    <a:cubicBezTo>
                      <a:pt x="24" y="7"/>
                      <a:pt x="51" y="0"/>
                      <a:pt x="71" y="12"/>
                    </a:cubicBezTo>
                    <a:cubicBezTo>
                      <a:pt x="92" y="24"/>
                      <a:pt x="100" y="51"/>
                      <a:pt x="87" y="72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0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B9FC1C-647C-F40F-96A4-CA1C93B45BE6}"/>
              </a:ext>
            </a:extLst>
          </p:cNvPr>
          <p:cNvGrpSpPr/>
          <p:nvPr/>
        </p:nvGrpSpPr>
        <p:grpSpPr>
          <a:xfrm>
            <a:off x="838200" y="1791097"/>
            <a:ext cx="10972800" cy="340706"/>
            <a:chOff x="838200" y="1757334"/>
            <a:chExt cx="10972800" cy="340706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8A7679A-F984-481C-AB9C-2F02A7B5AC84}"/>
                </a:ext>
              </a:extLst>
            </p:cNvPr>
            <p:cNvSpPr/>
            <p:nvPr/>
          </p:nvSpPr>
          <p:spPr>
            <a:xfrm>
              <a:off x="838200" y="1757334"/>
              <a:ext cx="10972800" cy="340706"/>
            </a:xfrm>
            <a:prstGeom prst="parallelogram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b="1">
                <a:solidFill>
                  <a:schemeClr val="bg2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A81C87-D2E3-35AB-A07B-DDC2C2A97A5B}"/>
                </a:ext>
              </a:extLst>
            </p:cNvPr>
            <p:cNvSpPr txBox="1"/>
            <p:nvPr/>
          </p:nvSpPr>
          <p:spPr>
            <a:xfrm>
              <a:off x="929960" y="1789188"/>
              <a:ext cx="6098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>
                  <a:solidFill>
                    <a:schemeClr val="bg1"/>
                  </a:solidFill>
                </a:rPr>
                <a:t>The Challenge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C45F66-1BF1-7EC2-05C0-C60CB1F3E80B}"/>
              </a:ext>
            </a:extLst>
          </p:cNvPr>
          <p:cNvGrpSpPr/>
          <p:nvPr/>
        </p:nvGrpSpPr>
        <p:grpSpPr>
          <a:xfrm>
            <a:off x="838200" y="3985688"/>
            <a:ext cx="10972800" cy="340706"/>
            <a:chOff x="868755" y="4010672"/>
            <a:chExt cx="10972800" cy="340706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74BED7AE-202F-29D7-1F9A-771942CAF2E6}"/>
                </a:ext>
              </a:extLst>
            </p:cNvPr>
            <p:cNvSpPr/>
            <p:nvPr/>
          </p:nvSpPr>
          <p:spPr>
            <a:xfrm>
              <a:off x="868755" y="4010672"/>
              <a:ext cx="10972800" cy="340706"/>
            </a:xfrm>
            <a:prstGeom prst="parallelogram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sz="1000" b="1">
                <a:solidFill>
                  <a:schemeClr val="bg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AA0A4F-8B00-EFB6-F60F-AC87F28D153F}"/>
                </a:ext>
              </a:extLst>
            </p:cNvPr>
            <p:cNvSpPr txBox="1"/>
            <p:nvPr/>
          </p:nvSpPr>
          <p:spPr>
            <a:xfrm>
              <a:off x="960515" y="4042526"/>
              <a:ext cx="6098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>
                  <a:solidFill>
                    <a:schemeClr val="bg1"/>
                  </a:solidFill>
                </a:rPr>
                <a:t>The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9309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challenge will exercise your data manipulation skills, problem solving and ability to transform a dataset into meaningful insight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C77EBB-5842-45A1-8D6E-B5A59E189335}"/>
              </a:ext>
            </a:extLst>
          </p:cNvPr>
          <p:cNvGrpSpPr/>
          <p:nvPr/>
        </p:nvGrpSpPr>
        <p:grpSpPr>
          <a:xfrm>
            <a:off x="426493" y="1699141"/>
            <a:ext cx="11430000" cy="482600"/>
            <a:chOff x="381000" y="1744634"/>
            <a:chExt cx="11430000" cy="482600"/>
          </a:xfrm>
        </p:grpSpPr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364D98DB-D0A2-4755-82BF-D02020D4E717}"/>
                </a:ext>
              </a:extLst>
            </p:cNvPr>
            <p:cNvSpPr/>
            <p:nvPr/>
          </p:nvSpPr>
          <p:spPr>
            <a:xfrm>
              <a:off x="952500" y="1744634"/>
              <a:ext cx="10858500" cy="457200"/>
            </a:xfrm>
            <a:prstGeom prst="parallelogram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Things to think about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C36323C-998F-427F-A41C-15929530B91F}"/>
                </a:ext>
              </a:extLst>
            </p:cNvPr>
            <p:cNvSpPr/>
            <p:nvPr/>
          </p:nvSpPr>
          <p:spPr>
            <a:xfrm>
              <a:off x="381000" y="1744634"/>
              <a:ext cx="482400" cy="48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err="1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FB44704-8763-4727-B269-D435578B0C46}"/>
              </a:ext>
            </a:extLst>
          </p:cNvPr>
          <p:cNvGrpSpPr/>
          <p:nvPr/>
        </p:nvGrpSpPr>
        <p:grpSpPr>
          <a:xfrm rot="19800000">
            <a:off x="480789" y="1830128"/>
            <a:ext cx="282822" cy="311613"/>
            <a:chOff x="5754349" y="2280396"/>
            <a:chExt cx="473146" cy="521311"/>
          </a:xfrm>
        </p:grpSpPr>
        <p:sp>
          <p:nvSpPr>
            <p:cNvPr id="46" name="Freeform 242">
              <a:extLst>
                <a:ext uri="{FF2B5EF4-FFF2-40B4-BE49-F238E27FC236}">
                  <a16:creationId xmlns:a16="http://schemas.microsoft.com/office/drawing/2014/main" id="{CAC035D8-5433-4169-A5CC-DE3DA1D95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4342" y="2565134"/>
              <a:ext cx="55248" cy="56664"/>
            </a:xfrm>
            <a:custGeom>
              <a:avLst/>
              <a:gdLst>
                <a:gd name="T0" fmla="*/ 105 w 146"/>
                <a:gd name="T1" fmla="*/ 18 h 147"/>
                <a:gd name="T2" fmla="*/ 128 w 146"/>
                <a:gd name="T3" fmla="*/ 106 h 147"/>
                <a:gd name="T4" fmla="*/ 40 w 146"/>
                <a:gd name="T5" fmla="*/ 129 h 147"/>
                <a:gd name="T6" fmla="*/ 17 w 146"/>
                <a:gd name="T7" fmla="*/ 41 h 147"/>
                <a:gd name="T8" fmla="*/ 105 w 146"/>
                <a:gd name="T9" fmla="*/ 1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47">
                  <a:moveTo>
                    <a:pt x="105" y="18"/>
                  </a:moveTo>
                  <a:cubicBezTo>
                    <a:pt x="136" y="36"/>
                    <a:pt x="146" y="75"/>
                    <a:pt x="128" y="106"/>
                  </a:cubicBezTo>
                  <a:cubicBezTo>
                    <a:pt x="110" y="136"/>
                    <a:pt x="71" y="147"/>
                    <a:pt x="40" y="129"/>
                  </a:cubicBezTo>
                  <a:cubicBezTo>
                    <a:pt x="10" y="111"/>
                    <a:pt x="0" y="72"/>
                    <a:pt x="17" y="41"/>
                  </a:cubicBezTo>
                  <a:cubicBezTo>
                    <a:pt x="35" y="10"/>
                    <a:pt x="74" y="0"/>
                    <a:pt x="105" y="18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243">
              <a:extLst>
                <a:ext uri="{FF2B5EF4-FFF2-40B4-BE49-F238E27FC236}">
                  <a16:creationId xmlns:a16="http://schemas.microsoft.com/office/drawing/2014/main" id="{845BA505-672B-45C0-BDC6-D1EAD093C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503" y="2363976"/>
              <a:ext cx="55248" cy="55248"/>
            </a:xfrm>
            <a:custGeom>
              <a:avLst/>
              <a:gdLst>
                <a:gd name="T0" fmla="*/ 105 w 146"/>
                <a:gd name="T1" fmla="*/ 18 h 147"/>
                <a:gd name="T2" fmla="*/ 128 w 146"/>
                <a:gd name="T3" fmla="*/ 106 h 147"/>
                <a:gd name="T4" fmla="*/ 40 w 146"/>
                <a:gd name="T5" fmla="*/ 129 h 147"/>
                <a:gd name="T6" fmla="*/ 17 w 146"/>
                <a:gd name="T7" fmla="*/ 42 h 147"/>
                <a:gd name="T8" fmla="*/ 105 w 146"/>
                <a:gd name="T9" fmla="*/ 1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47">
                  <a:moveTo>
                    <a:pt x="105" y="18"/>
                  </a:moveTo>
                  <a:cubicBezTo>
                    <a:pt x="136" y="36"/>
                    <a:pt x="146" y="75"/>
                    <a:pt x="128" y="106"/>
                  </a:cubicBezTo>
                  <a:cubicBezTo>
                    <a:pt x="110" y="137"/>
                    <a:pt x="71" y="147"/>
                    <a:pt x="40" y="129"/>
                  </a:cubicBezTo>
                  <a:cubicBezTo>
                    <a:pt x="10" y="111"/>
                    <a:pt x="0" y="72"/>
                    <a:pt x="17" y="42"/>
                  </a:cubicBezTo>
                  <a:cubicBezTo>
                    <a:pt x="35" y="11"/>
                    <a:pt x="74" y="0"/>
                    <a:pt x="105" y="18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244">
              <a:extLst>
                <a:ext uri="{FF2B5EF4-FFF2-40B4-BE49-F238E27FC236}">
                  <a16:creationId xmlns:a16="http://schemas.microsoft.com/office/drawing/2014/main" id="{765FF2FE-E366-4D95-97B0-A82834DF8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2004" y="2412141"/>
              <a:ext cx="24082" cy="43915"/>
            </a:xfrm>
            <a:custGeom>
              <a:avLst/>
              <a:gdLst>
                <a:gd name="T0" fmla="*/ 65 w 65"/>
                <a:gd name="T1" fmla="*/ 0 h 113"/>
                <a:gd name="T2" fmla="*/ 0 w 65"/>
                <a:gd name="T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" h="113">
                  <a:moveTo>
                    <a:pt x="65" y="0"/>
                  </a:moveTo>
                  <a:cubicBezTo>
                    <a:pt x="43" y="38"/>
                    <a:pt x="22" y="75"/>
                    <a:pt x="0" y="113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245">
              <a:extLst>
                <a:ext uri="{FF2B5EF4-FFF2-40B4-BE49-F238E27FC236}">
                  <a16:creationId xmlns:a16="http://schemas.microsoft.com/office/drawing/2014/main" id="{29226F3A-68FD-4F28-AB74-93F5F2AB6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0001" y="2454639"/>
              <a:ext cx="48165" cy="49581"/>
            </a:xfrm>
            <a:custGeom>
              <a:avLst/>
              <a:gdLst>
                <a:gd name="T0" fmla="*/ 128 w 128"/>
                <a:gd name="T1" fmla="*/ 64 h 128"/>
                <a:gd name="T2" fmla="*/ 64 w 128"/>
                <a:gd name="T3" fmla="*/ 128 h 128"/>
                <a:gd name="T4" fmla="*/ 0 w 128"/>
                <a:gd name="T5" fmla="*/ 64 h 128"/>
                <a:gd name="T6" fmla="*/ 64 w 128"/>
                <a:gd name="T7" fmla="*/ 0 h 128"/>
                <a:gd name="T8" fmla="*/ 128 w 128"/>
                <a:gd name="T9" fmla="*/ 6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28">
                  <a:moveTo>
                    <a:pt x="128" y="64"/>
                  </a:moveTo>
                  <a:cubicBezTo>
                    <a:pt x="128" y="100"/>
                    <a:pt x="100" y="128"/>
                    <a:pt x="64" y="128"/>
                  </a:cubicBezTo>
                  <a:cubicBezTo>
                    <a:pt x="29" y="128"/>
                    <a:pt x="0" y="99"/>
                    <a:pt x="0" y="64"/>
                  </a:cubicBezTo>
                  <a:cubicBezTo>
                    <a:pt x="0" y="29"/>
                    <a:pt x="29" y="0"/>
                    <a:pt x="64" y="0"/>
                  </a:cubicBezTo>
                  <a:cubicBezTo>
                    <a:pt x="100" y="0"/>
                    <a:pt x="128" y="29"/>
                    <a:pt x="128" y="64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246">
              <a:extLst>
                <a:ext uri="{FF2B5EF4-FFF2-40B4-BE49-F238E27FC236}">
                  <a16:creationId xmlns:a16="http://schemas.microsoft.com/office/drawing/2014/main" id="{27C74FF7-C932-462D-9416-833725823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0420" y="2478721"/>
              <a:ext cx="49581" cy="0"/>
            </a:xfrm>
            <a:custGeom>
              <a:avLst/>
              <a:gdLst>
                <a:gd name="T0" fmla="*/ 130 w 130"/>
                <a:gd name="T1" fmla="*/ 0 w 13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</a:cxnLst>
              <a:rect l="0" t="0" r="r" b="b"/>
              <a:pathLst>
                <a:path w="130">
                  <a:moveTo>
                    <a:pt x="130" y="0"/>
                  </a:moveTo>
                  <a:cubicBezTo>
                    <a:pt x="87" y="0"/>
                    <a:pt x="44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247">
              <a:extLst>
                <a:ext uri="{FF2B5EF4-FFF2-40B4-BE49-F238E27FC236}">
                  <a16:creationId xmlns:a16="http://schemas.microsoft.com/office/drawing/2014/main" id="{E951A9D3-E71A-4EDE-BDB8-3B1078491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2004" y="2570801"/>
              <a:ext cx="55248" cy="56664"/>
            </a:xfrm>
            <a:custGeom>
              <a:avLst/>
              <a:gdLst>
                <a:gd name="T0" fmla="*/ 105 w 147"/>
                <a:gd name="T1" fmla="*/ 129 h 147"/>
                <a:gd name="T2" fmla="*/ 129 w 147"/>
                <a:gd name="T3" fmla="*/ 41 h 147"/>
                <a:gd name="T4" fmla="*/ 41 w 147"/>
                <a:gd name="T5" fmla="*/ 18 h 147"/>
                <a:gd name="T6" fmla="*/ 18 w 147"/>
                <a:gd name="T7" fmla="*/ 106 h 147"/>
                <a:gd name="T8" fmla="*/ 105 w 147"/>
                <a:gd name="T9" fmla="*/ 129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47">
                  <a:moveTo>
                    <a:pt x="105" y="129"/>
                  </a:moveTo>
                  <a:cubicBezTo>
                    <a:pt x="136" y="111"/>
                    <a:pt x="147" y="72"/>
                    <a:pt x="129" y="41"/>
                  </a:cubicBezTo>
                  <a:cubicBezTo>
                    <a:pt x="111" y="11"/>
                    <a:pt x="71" y="0"/>
                    <a:pt x="41" y="18"/>
                  </a:cubicBezTo>
                  <a:cubicBezTo>
                    <a:pt x="10" y="36"/>
                    <a:pt x="0" y="75"/>
                    <a:pt x="18" y="106"/>
                  </a:cubicBezTo>
                  <a:cubicBezTo>
                    <a:pt x="36" y="137"/>
                    <a:pt x="75" y="147"/>
                    <a:pt x="105" y="129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248">
              <a:extLst>
                <a:ext uri="{FF2B5EF4-FFF2-40B4-BE49-F238E27FC236}">
                  <a16:creationId xmlns:a16="http://schemas.microsoft.com/office/drawing/2014/main" id="{E324026A-DEED-48AD-9043-E88A29890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3504" y="2535386"/>
              <a:ext cx="24082" cy="42498"/>
            </a:xfrm>
            <a:custGeom>
              <a:avLst/>
              <a:gdLst>
                <a:gd name="T0" fmla="*/ 65 w 65"/>
                <a:gd name="T1" fmla="*/ 113 h 113"/>
                <a:gd name="T2" fmla="*/ 0 w 65"/>
                <a:gd name="T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" h="113">
                  <a:moveTo>
                    <a:pt x="65" y="113"/>
                  </a:moveTo>
                  <a:cubicBezTo>
                    <a:pt x="44" y="76"/>
                    <a:pt x="22" y="38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249">
              <a:extLst>
                <a:ext uri="{FF2B5EF4-FFF2-40B4-BE49-F238E27FC236}">
                  <a16:creationId xmlns:a16="http://schemas.microsoft.com/office/drawing/2014/main" id="{26EB8C08-6E70-4526-B04E-5A55CD675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4007" y="2533969"/>
              <a:ext cx="22666" cy="38248"/>
            </a:xfrm>
            <a:custGeom>
              <a:avLst/>
              <a:gdLst>
                <a:gd name="T0" fmla="*/ 59 w 59"/>
                <a:gd name="T1" fmla="*/ 0 h 102"/>
                <a:gd name="T2" fmla="*/ 0 w 59"/>
                <a:gd name="T3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" h="102">
                  <a:moveTo>
                    <a:pt x="59" y="0"/>
                  </a:moveTo>
                  <a:cubicBezTo>
                    <a:pt x="40" y="34"/>
                    <a:pt x="20" y="68"/>
                    <a:pt x="0" y="102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250">
              <a:extLst>
                <a:ext uri="{FF2B5EF4-FFF2-40B4-BE49-F238E27FC236}">
                  <a16:creationId xmlns:a16="http://schemas.microsoft.com/office/drawing/2014/main" id="{D01574D1-FEBF-4E39-82E8-62F7900AB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924" y="2441890"/>
              <a:ext cx="101996" cy="103412"/>
            </a:xfrm>
            <a:custGeom>
              <a:avLst/>
              <a:gdLst>
                <a:gd name="T0" fmla="*/ 239 w 272"/>
                <a:gd name="T1" fmla="*/ 195 h 271"/>
                <a:gd name="T2" fmla="*/ 77 w 272"/>
                <a:gd name="T3" fmla="*/ 238 h 271"/>
                <a:gd name="T4" fmla="*/ 33 w 272"/>
                <a:gd name="T5" fmla="*/ 76 h 271"/>
                <a:gd name="T6" fmla="*/ 195 w 272"/>
                <a:gd name="T7" fmla="*/ 33 h 271"/>
                <a:gd name="T8" fmla="*/ 239 w 272"/>
                <a:gd name="T9" fmla="*/ 195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" h="271">
                  <a:moveTo>
                    <a:pt x="239" y="195"/>
                  </a:moveTo>
                  <a:cubicBezTo>
                    <a:pt x="206" y="252"/>
                    <a:pt x="133" y="271"/>
                    <a:pt x="77" y="238"/>
                  </a:cubicBezTo>
                  <a:cubicBezTo>
                    <a:pt x="20" y="206"/>
                    <a:pt x="0" y="133"/>
                    <a:pt x="33" y="76"/>
                  </a:cubicBezTo>
                  <a:cubicBezTo>
                    <a:pt x="66" y="20"/>
                    <a:pt x="139" y="0"/>
                    <a:pt x="195" y="33"/>
                  </a:cubicBezTo>
                  <a:cubicBezTo>
                    <a:pt x="252" y="66"/>
                    <a:pt x="272" y="138"/>
                    <a:pt x="239" y="195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251">
              <a:extLst>
                <a:ext uri="{FF2B5EF4-FFF2-40B4-BE49-F238E27FC236}">
                  <a16:creationId xmlns:a16="http://schemas.microsoft.com/office/drawing/2014/main" id="{14D51462-5662-486C-9882-8C7A9CE0D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349" y="2280396"/>
              <a:ext cx="473146" cy="521311"/>
            </a:xfrm>
            <a:custGeom>
              <a:avLst/>
              <a:gdLst>
                <a:gd name="T0" fmla="*/ 554 w 1249"/>
                <a:gd name="T1" fmla="*/ 1376 h 1376"/>
                <a:gd name="T2" fmla="*/ 705 w 1249"/>
                <a:gd name="T3" fmla="*/ 1113 h 1376"/>
                <a:gd name="T4" fmla="*/ 871 w 1249"/>
                <a:gd name="T5" fmla="*/ 970 h 1376"/>
                <a:gd name="T6" fmla="*/ 991 w 1249"/>
                <a:gd name="T7" fmla="*/ 897 h 1376"/>
                <a:gd name="T8" fmla="*/ 1076 w 1249"/>
                <a:gd name="T9" fmla="*/ 309 h 1376"/>
                <a:gd name="T10" fmla="*/ 548 w 1249"/>
                <a:gd name="T11" fmla="*/ 74 h 1376"/>
                <a:gd name="T12" fmla="*/ 386 w 1249"/>
                <a:gd name="T13" fmla="*/ 160 h 1376"/>
                <a:gd name="T14" fmla="*/ 288 w 1249"/>
                <a:gd name="T15" fmla="*/ 308 h 1376"/>
                <a:gd name="T16" fmla="*/ 279 w 1249"/>
                <a:gd name="T17" fmla="*/ 332 h 1376"/>
                <a:gd name="T18" fmla="*/ 193 w 1249"/>
                <a:gd name="T19" fmla="*/ 428 h 1376"/>
                <a:gd name="T20" fmla="*/ 87 w 1249"/>
                <a:gd name="T21" fmla="*/ 479 h 1376"/>
                <a:gd name="T22" fmla="*/ 87 w 1249"/>
                <a:gd name="T23" fmla="*/ 538 h 1376"/>
                <a:gd name="T24" fmla="*/ 107 w 1249"/>
                <a:gd name="T25" fmla="*/ 557 h 1376"/>
                <a:gd name="T26" fmla="*/ 102 w 1249"/>
                <a:gd name="T27" fmla="*/ 575 h 1376"/>
                <a:gd name="T28" fmla="*/ 91 w 1249"/>
                <a:gd name="T29" fmla="*/ 608 h 1376"/>
                <a:gd name="T30" fmla="*/ 86 w 1249"/>
                <a:gd name="T31" fmla="*/ 626 h 1376"/>
                <a:gd name="T32" fmla="*/ 84 w 1249"/>
                <a:gd name="T33" fmla="*/ 667 h 1376"/>
                <a:gd name="T34" fmla="*/ 84 w 1249"/>
                <a:gd name="T35" fmla="*/ 683 h 1376"/>
                <a:gd name="T36" fmla="*/ 82 w 1249"/>
                <a:gd name="T37" fmla="*/ 838 h 1376"/>
                <a:gd name="T38" fmla="*/ 153 w 1249"/>
                <a:gd name="T39" fmla="*/ 870 h 1376"/>
                <a:gd name="T40" fmla="*/ 209 w 1249"/>
                <a:gd name="T41" fmla="*/ 1002 h 1376"/>
                <a:gd name="T42" fmla="*/ 143 w 1249"/>
                <a:gd name="T43" fmla="*/ 1139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49" h="1376">
                  <a:moveTo>
                    <a:pt x="554" y="1376"/>
                  </a:moveTo>
                  <a:cubicBezTo>
                    <a:pt x="705" y="1113"/>
                    <a:pt x="705" y="1113"/>
                    <a:pt x="705" y="1113"/>
                  </a:cubicBezTo>
                  <a:cubicBezTo>
                    <a:pt x="705" y="1113"/>
                    <a:pt x="760" y="1016"/>
                    <a:pt x="871" y="970"/>
                  </a:cubicBezTo>
                  <a:cubicBezTo>
                    <a:pt x="914" y="952"/>
                    <a:pt x="956" y="928"/>
                    <a:pt x="991" y="897"/>
                  </a:cubicBezTo>
                  <a:cubicBezTo>
                    <a:pt x="1096" y="802"/>
                    <a:pt x="1249" y="587"/>
                    <a:pt x="1076" y="309"/>
                  </a:cubicBezTo>
                  <a:cubicBezTo>
                    <a:pt x="1076" y="309"/>
                    <a:pt x="878" y="0"/>
                    <a:pt x="548" y="74"/>
                  </a:cubicBezTo>
                  <a:cubicBezTo>
                    <a:pt x="487" y="87"/>
                    <a:pt x="431" y="116"/>
                    <a:pt x="386" y="160"/>
                  </a:cubicBezTo>
                  <a:cubicBezTo>
                    <a:pt x="353" y="193"/>
                    <a:pt x="316" y="241"/>
                    <a:pt x="288" y="308"/>
                  </a:cubicBezTo>
                  <a:cubicBezTo>
                    <a:pt x="284" y="316"/>
                    <a:pt x="281" y="324"/>
                    <a:pt x="279" y="332"/>
                  </a:cubicBezTo>
                  <a:cubicBezTo>
                    <a:pt x="272" y="350"/>
                    <a:pt x="249" y="400"/>
                    <a:pt x="193" y="428"/>
                  </a:cubicBezTo>
                  <a:cubicBezTo>
                    <a:pt x="87" y="479"/>
                    <a:pt x="87" y="479"/>
                    <a:pt x="87" y="479"/>
                  </a:cubicBezTo>
                  <a:cubicBezTo>
                    <a:pt x="87" y="479"/>
                    <a:pt x="49" y="505"/>
                    <a:pt x="87" y="538"/>
                  </a:cubicBezTo>
                  <a:cubicBezTo>
                    <a:pt x="87" y="538"/>
                    <a:pt x="100" y="547"/>
                    <a:pt x="107" y="557"/>
                  </a:cubicBezTo>
                  <a:cubicBezTo>
                    <a:pt x="112" y="563"/>
                    <a:pt x="109" y="573"/>
                    <a:pt x="102" y="575"/>
                  </a:cubicBezTo>
                  <a:cubicBezTo>
                    <a:pt x="91" y="579"/>
                    <a:pt x="78" y="588"/>
                    <a:pt x="91" y="608"/>
                  </a:cubicBezTo>
                  <a:cubicBezTo>
                    <a:pt x="95" y="614"/>
                    <a:pt x="93" y="622"/>
                    <a:pt x="86" y="626"/>
                  </a:cubicBezTo>
                  <a:cubicBezTo>
                    <a:pt x="75" y="632"/>
                    <a:pt x="63" y="645"/>
                    <a:pt x="84" y="667"/>
                  </a:cubicBezTo>
                  <a:cubicBezTo>
                    <a:pt x="88" y="672"/>
                    <a:pt x="88" y="679"/>
                    <a:pt x="84" y="683"/>
                  </a:cubicBezTo>
                  <a:cubicBezTo>
                    <a:pt x="61" y="710"/>
                    <a:pt x="0" y="793"/>
                    <a:pt x="82" y="838"/>
                  </a:cubicBezTo>
                  <a:cubicBezTo>
                    <a:pt x="153" y="870"/>
                    <a:pt x="153" y="870"/>
                    <a:pt x="153" y="870"/>
                  </a:cubicBezTo>
                  <a:cubicBezTo>
                    <a:pt x="203" y="893"/>
                    <a:pt x="228" y="950"/>
                    <a:pt x="209" y="1002"/>
                  </a:cubicBezTo>
                  <a:cubicBezTo>
                    <a:pt x="197" y="1036"/>
                    <a:pt x="176" y="1080"/>
                    <a:pt x="143" y="1139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0761751E-6A4B-40DF-AE63-1346FFED1C7C}"/>
              </a:ext>
            </a:extLst>
          </p:cNvPr>
          <p:cNvSpPr/>
          <p:nvPr/>
        </p:nvSpPr>
        <p:spPr>
          <a:xfrm>
            <a:off x="158580" y="2421348"/>
            <a:ext cx="11430000" cy="708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rtlCol="0" anchor="ctr"/>
          <a:lstStyle/>
          <a:p>
            <a:r>
              <a:rPr lang="en-US" sz="1200" b="1">
                <a:solidFill>
                  <a:schemeClr val="bg2"/>
                </a:solidFill>
              </a:rPr>
              <a:t>The question: </a:t>
            </a:r>
            <a:r>
              <a:rPr lang="en-US" sz="1200">
                <a:solidFill>
                  <a:schemeClr val="bg2"/>
                </a:solidFill>
              </a:rPr>
              <a:t>Analysis is only insightful if it answers the client’s question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D92D37-35FB-4BD6-BDC2-44EDC4C7E5A7}"/>
              </a:ext>
            </a:extLst>
          </p:cNvPr>
          <p:cNvSpPr/>
          <p:nvPr/>
        </p:nvSpPr>
        <p:spPr>
          <a:xfrm>
            <a:off x="277965" y="2421348"/>
            <a:ext cx="737664" cy="708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err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9CAB45-D16C-410C-83BC-3D7CEA676186}"/>
              </a:ext>
            </a:extLst>
          </p:cNvPr>
          <p:cNvSpPr/>
          <p:nvPr/>
        </p:nvSpPr>
        <p:spPr>
          <a:xfrm>
            <a:off x="158580" y="3398416"/>
            <a:ext cx="11430000" cy="708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rtlCol="0" anchor="ctr"/>
          <a:lstStyle/>
          <a:p>
            <a:r>
              <a:rPr lang="en-US" sz="1200" b="1">
                <a:solidFill>
                  <a:schemeClr val="bg2"/>
                </a:solidFill>
              </a:rPr>
              <a:t>Data manipulation: </a:t>
            </a:r>
            <a:r>
              <a:rPr lang="en-US" sz="1200">
                <a:solidFill>
                  <a:schemeClr val="bg2"/>
                </a:solidFill>
              </a:rPr>
              <a:t>You may need to play around with the data before it can be useful – remember your Excel training!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EBCE8E-EFB4-46D8-BAF2-FDBF87131597}"/>
              </a:ext>
            </a:extLst>
          </p:cNvPr>
          <p:cNvSpPr/>
          <p:nvPr/>
        </p:nvSpPr>
        <p:spPr>
          <a:xfrm>
            <a:off x="277965" y="3398416"/>
            <a:ext cx="737664" cy="708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err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0F4F6DA-0704-4C16-B219-C4D848197643}"/>
              </a:ext>
            </a:extLst>
          </p:cNvPr>
          <p:cNvSpPr/>
          <p:nvPr/>
        </p:nvSpPr>
        <p:spPr>
          <a:xfrm>
            <a:off x="158580" y="4375484"/>
            <a:ext cx="11430000" cy="708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rtlCol="0" anchor="ctr"/>
          <a:lstStyle/>
          <a:p>
            <a:r>
              <a:rPr lang="en-US" sz="1200" b="1">
                <a:solidFill>
                  <a:schemeClr val="bg2"/>
                </a:solidFill>
              </a:rPr>
              <a:t>Formatting: </a:t>
            </a:r>
            <a:r>
              <a:rPr lang="en-US" sz="1200">
                <a:solidFill>
                  <a:schemeClr val="bg2"/>
                </a:solidFill>
              </a:rPr>
              <a:t>Every Excel must be client ready, easy to follow and logically laid out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E932B7E-748F-4562-AF63-B80C55C9F9F7}"/>
              </a:ext>
            </a:extLst>
          </p:cNvPr>
          <p:cNvSpPr/>
          <p:nvPr/>
        </p:nvSpPr>
        <p:spPr>
          <a:xfrm>
            <a:off x="277965" y="4375484"/>
            <a:ext cx="737664" cy="708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err="1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2C00F2E-C62E-46F9-A945-D468EDE5C746}"/>
              </a:ext>
            </a:extLst>
          </p:cNvPr>
          <p:cNvSpPr/>
          <p:nvPr/>
        </p:nvSpPr>
        <p:spPr>
          <a:xfrm>
            <a:off x="158580" y="5352550"/>
            <a:ext cx="11430000" cy="708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rtlCol="0" anchor="ctr"/>
          <a:lstStyle/>
          <a:p>
            <a:r>
              <a:rPr lang="en-US" sz="1200" b="1">
                <a:solidFill>
                  <a:schemeClr val="bg2"/>
                </a:solidFill>
              </a:rPr>
              <a:t>Outputs: </a:t>
            </a:r>
            <a:r>
              <a:rPr lang="en-US" sz="1200">
                <a:solidFill>
                  <a:schemeClr val="bg2"/>
                </a:solidFill>
              </a:rPr>
              <a:t>Bear in mind that the client doesn’t want an Excel spreadsheet, they want answers to their questions. Every insight, chart and table should be presented in a report that is relevant and easy to follow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69ECC2D-8C0B-4C55-BD1E-6832D09267A6}"/>
              </a:ext>
            </a:extLst>
          </p:cNvPr>
          <p:cNvSpPr/>
          <p:nvPr/>
        </p:nvSpPr>
        <p:spPr>
          <a:xfrm>
            <a:off x="277965" y="5352550"/>
            <a:ext cx="737664" cy="708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err="1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972F015-8C45-4A72-AAEF-DAD36C13A5B8}"/>
              </a:ext>
            </a:extLst>
          </p:cNvPr>
          <p:cNvGrpSpPr/>
          <p:nvPr/>
        </p:nvGrpSpPr>
        <p:grpSpPr>
          <a:xfrm>
            <a:off x="415952" y="2480217"/>
            <a:ext cx="461690" cy="590764"/>
            <a:chOff x="2125430" y="2017967"/>
            <a:chExt cx="561617" cy="718628"/>
          </a:xfrm>
        </p:grpSpPr>
        <p:sp>
          <p:nvSpPr>
            <p:cNvPr id="65" name="Freeform 121">
              <a:extLst>
                <a:ext uri="{FF2B5EF4-FFF2-40B4-BE49-F238E27FC236}">
                  <a16:creationId xmlns:a16="http://schemas.microsoft.com/office/drawing/2014/main" id="{64F5E113-C138-4594-A16B-2CADCBDC8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713" y="2147199"/>
              <a:ext cx="362334" cy="390113"/>
            </a:xfrm>
            <a:custGeom>
              <a:avLst/>
              <a:gdLst>
                <a:gd name="T0" fmla="*/ 0 w 1810"/>
                <a:gd name="T1" fmla="*/ 1710 h 1949"/>
                <a:gd name="T2" fmla="*/ 164 w 1810"/>
                <a:gd name="T3" fmla="*/ 1499 h 1949"/>
                <a:gd name="T4" fmla="*/ 389 w 1810"/>
                <a:gd name="T5" fmla="*/ 1352 h 1949"/>
                <a:gd name="T6" fmla="*/ 705 w 1810"/>
                <a:gd name="T7" fmla="*/ 1274 h 1949"/>
                <a:gd name="T8" fmla="*/ 925 w 1810"/>
                <a:gd name="T9" fmla="*/ 1240 h 1949"/>
                <a:gd name="T10" fmla="*/ 1066 w 1810"/>
                <a:gd name="T11" fmla="*/ 1178 h 1949"/>
                <a:gd name="T12" fmla="*/ 1149 w 1810"/>
                <a:gd name="T13" fmla="*/ 1086 h 1949"/>
                <a:gd name="T14" fmla="*/ 1144 w 1810"/>
                <a:gd name="T15" fmla="*/ 878 h 1949"/>
                <a:gd name="T16" fmla="*/ 872 w 1810"/>
                <a:gd name="T17" fmla="*/ 658 h 1949"/>
                <a:gd name="T18" fmla="*/ 549 w 1810"/>
                <a:gd name="T19" fmla="*/ 507 h 1949"/>
                <a:gd name="T20" fmla="*/ 174 w 1810"/>
                <a:gd name="T21" fmla="*/ 401 h 1949"/>
                <a:gd name="T22" fmla="*/ 299 w 1810"/>
                <a:gd name="T23" fmla="*/ 0 h 1949"/>
                <a:gd name="T24" fmla="*/ 720 w 1810"/>
                <a:gd name="T25" fmla="*/ 130 h 1949"/>
                <a:gd name="T26" fmla="*/ 1139 w 1810"/>
                <a:gd name="T27" fmla="*/ 332 h 1949"/>
                <a:gd name="T28" fmla="*/ 1617 w 1810"/>
                <a:gd name="T29" fmla="*/ 1277 h 1949"/>
                <a:gd name="T30" fmla="*/ 1463 w 1810"/>
                <a:gd name="T31" fmla="*/ 1462 h 1949"/>
                <a:gd name="T32" fmla="*/ 1242 w 1810"/>
                <a:gd name="T33" fmla="*/ 1581 h 1949"/>
                <a:gd name="T34" fmla="*/ 927 w 1810"/>
                <a:gd name="T35" fmla="*/ 1639 h 1949"/>
                <a:gd name="T36" fmla="*/ 706 w 1810"/>
                <a:gd name="T37" fmla="*/ 1692 h 1949"/>
                <a:gd name="T38" fmla="*/ 538 w 1810"/>
                <a:gd name="T39" fmla="*/ 1802 h 1949"/>
                <a:gd name="T40" fmla="*/ 414 w 1810"/>
                <a:gd name="T41" fmla="*/ 1949 h 1949"/>
                <a:gd name="T42" fmla="*/ 0 w 1810"/>
                <a:gd name="T43" fmla="*/ 1710 h 1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10" h="1949">
                  <a:moveTo>
                    <a:pt x="0" y="1710"/>
                  </a:moveTo>
                  <a:cubicBezTo>
                    <a:pt x="47" y="1629"/>
                    <a:pt x="101" y="1559"/>
                    <a:pt x="164" y="1499"/>
                  </a:cubicBezTo>
                  <a:cubicBezTo>
                    <a:pt x="226" y="1439"/>
                    <a:pt x="301" y="1390"/>
                    <a:pt x="389" y="1352"/>
                  </a:cubicBezTo>
                  <a:cubicBezTo>
                    <a:pt x="476" y="1313"/>
                    <a:pt x="582" y="1287"/>
                    <a:pt x="705" y="1274"/>
                  </a:cubicBezTo>
                  <a:cubicBezTo>
                    <a:pt x="793" y="1267"/>
                    <a:pt x="866" y="1256"/>
                    <a:pt x="925" y="1240"/>
                  </a:cubicBezTo>
                  <a:cubicBezTo>
                    <a:pt x="984" y="1224"/>
                    <a:pt x="1031" y="1203"/>
                    <a:pt x="1066" y="1178"/>
                  </a:cubicBezTo>
                  <a:cubicBezTo>
                    <a:pt x="1100" y="1152"/>
                    <a:pt x="1128" y="1121"/>
                    <a:pt x="1149" y="1086"/>
                  </a:cubicBezTo>
                  <a:cubicBezTo>
                    <a:pt x="1189" y="1015"/>
                    <a:pt x="1188" y="946"/>
                    <a:pt x="1144" y="878"/>
                  </a:cubicBezTo>
                  <a:cubicBezTo>
                    <a:pt x="1100" y="811"/>
                    <a:pt x="1010" y="738"/>
                    <a:pt x="872" y="658"/>
                  </a:cubicBezTo>
                  <a:cubicBezTo>
                    <a:pt x="771" y="600"/>
                    <a:pt x="664" y="550"/>
                    <a:pt x="549" y="507"/>
                  </a:cubicBezTo>
                  <a:cubicBezTo>
                    <a:pt x="435" y="465"/>
                    <a:pt x="309" y="429"/>
                    <a:pt x="174" y="401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434" y="29"/>
                    <a:pt x="575" y="72"/>
                    <a:pt x="720" y="130"/>
                  </a:cubicBezTo>
                  <a:cubicBezTo>
                    <a:pt x="865" y="187"/>
                    <a:pt x="1005" y="255"/>
                    <a:pt x="1139" y="332"/>
                  </a:cubicBezTo>
                  <a:cubicBezTo>
                    <a:pt x="1651" y="627"/>
                    <a:pt x="1810" y="942"/>
                    <a:pt x="1617" y="1277"/>
                  </a:cubicBezTo>
                  <a:cubicBezTo>
                    <a:pt x="1575" y="1350"/>
                    <a:pt x="1523" y="1412"/>
                    <a:pt x="1463" y="1462"/>
                  </a:cubicBezTo>
                  <a:cubicBezTo>
                    <a:pt x="1402" y="1512"/>
                    <a:pt x="1329" y="1552"/>
                    <a:pt x="1242" y="1581"/>
                  </a:cubicBezTo>
                  <a:cubicBezTo>
                    <a:pt x="1156" y="1610"/>
                    <a:pt x="1051" y="1629"/>
                    <a:pt x="927" y="1639"/>
                  </a:cubicBezTo>
                  <a:cubicBezTo>
                    <a:pt x="844" y="1646"/>
                    <a:pt x="771" y="1664"/>
                    <a:pt x="706" y="1692"/>
                  </a:cubicBezTo>
                  <a:cubicBezTo>
                    <a:pt x="641" y="1721"/>
                    <a:pt x="585" y="1757"/>
                    <a:pt x="538" y="1802"/>
                  </a:cubicBezTo>
                  <a:cubicBezTo>
                    <a:pt x="491" y="1847"/>
                    <a:pt x="450" y="1896"/>
                    <a:pt x="414" y="1949"/>
                  </a:cubicBezTo>
                  <a:lnTo>
                    <a:pt x="0" y="1710"/>
                  </a:ln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122">
              <a:extLst>
                <a:ext uri="{FF2B5EF4-FFF2-40B4-BE49-F238E27FC236}">
                  <a16:creationId xmlns:a16="http://schemas.microsoft.com/office/drawing/2014/main" id="{5BF3E5E6-D4A0-42C2-9EA6-2E0307022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3792" y="2534896"/>
              <a:ext cx="140102" cy="136479"/>
            </a:xfrm>
            <a:custGeom>
              <a:avLst/>
              <a:gdLst>
                <a:gd name="T0" fmla="*/ 0 w 116"/>
                <a:gd name="T1" fmla="*/ 70 h 113"/>
                <a:gd name="T2" fmla="*/ 41 w 116"/>
                <a:gd name="T3" fmla="*/ 0 h 113"/>
                <a:gd name="T4" fmla="*/ 116 w 116"/>
                <a:gd name="T5" fmla="*/ 43 h 113"/>
                <a:gd name="T6" fmla="*/ 76 w 116"/>
                <a:gd name="T7" fmla="*/ 113 h 113"/>
                <a:gd name="T8" fmla="*/ 0 w 116"/>
                <a:gd name="T9" fmla="*/ 7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3">
                  <a:moveTo>
                    <a:pt x="0" y="70"/>
                  </a:moveTo>
                  <a:lnTo>
                    <a:pt x="41" y="0"/>
                  </a:lnTo>
                  <a:lnTo>
                    <a:pt x="116" y="43"/>
                  </a:lnTo>
                  <a:lnTo>
                    <a:pt x="76" y="113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accent2"/>
            </a:solidFill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Line 123">
              <a:extLst>
                <a:ext uri="{FF2B5EF4-FFF2-40B4-BE49-F238E27FC236}">
                  <a16:creationId xmlns:a16="http://schemas.microsoft.com/office/drawing/2014/main" id="{FA3FA092-1381-4061-BF4B-37B5591586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5430" y="2017967"/>
              <a:ext cx="236725" cy="410645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Line 124">
              <a:extLst>
                <a:ext uri="{FF2B5EF4-FFF2-40B4-BE49-F238E27FC236}">
                  <a16:creationId xmlns:a16="http://schemas.microsoft.com/office/drawing/2014/main" id="{4FFD9FD2-8AE4-466B-8BE5-3D3AEBC4E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6556" y="2521610"/>
              <a:ext cx="123193" cy="214985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Line 125">
              <a:extLst>
                <a:ext uri="{FF2B5EF4-FFF2-40B4-BE49-F238E27FC236}">
                  <a16:creationId xmlns:a16="http://schemas.microsoft.com/office/drawing/2014/main" id="{90DAF31B-2365-4A33-BDE4-B98836880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9749" y="2069901"/>
              <a:ext cx="65220" cy="112324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70" name="Group 4">
            <a:extLst>
              <a:ext uri="{FF2B5EF4-FFF2-40B4-BE49-F238E27FC236}">
                <a16:creationId xmlns:a16="http://schemas.microsoft.com/office/drawing/2014/main" id="{D622E795-548C-4DC0-8A2A-F88C9A56E6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7658" y="3465837"/>
            <a:ext cx="618279" cy="573661"/>
            <a:chOff x="732" y="235"/>
            <a:chExt cx="485" cy="450"/>
          </a:xfrm>
        </p:grpSpPr>
        <p:sp>
          <p:nvSpPr>
            <p:cNvPr id="71" name="Line 5">
              <a:extLst>
                <a:ext uri="{FF2B5EF4-FFF2-40B4-BE49-F238E27FC236}">
                  <a16:creationId xmlns:a16="http://schemas.microsoft.com/office/drawing/2014/main" id="{17F152F5-736C-4820-B48C-D22E32E4AE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" y="280"/>
              <a:ext cx="105" cy="182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192F0EC3-6C75-433D-9C01-06D8A88081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2" y="537"/>
              <a:ext cx="55" cy="95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Line 7">
              <a:extLst>
                <a:ext uri="{FF2B5EF4-FFF2-40B4-BE49-F238E27FC236}">
                  <a16:creationId xmlns:a16="http://schemas.microsoft.com/office/drawing/2014/main" id="{1D71CE97-3E8E-46D2-A9E0-765B8AE52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0" y="235"/>
              <a:ext cx="29" cy="49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5F9C3249-2B5D-4C8F-A045-57CBAEFC9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84"/>
              <a:ext cx="232" cy="194"/>
            </a:xfrm>
            <a:custGeom>
              <a:avLst/>
              <a:gdLst>
                <a:gd name="T0" fmla="*/ 0 w 1033"/>
                <a:gd name="T1" fmla="*/ 0 h 866"/>
                <a:gd name="T2" fmla="*/ 998 w 1033"/>
                <a:gd name="T3" fmla="*/ 577 h 866"/>
                <a:gd name="T4" fmla="*/ 1018 w 1033"/>
                <a:gd name="T5" fmla="*/ 651 h 866"/>
                <a:gd name="T6" fmla="*/ 894 w 1033"/>
                <a:gd name="T7" fmla="*/ 866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3" h="866">
                  <a:moveTo>
                    <a:pt x="0" y="0"/>
                  </a:moveTo>
                  <a:cubicBezTo>
                    <a:pt x="998" y="577"/>
                    <a:pt x="998" y="577"/>
                    <a:pt x="998" y="577"/>
                  </a:cubicBezTo>
                  <a:cubicBezTo>
                    <a:pt x="1024" y="592"/>
                    <a:pt x="1033" y="625"/>
                    <a:pt x="1018" y="651"/>
                  </a:cubicBezTo>
                  <a:cubicBezTo>
                    <a:pt x="894" y="866"/>
                    <a:pt x="894" y="866"/>
                    <a:pt x="894" y="866"/>
                  </a:cubicBezTo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59C54285-6ABC-4F6A-AB3E-AD12D712D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258"/>
              <a:ext cx="272" cy="377"/>
            </a:xfrm>
            <a:custGeom>
              <a:avLst/>
              <a:gdLst>
                <a:gd name="T0" fmla="*/ 1212 w 1212"/>
                <a:gd name="T1" fmla="*/ 1687 h 1687"/>
                <a:gd name="T2" fmla="*/ 35 w 1212"/>
                <a:gd name="T3" fmla="*/ 1008 h 1687"/>
                <a:gd name="T4" fmla="*/ 15 w 1212"/>
                <a:gd name="T5" fmla="*/ 933 h 1687"/>
                <a:gd name="T6" fmla="*/ 534 w 1212"/>
                <a:gd name="T7" fmla="*/ 35 h 1687"/>
                <a:gd name="T8" fmla="*/ 608 w 1212"/>
                <a:gd name="T9" fmla="*/ 15 h 1687"/>
                <a:gd name="T10" fmla="*/ 709 w 1212"/>
                <a:gd name="T11" fmla="*/ 74 h 1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2" h="1687">
                  <a:moveTo>
                    <a:pt x="1212" y="1687"/>
                  </a:moveTo>
                  <a:cubicBezTo>
                    <a:pt x="35" y="1008"/>
                    <a:pt x="35" y="1008"/>
                    <a:pt x="35" y="1008"/>
                  </a:cubicBezTo>
                  <a:cubicBezTo>
                    <a:pt x="9" y="993"/>
                    <a:pt x="0" y="959"/>
                    <a:pt x="15" y="933"/>
                  </a:cubicBezTo>
                  <a:cubicBezTo>
                    <a:pt x="534" y="35"/>
                    <a:pt x="534" y="35"/>
                    <a:pt x="534" y="35"/>
                  </a:cubicBezTo>
                  <a:cubicBezTo>
                    <a:pt x="549" y="9"/>
                    <a:pt x="582" y="0"/>
                    <a:pt x="608" y="15"/>
                  </a:cubicBezTo>
                  <a:cubicBezTo>
                    <a:pt x="709" y="74"/>
                    <a:pt x="709" y="74"/>
                    <a:pt x="709" y="74"/>
                  </a:cubicBezTo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F0B023C7-9BEB-4A7F-8E3A-00F40482A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" y="442"/>
              <a:ext cx="46" cy="56"/>
            </a:xfrm>
            <a:custGeom>
              <a:avLst/>
              <a:gdLst>
                <a:gd name="T0" fmla="*/ 90 w 207"/>
                <a:gd name="T1" fmla="*/ 249 h 251"/>
                <a:gd name="T2" fmla="*/ 3 w 207"/>
                <a:gd name="T3" fmla="*/ 199 h 251"/>
                <a:gd name="T4" fmla="*/ 1 w 207"/>
                <a:gd name="T5" fmla="*/ 194 h 251"/>
                <a:gd name="T6" fmla="*/ 112 w 207"/>
                <a:gd name="T7" fmla="*/ 2 h 251"/>
                <a:gd name="T8" fmla="*/ 117 w 207"/>
                <a:gd name="T9" fmla="*/ 1 h 251"/>
                <a:gd name="T10" fmla="*/ 204 w 207"/>
                <a:gd name="T11" fmla="*/ 51 h 251"/>
                <a:gd name="T12" fmla="*/ 206 w 207"/>
                <a:gd name="T13" fmla="*/ 56 h 251"/>
                <a:gd name="T14" fmla="*/ 95 w 207"/>
                <a:gd name="T15" fmla="*/ 248 h 251"/>
                <a:gd name="T16" fmla="*/ 90 w 207"/>
                <a:gd name="T17" fmla="*/ 249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7" h="251">
                  <a:moveTo>
                    <a:pt x="90" y="249"/>
                  </a:moveTo>
                  <a:cubicBezTo>
                    <a:pt x="3" y="199"/>
                    <a:pt x="3" y="199"/>
                    <a:pt x="3" y="199"/>
                  </a:cubicBezTo>
                  <a:cubicBezTo>
                    <a:pt x="1" y="198"/>
                    <a:pt x="0" y="196"/>
                    <a:pt x="1" y="194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1"/>
                    <a:pt x="115" y="0"/>
                    <a:pt x="117" y="1"/>
                  </a:cubicBezTo>
                  <a:cubicBezTo>
                    <a:pt x="204" y="51"/>
                    <a:pt x="204" y="51"/>
                    <a:pt x="204" y="51"/>
                  </a:cubicBezTo>
                  <a:cubicBezTo>
                    <a:pt x="206" y="52"/>
                    <a:pt x="207" y="55"/>
                    <a:pt x="206" y="56"/>
                  </a:cubicBezTo>
                  <a:cubicBezTo>
                    <a:pt x="95" y="248"/>
                    <a:pt x="95" y="248"/>
                    <a:pt x="95" y="248"/>
                  </a:cubicBezTo>
                  <a:cubicBezTo>
                    <a:pt x="94" y="250"/>
                    <a:pt x="92" y="251"/>
                    <a:pt x="90" y="249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61E77E1-0BCB-4F02-A480-2D0BEB405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443"/>
              <a:ext cx="60" cy="81"/>
            </a:xfrm>
            <a:custGeom>
              <a:avLst/>
              <a:gdLst>
                <a:gd name="T0" fmla="*/ 89 w 268"/>
                <a:gd name="T1" fmla="*/ 358 h 359"/>
                <a:gd name="T2" fmla="*/ 3 w 268"/>
                <a:gd name="T3" fmla="*/ 308 h 359"/>
                <a:gd name="T4" fmla="*/ 1 w 268"/>
                <a:gd name="T5" fmla="*/ 302 h 359"/>
                <a:gd name="T6" fmla="*/ 174 w 268"/>
                <a:gd name="T7" fmla="*/ 3 h 359"/>
                <a:gd name="T8" fmla="*/ 180 w 268"/>
                <a:gd name="T9" fmla="*/ 2 h 359"/>
                <a:gd name="T10" fmla="*/ 265 w 268"/>
                <a:gd name="T11" fmla="*/ 51 h 359"/>
                <a:gd name="T12" fmla="*/ 267 w 268"/>
                <a:gd name="T13" fmla="*/ 57 h 359"/>
                <a:gd name="T14" fmla="*/ 95 w 268"/>
                <a:gd name="T15" fmla="*/ 356 h 359"/>
                <a:gd name="T16" fmla="*/ 89 w 268"/>
                <a:gd name="T17" fmla="*/ 35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8" h="359">
                  <a:moveTo>
                    <a:pt x="89" y="358"/>
                  </a:moveTo>
                  <a:cubicBezTo>
                    <a:pt x="3" y="308"/>
                    <a:pt x="3" y="308"/>
                    <a:pt x="3" y="308"/>
                  </a:cubicBezTo>
                  <a:cubicBezTo>
                    <a:pt x="1" y="307"/>
                    <a:pt x="0" y="304"/>
                    <a:pt x="1" y="302"/>
                  </a:cubicBezTo>
                  <a:cubicBezTo>
                    <a:pt x="174" y="3"/>
                    <a:pt x="174" y="3"/>
                    <a:pt x="174" y="3"/>
                  </a:cubicBezTo>
                  <a:cubicBezTo>
                    <a:pt x="175" y="1"/>
                    <a:pt x="178" y="0"/>
                    <a:pt x="180" y="2"/>
                  </a:cubicBezTo>
                  <a:cubicBezTo>
                    <a:pt x="265" y="51"/>
                    <a:pt x="265" y="51"/>
                    <a:pt x="265" y="51"/>
                  </a:cubicBezTo>
                  <a:cubicBezTo>
                    <a:pt x="268" y="52"/>
                    <a:pt x="268" y="55"/>
                    <a:pt x="267" y="57"/>
                  </a:cubicBezTo>
                  <a:cubicBezTo>
                    <a:pt x="95" y="356"/>
                    <a:pt x="95" y="356"/>
                    <a:pt x="95" y="356"/>
                  </a:cubicBezTo>
                  <a:cubicBezTo>
                    <a:pt x="93" y="358"/>
                    <a:pt x="91" y="359"/>
                    <a:pt x="89" y="358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8A13CE7E-6BFF-42B1-9FE4-011D77330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494"/>
              <a:ext cx="46" cy="56"/>
            </a:xfrm>
            <a:custGeom>
              <a:avLst/>
              <a:gdLst>
                <a:gd name="T0" fmla="*/ 90 w 206"/>
                <a:gd name="T1" fmla="*/ 249 h 250"/>
                <a:gd name="T2" fmla="*/ 2 w 206"/>
                <a:gd name="T3" fmla="*/ 199 h 250"/>
                <a:gd name="T4" fmla="*/ 1 w 206"/>
                <a:gd name="T5" fmla="*/ 194 h 250"/>
                <a:gd name="T6" fmla="*/ 112 w 206"/>
                <a:gd name="T7" fmla="*/ 2 h 250"/>
                <a:gd name="T8" fmla="*/ 117 w 206"/>
                <a:gd name="T9" fmla="*/ 1 h 250"/>
                <a:gd name="T10" fmla="*/ 204 w 206"/>
                <a:gd name="T11" fmla="*/ 51 h 250"/>
                <a:gd name="T12" fmla="*/ 205 w 206"/>
                <a:gd name="T13" fmla="*/ 56 h 250"/>
                <a:gd name="T14" fmla="*/ 95 w 206"/>
                <a:gd name="T15" fmla="*/ 248 h 250"/>
                <a:gd name="T16" fmla="*/ 90 w 206"/>
                <a:gd name="T1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50">
                  <a:moveTo>
                    <a:pt x="90" y="249"/>
                  </a:moveTo>
                  <a:cubicBezTo>
                    <a:pt x="2" y="199"/>
                    <a:pt x="2" y="199"/>
                    <a:pt x="2" y="199"/>
                  </a:cubicBezTo>
                  <a:cubicBezTo>
                    <a:pt x="1" y="198"/>
                    <a:pt x="0" y="195"/>
                    <a:pt x="1" y="194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3" y="0"/>
                    <a:pt x="115" y="0"/>
                    <a:pt x="117" y="1"/>
                  </a:cubicBezTo>
                  <a:cubicBezTo>
                    <a:pt x="204" y="51"/>
                    <a:pt x="204" y="51"/>
                    <a:pt x="204" y="51"/>
                  </a:cubicBezTo>
                  <a:cubicBezTo>
                    <a:pt x="206" y="52"/>
                    <a:pt x="206" y="54"/>
                    <a:pt x="205" y="56"/>
                  </a:cubicBezTo>
                  <a:cubicBezTo>
                    <a:pt x="95" y="248"/>
                    <a:pt x="95" y="248"/>
                    <a:pt x="95" y="248"/>
                  </a:cubicBezTo>
                  <a:cubicBezTo>
                    <a:pt x="94" y="249"/>
                    <a:pt x="91" y="250"/>
                    <a:pt x="90" y="249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6E05882-40ED-48A1-B5D2-59A70B3DD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" y="383"/>
              <a:ext cx="37" cy="37"/>
            </a:xfrm>
            <a:custGeom>
              <a:avLst/>
              <a:gdLst>
                <a:gd name="T0" fmla="*/ 143 w 163"/>
                <a:gd name="T1" fmla="*/ 117 h 163"/>
                <a:gd name="T2" fmla="*/ 46 w 163"/>
                <a:gd name="T3" fmla="*/ 144 h 163"/>
                <a:gd name="T4" fmla="*/ 20 w 163"/>
                <a:gd name="T5" fmla="*/ 46 h 163"/>
                <a:gd name="T6" fmla="*/ 117 w 163"/>
                <a:gd name="T7" fmla="*/ 20 h 163"/>
                <a:gd name="T8" fmla="*/ 143 w 163"/>
                <a:gd name="T9" fmla="*/ 11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63">
                  <a:moveTo>
                    <a:pt x="143" y="117"/>
                  </a:moveTo>
                  <a:cubicBezTo>
                    <a:pt x="123" y="152"/>
                    <a:pt x="80" y="163"/>
                    <a:pt x="46" y="144"/>
                  </a:cubicBezTo>
                  <a:cubicBezTo>
                    <a:pt x="12" y="124"/>
                    <a:pt x="0" y="80"/>
                    <a:pt x="20" y="46"/>
                  </a:cubicBezTo>
                  <a:cubicBezTo>
                    <a:pt x="39" y="12"/>
                    <a:pt x="83" y="0"/>
                    <a:pt x="117" y="20"/>
                  </a:cubicBezTo>
                  <a:cubicBezTo>
                    <a:pt x="151" y="40"/>
                    <a:pt x="163" y="83"/>
                    <a:pt x="143" y="117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83023C86-C147-432E-BE5E-E255DAC9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384"/>
              <a:ext cx="36" cy="37"/>
            </a:xfrm>
            <a:custGeom>
              <a:avLst/>
              <a:gdLst>
                <a:gd name="T0" fmla="*/ 144 w 163"/>
                <a:gd name="T1" fmla="*/ 117 h 163"/>
                <a:gd name="T2" fmla="*/ 46 w 163"/>
                <a:gd name="T3" fmla="*/ 143 h 163"/>
                <a:gd name="T4" fmla="*/ 20 w 163"/>
                <a:gd name="T5" fmla="*/ 46 h 163"/>
                <a:gd name="T6" fmla="*/ 117 w 163"/>
                <a:gd name="T7" fmla="*/ 20 h 163"/>
                <a:gd name="T8" fmla="*/ 144 w 163"/>
                <a:gd name="T9" fmla="*/ 11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63">
                  <a:moveTo>
                    <a:pt x="144" y="117"/>
                  </a:moveTo>
                  <a:cubicBezTo>
                    <a:pt x="124" y="151"/>
                    <a:pt x="80" y="163"/>
                    <a:pt x="46" y="143"/>
                  </a:cubicBezTo>
                  <a:cubicBezTo>
                    <a:pt x="12" y="124"/>
                    <a:pt x="0" y="80"/>
                    <a:pt x="20" y="46"/>
                  </a:cubicBezTo>
                  <a:cubicBezTo>
                    <a:pt x="40" y="12"/>
                    <a:pt x="83" y="0"/>
                    <a:pt x="117" y="20"/>
                  </a:cubicBezTo>
                  <a:cubicBezTo>
                    <a:pt x="152" y="40"/>
                    <a:pt x="163" y="83"/>
                    <a:pt x="144" y="117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A2B6A127-6CE0-4E06-BFE8-68782C82A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" y="399"/>
              <a:ext cx="37" cy="36"/>
            </a:xfrm>
            <a:custGeom>
              <a:avLst/>
              <a:gdLst>
                <a:gd name="T0" fmla="*/ 143 w 162"/>
                <a:gd name="T1" fmla="*/ 117 h 163"/>
                <a:gd name="T2" fmla="*/ 45 w 162"/>
                <a:gd name="T3" fmla="*/ 143 h 163"/>
                <a:gd name="T4" fmla="*/ 19 w 162"/>
                <a:gd name="T5" fmla="*/ 46 h 163"/>
                <a:gd name="T6" fmla="*/ 117 w 162"/>
                <a:gd name="T7" fmla="*/ 20 h 163"/>
                <a:gd name="T8" fmla="*/ 143 w 162"/>
                <a:gd name="T9" fmla="*/ 11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3">
                  <a:moveTo>
                    <a:pt x="143" y="117"/>
                  </a:moveTo>
                  <a:cubicBezTo>
                    <a:pt x="123" y="151"/>
                    <a:pt x="80" y="163"/>
                    <a:pt x="45" y="143"/>
                  </a:cubicBezTo>
                  <a:cubicBezTo>
                    <a:pt x="11" y="123"/>
                    <a:pt x="0" y="80"/>
                    <a:pt x="19" y="46"/>
                  </a:cubicBezTo>
                  <a:cubicBezTo>
                    <a:pt x="39" y="12"/>
                    <a:pt x="83" y="0"/>
                    <a:pt x="117" y="20"/>
                  </a:cubicBezTo>
                  <a:cubicBezTo>
                    <a:pt x="151" y="39"/>
                    <a:pt x="162" y="83"/>
                    <a:pt x="143" y="117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6C57C075-49BB-46C5-B6F3-D7239343D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436"/>
              <a:ext cx="37" cy="36"/>
            </a:xfrm>
            <a:custGeom>
              <a:avLst/>
              <a:gdLst>
                <a:gd name="T0" fmla="*/ 143 w 163"/>
                <a:gd name="T1" fmla="*/ 117 h 163"/>
                <a:gd name="T2" fmla="*/ 46 w 163"/>
                <a:gd name="T3" fmla="*/ 143 h 163"/>
                <a:gd name="T4" fmla="*/ 20 w 163"/>
                <a:gd name="T5" fmla="*/ 46 h 163"/>
                <a:gd name="T6" fmla="*/ 117 w 163"/>
                <a:gd name="T7" fmla="*/ 20 h 163"/>
                <a:gd name="T8" fmla="*/ 143 w 163"/>
                <a:gd name="T9" fmla="*/ 11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63">
                  <a:moveTo>
                    <a:pt x="143" y="117"/>
                  </a:moveTo>
                  <a:cubicBezTo>
                    <a:pt x="123" y="151"/>
                    <a:pt x="80" y="163"/>
                    <a:pt x="46" y="143"/>
                  </a:cubicBezTo>
                  <a:cubicBezTo>
                    <a:pt x="12" y="123"/>
                    <a:pt x="0" y="80"/>
                    <a:pt x="20" y="46"/>
                  </a:cubicBezTo>
                  <a:cubicBezTo>
                    <a:pt x="39" y="12"/>
                    <a:pt x="83" y="0"/>
                    <a:pt x="117" y="20"/>
                  </a:cubicBezTo>
                  <a:cubicBezTo>
                    <a:pt x="151" y="39"/>
                    <a:pt x="163" y="83"/>
                    <a:pt x="143" y="117"/>
                  </a:cubicBez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Line 17">
              <a:extLst>
                <a:ext uri="{FF2B5EF4-FFF2-40B4-BE49-F238E27FC236}">
                  <a16:creationId xmlns:a16="http://schemas.microsoft.com/office/drawing/2014/main" id="{4C5F0767-61D4-47AB-8CA1-93744F150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9" y="400"/>
              <a:ext cx="29" cy="1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Line 18">
              <a:extLst>
                <a:ext uri="{FF2B5EF4-FFF2-40B4-BE49-F238E27FC236}">
                  <a16:creationId xmlns:a16="http://schemas.microsoft.com/office/drawing/2014/main" id="{18E00BFC-0CA1-49F9-BDCF-3C1B3921A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" y="416"/>
              <a:ext cx="13" cy="24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Line 19">
              <a:extLst>
                <a:ext uri="{FF2B5EF4-FFF2-40B4-BE49-F238E27FC236}">
                  <a16:creationId xmlns:a16="http://schemas.microsoft.com/office/drawing/2014/main" id="{D814B4F6-1670-4D2B-8F10-6C3E9A73B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9" y="423"/>
              <a:ext cx="52" cy="23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5945E3A8-CCE2-4CDB-8677-79609D07F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" y="302"/>
              <a:ext cx="58" cy="49"/>
            </a:xfrm>
            <a:custGeom>
              <a:avLst/>
              <a:gdLst>
                <a:gd name="T0" fmla="*/ 0 w 258"/>
                <a:gd name="T1" fmla="*/ 101 h 218"/>
                <a:gd name="T2" fmla="*/ 48 w 258"/>
                <a:gd name="T3" fmla="*/ 16 h 218"/>
                <a:gd name="T4" fmla="*/ 83 w 258"/>
                <a:gd name="T5" fmla="*/ 7 h 218"/>
                <a:gd name="T6" fmla="*/ 242 w 258"/>
                <a:gd name="T7" fmla="*/ 99 h 218"/>
                <a:gd name="T8" fmla="*/ 251 w 258"/>
                <a:gd name="T9" fmla="*/ 133 h 218"/>
                <a:gd name="T10" fmla="*/ 202 w 258"/>
                <a:gd name="T11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8" h="218">
                  <a:moveTo>
                    <a:pt x="0" y="101"/>
                  </a:moveTo>
                  <a:cubicBezTo>
                    <a:pt x="48" y="16"/>
                    <a:pt x="48" y="16"/>
                    <a:pt x="48" y="16"/>
                  </a:cubicBezTo>
                  <a:cubicBezTo>
                    <a:pt x="55" y="4"/>
                    <a:pt x="71" y="0"/>
                    <a:pt x="83" y="7"/>
                  </a:cubicBezTo>
                  <a:cubicBezTo>
                    <a:pt x="242" y="99"/>
                    <a:pt x="242" y="99"/>
                    <a:pt x="242" y="99"/>
                  </a:cubicBezTo>
                  <a:cubicBezTo>
                    <a:pt x="254" y="106"/>
                    <a:pt x="258" y="121"/>
                    <a:pt x="251" y="133"/>
                  </a:cubicBezTo>
                  <a:cubicBezTo>
                    <a:pt x="202" y="218"/>
                    <a:pt x="202" y="218"/>
                    <a:pt x="202" y="218"/>
                  </a:cubicBezTo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45A74D90-48DE-460B-A5AB-5A740D928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" y="507"/>
              <a:ext cx="199" cy="130"/>
            </a:xfrm>
            <a:custGeom>
              <a:avLst/>
              <a:gdLst>
                <a:gd name="T0" fmla="*/ 56 w 885"/>
                <a:gd name="T1" fmla="*/ 0 h 581"/>
                <a:gd name="T2" fmla="*/ 8 w 885"/>
                <a:gd name="T3" fmla="*/ 84 h 581"/>
                <a:gd name="T4" fmla="*/ 18 w 885"/>
                <a:gd name="T5" fmla="*/ 124 h 581"/>
                <a:gd name="T6" fmla="*/ 796 w 885"/>
                <a:gd name="T7" fmla="*/ 573 h 581"/>
                <a:gd name="T8" fmla="*/ 836 w 885"/>
                <a:gd name="T9" fmla="*/ 562 h 581"/>
                <a:gd name="T10" fmla="*/ 885 w 885"/>
                <a:gd name="T11" fmla="*/ 477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581">
                  <a:moveTo>
                    <a:pt x="56" y="0"/>
                  </a:moveTo>
                  <a:cubicBezTo>
                    <a:pt x="8" y="84"/>
                    <a:pt x="8" y="84"/>
                    <a:pt x="8" y="84"/>
                  </a:cubicBezTo>
                  <a:cubicBezTo>
                    <a:pt x="0" y="98"/>
                    <a:pt x="5" y="116"/>
                    <a:pt x="18" y="124"/>
                  </a:cubicBezTo>
                  <a:cubicBezTo>
                    <a:pt x="796" y="573"/>
                    <a:pt x="796" y="573"/>
                    <a:pt x="796" y="573"/>
                  </a:cubicBezTo>
                  <a:cubicBezTo>
                    <a:pt x="810" y="581"/>
                    <a:pt x="828" y="576"/>
                    <a:pt x="836" y="562"/>
                  </a:cubicBezTo>
                  <a:cubicBezTo>
                    <a:pt x="885" y="477"/>
                    <a:pt x="885" y="477"/>
                    <a:pt x="885" y="477"/>
                  </a:cubicBezTo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Line 22">
              <a:extLst>
                <a:ext uri="{FF2B5EF4-FFF2-40B4-BE49-F238E27FC236}">
                  <a16:creationId xmlns:a16="http://schemas.microsoft.com/office/drawing/2014/main" id="{0D5C45B3-149F-4F68-A915-0C0DB0B007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0" y="603"/>
              <a:ext cx="2" cy="69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Line 23">
              <a:extLst>
                <a:ext uri="{FF2B5EF4-FFF2-40B4-BE49-F238E27FC236}">
                  <a16:creationId xmlns:a16="http://schemas.microsoft.com/office/drawing/2014/main" id="{F5F31D70-BDD6-42F3-B632-0FA1C65D1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0" y="565"/>
              <a:ext cx="56" cy="39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4D01160A-590E-4DC1-B81A-965E19A53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450"/>
              <a:ext cx="162" cy="162"/>
            </a:xfrm>
            <a:custGeom>
              <a:avLst/>
              <a:gdLst>
                <a:gd name="T0" fmla="*/ 636 w 724"/>
                <a:gd name="T1" fmla="*/ 521 h 724"/>
                <a:gd name="T2" fmla="*/ 203 w 724"/>
                <a:gd name="T3" fmla="*/ 637 h 724"/>
                <a:gd name="T4" fmla="*/ 87 w 724"/>
                <a:gd name="T5" fmla="*/ 204 h 724"/>
                <a:gd name="T6" fmla="*/ 520 w 724"/>
                <a:gd name="T7" fmla="*/ 88 h 724"/>
                <a:gd name="T8" fmla="*/ 636 w 724"/>
                <a:gd name="T9" fmla="*/ 521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" h="724">
                  <a:moveTo>
                    <a:pt x="636" y="521"/>
                  </a:moveTo>
                  <a:cubicBezTo>
                    <a:pt x="549" y="672"/>
                    <a:pt x="355" y="724"/>
                    <a:pt x="203" y="637"/>
                  </a:cubicBezTo>
                  <a:cubicBezTo>
                    <a:pt x="52" y="549"/>
                    <a:pt x="0" y="355"/>
                    <a:pt x="87" y="204"/>
                  </a:cubicBezTo>
                  <a:cubicBezTo>
                    <a:pt x="175" y="52"/>
                    <a:pt x="369" y="0"/>
                    <a:pt x="520" y="88"/>
                  </a:cubicBezTo>
                  <a:cubicBezTo>
                    <a:pt x="672" y="175"/>
                    <a:pt x="724" y="369"/>
                    <a:pt x="636" y="521"/>
                  </a:cubicBez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84D44CB0-CA8E-4A22-84CA-AF37E2892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" y="476"/>
              <a:ext cx="102" cy="109"/>
            </a:xfrm>
            <a:custGeom>
              <a:avLst/>
              <a:gdLst>
                <a:gd name="T0" fmla="*/ 455 w 455"/>
                <a:gd name="T1" fmla="*/ 258 h 486"/>
                <a:gd name="T2" fmla="*/ 427 w 455"/>
                <a:gd name="T3" fmla="*/ 350 h 486"/>
                <a:gd name="T4" fmla="*/ 136 w 455"/>
                <a:gd name="T5" fmla="*/ 427 h 486"/>
                <a:gd name="T6" fmla="*/ 58 w 455"/>
                <a:gd name="T7" fmla="*/ 137 h 486"/>
                <a:gd name="T8" fmla="*/ 349 w 455"/>
                <a:gd name="T9" fmla="*/ 59 h 486"/>
                <a:gd name="T10" fmla="*/ 441 w 455"/>
                <a:gd name="T11" fmla="*/ 16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5" h="486">
                  <a:moveTo>
                    <a:pt x="455" y="258"/>
                  </a:moveTo>
                  <a:cubicBezTo>
                    <a:pt x="453" y="289"/>
                    <a:pt x="444" y="320"/>
                    <a:pt x="427" y="350"/>
                  </a:cubicBezTo>
                  <a:cubicBezTo>
                    <a:pt x="368" y="451"/>
                    <a:pt x="238" y="486"/>
                    <a:pt x="136" y="427"/>
                  </a:cubicBezTo>
                  <a:cubicBezTo>
                    <a:pt x="35" y="369"/>
                    <a:pt x="0" y="239"/>
                    <a:pt x="58" y="137"/>
                  </a:cubicBezTo>
                  <a:cubicBezTo>
                    <a:pt x="117" y="35"/>
                    <a:pt x="247" y="0"/>
                    <a:pt x="349" y="59"/>
                  </a:cubicBezTo>
                  <a:cubicBezTo>
                    <a:pt x="393" y="84"/>
                    <a:pt x="424" y="122"/>
                    <a:pt x="441" y="166"/>
                  </a:cubicBezTo>
                </a:path>
              </a:pathLst>
            </a:custGeom>
            <a:noFill/>
            <a:ln w="1270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545EB3E4-ED09-4D8F-A8DC-1FFAE0407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600"/>
              <a:ext cx="34" cy="85"/>
            </a:xfrm>
            <a:custGeom>
              <a:avLst/>
              <a:gdLst>
                <a:gd name="T0" fmla="*/ 153 w 153"/>
                <a:gd name="T1" fmla="*/ 0 h 383"/>
                <a:gd name="T2" fmla="*/ 153 w 153"/>
                <a:gd name="T3" fmla="*/ 307 h 383"/>
                <a:gd name="T4" fmla="*/ 77 w 153"/>
                <a:gd name="T5" fmla="*/ 383 h 383"/>
                <a:gd name="T6" fmla="*/ 77 w 153"/>
                <a:gd name="T7" fmla="*/ 383 h 383"/>
                <a:gd name="T8" fmla="*/ 0 w 153"/>
                <a:gd name="T9" fmla="*/ 307 h 383"/>
                <a:gd name="T10" fmla="*/ 0 w 153"/>
                <a:gd name="T11" fmla="*/ 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383">
                  <a:moveTo>
                    <a:pt x="153" y="0"/>
                  </a:moveTo>
                  <a:cubicBezTo>
                    <a:pt x="153" y="307"/>
                    <a:pt x="153" y="307"/>
                    <a:pt x="153" y="307"/>
                  </a:cubicBezTo>
                  <a:cubicBezTo>
                    <a:pt x="153" y="349"/>
                    <a:pt x="119" y="383"/>
                    <a:pt x="77" y="383"/>
                  </a:cubicBezTo>
                  <a:cubicBezTo>
                    <a:pt x="77" y="383"/>
                    <a:pt x="77" y="383"/>
                    <a:pt x="77" y="383"/>
                  </a:cubicBezTo>
                  <a:cubicBezTo>
                    <a:pt x="35" y="383"/>
                    <a:pt x="0" y="349"/>
                    <a:pt x="0" y="307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noFill/>
            <a:ln w="1270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3838678-384D-4FB0-A57F-2E6A89F4FCA1}"/>
              </a:ext>
            </a:extLst>
          </p:cNvPr>
          <p:cNvGrpSpPr/>
          <p:nvPr/>
        </p:nvGrpSpPr>
        <p:grpSpPr>
          <a:xfrm>
            <a:off x="370802" y="4430778"/>
            <a:ext cx="551990" cy="597914"/>
            <a:chOff x="8076294" y="375349"/>
            <a:chExt cx="651076" cy="705243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9D7B071-BCD6-4CE5-AA06-1138DD890BEE}"/>
                </a:ext>
              </a:extLst>
            </p:cNvPr>
            <p:cNvSpPr/>
            <p:nvPr/>
          </p:nvSpPr>
          <p:spPr>
            <a:xfrm>
              <a:off x="8502979" y="784697"/>
              <a:ext cx="170853" cy="295895"/>
            </a:xfrm>
            <a:custGeom>
              <a:avLst/>
              <a:gdLst>
                <a:gd name="connsiteX0" fmla="*/ 170854 w 170853"/>
                <a:gd name="connsiteY0" fmla="*/ 0 h 295895"/>
                <a:gd name="connsiteX1" fmla="*/ 0 w 170853"/>
                <a:gd name="connsiteY1" fmla="*/ 295895 h 2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853" h="295895">
                  <a:moveTo>
                    <a:pt x="170854" y="0"/>
                  </a:moveTo>
                  <a:lnTo>
                    <a:pt x="0" y="295895"/>
                  </a:lnTo>
                </a:path>
              </a:pathLst>
            </a:custGeom>
            <a:ln w="12700" cap="rnd">
              <a:solidFill>
                <a:schemeClr val="bg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0C22A17-CC03-495F-9B08-2616E5CED888}"/>
                </a:ext>
              </a:extLst>
            </p:cNvPr>
            <p:cNvSpPr/>
            <p:nvPr/>
          </p:nvSpPr>
          <p:spPr>
            <a:xfrm>
              <a:off x="8076294" y="686425"/>
              <a:ext cx="89289" cy="154594"/>
            </a:xfrm>
            <a:custGeom>
              <a:avLst/>
              <a:gdLst>
                <a:gd name="connsiteX0" fmla="*/ 89290 w 89289"/>
                <a:gd name="connsiteY0" fmla="*/ 0 h 154594"/>
                <a:gd name="connsiteX1" fmla="*/ 0 w 89289"/>
                <a:gd name="connsiteY1" fmla="*/ 154595 h 15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289" h="154594">
                  <a:moveTo>
                    <a:pt x="89290" y="0"/>
                  </a:moveTo>
                  <a:lnTo>
                    <a:pt x="0" y="154595"/>
                  </a:lnTo>
                </a:path>
              </a:pathLst>
            </a:custGeom>
            <a:ln w="12700" cap="rnd">
              <a:solidFill>
                <a:schemeClr val="bg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5A58931-D86C-49F5-983D-C1BEE4EBF46E}"/>
                </a:ext>
              </a:extLst>
            </p:cNvPr>
            <p:cNvSpPr/>
            <p:nvPr/>
          </p:nvSpPr>
          <p:spPr>
            <a:xfrm>
              <a:off x="8329161" y="375349"/>
              <a:ext cx="46980" cy="81294"/>
            </a:xfrm>
            <a:custGeom>
              <a:avLst/>
              <a:gdLst>
                <a:gd name="connsiteX0" fmla="*/ 46980 w 46980"/>
                <a:gd name="connsiteY0" fmla="*/ 0 h 81294"/>
                <a:gd name="connsiteX1" fmla="*/ 0 w 46980"/>
                <a:gd name="connsiteY1" fmla="*/ 81295 h 8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980" h="81294">
                  <a:moveTo>
                    <a:pt x="46980" y="0"/>
                  </a:moveTo>
                  <a:lnTo>
                    <a:pt x="0" y="81295"/>
                  </a:lnTo>
                </a:path>
              </a:pathLst>
            </a:custGeom>
            <a:ln w="12700" cap="rnd">
              <a:solidFill>
                <a:schemeClr val="bg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B56A317-88D8-4166-A266-6356D5B0F1E1}"/>
                </a:ext>
              </a:extLst>
            </p:cNvPr>
            <p:cNvSpPr/>
            <p:nvPr/>
          </p:nvSpPr>
          <p:spPr>
            <a:xfrm>
              <a:off x="8123095" y="434366"/>
              <a:ext cx="509776" cy="597988"/>
            </a:xfrm>
            <a:custGeom>
              <a:avLst/>
              <a:gdLst>
                <a:gd name="connsiteX0" fmla="*/ 509777 w 509776"/>
                <a:gd name="connsiteY0" fmla="*/ 260593 h 597988"/>
                <a:gd name="connsiteX1" fmla="*/ 315029 w 509776"/>
                <a:gd name="connsiteY1" fmla="*/ 597988 h 597988"/>
                <a:gd name="connsiteX2" fmla="*/ 0 w 509776"/>
                <a:gd name="connsiteY2" fmla="*/ 416086 h 597988"/>
                <a:gd name="connsiteX3" fmla="*/ 240201 w 509776"/>
                <a:gd name="connsiteY3" fmla="*/ 0 h 597988"/>
                <a:gd name="connsiteX4" fmla="*/ 476540 w 509776"/>
                <a:gd name="connsiteY4" fmla="*/ 136449 h 597988"/>
                <a:gd name="connsiteX5" fmla="*/ 431087 w 509776"/>
                <a:gd name="connsiteY5" fmla="*/ 215139 h 597988"/>
                <a:gd name="connsiteX6" fmla="*/ 509777 w 509776"/>
                <a:gd name="connsiteY6" fmla="*/ 260593 h 59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776" h="597988">
                  <a:moveTo>
                    <a:pt x="509777" y="260593"/>
                  </a:moveTo>
                  <a:lnTo>
                    <a:pt x="315029" y="597988"/>
                  </a:lnTo>
                  <a:lnTo>
                    <a:pt x="0" y="416086"/>
                  </a:lnTo>
                  <a:lnTo>
                    <a:pt x="240201" y="0"/>
                  </a:lnTo>
                  <a:lnTo>
                    <a:pt x="476540" y="136449"/>
                  </a:lnTo>
                  <a:lnTo>
                    <a:pt x="431087" y="215139"/>
                  </a:lnTo>
                  <a:lnTo>
                    <a:pt x="509777" y="260593"/>
                  </a:lnTo>
                  <a:close/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E8B41BC-71C8-4ACD-92F0-C14B24341FC7}"/>
                </a:ext>
              </a:extLst>
            </p:cNvPr>
            <p:cNvSpPr/>
            <p:nvPr/>
          </p:nvSpPr>
          <p:spPr>
            <a:xfrm>
              <a:off x="8405156" y="425743"/>
              <a:ext cx="322214" cy="591700"/>
            </a:xfrm>
            <a:custGeom>
              <a:avLst/>
              <a:gdLst>
                <a:gd name="connsiteX0" fmla="*/ 0 w 322214"/>
                <a:gd name="connsiteY0" fmla="*/ 31170 h 591700"/>
                <a:gd name="connsiteX1" fmla="*/ 17966 w 322214"/>
                <a:gd name="connsiteY1" fmla="*/ 0 h 591700"/>
                <a:gd name="connsiteX2" fmla="*/ 246130 w 322214"/>
                <a:gd name="connsiteY2" fmla="*/ 131778 h 591700"/>
                <a:gd name="connsiteX3" fmla="*/ 322215 w 322214"/>
                <a:gd name="connsiteY3" fmla="*/ 175705 h 591700"/>
                <a:gd name="connsiteX4" fmla="*/ 276762 w 322214"/>
                <a:gd name="connsiteY4" fmla="*/ 254394 h 591700"/>
                <a:gd name="connsiteX5" fmla="*/ 82013 w 322214"/>
                <a:gd name="connsiteY5" fmla="*/ 591700 h 591700"/>
                <a:gd name="connsiteX6" fmla="*/ 51651 w 322214"/>
                <a:gd name="connsiteY6" fmla="*/ 574184 h 59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214" h="591700">
                  <a:moveTo>
                    <a:pt x="0" y="31170"/>
                  </a:moveTo>
                  <a:lnTo>
                    <a:pt x="17966" y="0"/>
                  </a:lnTo>
                  <a:lnTo>
                    <a:pt x="246130" y="131778"/>
                  </a:lnTo>
                  <a:lnTo>
                    <a:pt x="322215" y="175705"/>
                  </a:lnTo>
                  <a:lnTo>
                    <a:pt x="276762" y="254394"/>
                  </a:lnTo>
                  <a:lnTo>
                    <a:pt x="82013" y="591700"/>
                  </a:lnTo>
                  <a:lnTo>
                    <a:pt x="51651" y="574184"/>
                  </a:lnTo>
                </a:path>
              </a:pathLst>
            </a:custGeom>
            <a:noFill/>
            <a:ln w="12700" cap="rnd">
              <a:solidFill>
                <a:schemeClr val="bg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E253416-06C5-44A1-B7A4-88E17CBEC026}"/>
                </a:ext>
              </a:extLst>
            </p:cNvPr>
            <p:cNvSpPr/>
            <p:nvPr/>
          </p:nvSpPr>
          <p:spPr>
            <a:xfrm>
              <a:off x="8554182" y="570816"/>
              <a:ext cx="78869" cy="124143"/>
            </a:xfrm>
            <a:custGeom>
              <a:avLst/>
              <a:gdLst>
                <a:gd name="connsiteX0" fmla="*/ 78869 w 78869"/>
                <a:gd name="connsiteY0" fmla="*/ 123784 h 124143"/>
                <a:gd name="connsiteX1" fmla="*/ 78690 w 78869"/>
                <a:gd name="connsiteY1" fmla="*/ 124143 h 124143"/>
                <a:gd name="connsiteX2" fmla="*/ 0 w 78869"/>
                <a:gd name="connsiteY2" fmla="*/ 78690 h 124143"/>
                <a:gd name="connsiteX3" fmla="*/ 45453 w 78869"/>
                <a:gd name="connsiteY3" fmla="*/ 0 h 124143"/>
                <a:gd name="connsiteX4" fmla="*/ 45633 w 78869"/>
                <a:gd name="connsiteY4" fmla="*/ 180 h 124143"/>
                <a:gd name="connsiteX5" fmla="*/ 78869 w 78869"/>
                <a:gd name="connsiteY5" fmla="*/ 123784 h 12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69" h="124143">
                  <a:moveTo>
                    <a:pt x="78869" y="123784"/>
                  </a:moveTo>
                  <a:lnTo>
                    <a:pt x="78690" y="124143"/>
                  </a:lnTo>
                  <a:lnTo>
                    <a:pt x="0" y="78690"/>
                  </a:lnTo>
                  <a:lnTo>
                    <a:pt x="45453" y="0"/>
                  </a:lnTo>
                  <a:lnTo>
                    <a:pt x="45633" y="180"/>
                  </a:lnTo>
                  <a:lnTo>
                    <a:pt x="78869" y="123784"/>
                  </a:lnTo>
                  <a:close/>
                </a:path>
              </a:pathLst>
            </a:custGeom>
            <a:solidFill>
              <a:schemeClr val="accent2"/>
            </a:solidFill>
            <a:ln w="12700" cap="rnd">
              <a:solidFill>
                <a:schemeClr val="bg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0" name="Graphic 731">
              <a:extLst>
                <a:ext uri="{FF2B5EF4-FFF2-40B4-BE49-F238E27FC236}">
                  <a16:creationId xmlns:a16="http://schemas.microsoft.com/office/drawing/2014/main" id="{33371C0B-1F0C-4291-B36E-B92CADE1A63D}"/>
                </a:ext>
              </a:extLst>
            </p:cNvPr>
            <p:cNvGrpSpPr/>
            <p:nvPr/>
          </p:nvGrpSpPr>
          <p:grpSpPr>
            <a:xfrm>
              <a:off x="8236009" y="575128"/>
              <a:ext cx="298140" cy="269665"/>
              <a:chOff x="8236009" y="575128"/>
              <a:chExt cx="298140" cy="269665"/>
            </a:xfrm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11C98793-38EB-4C9F-96D7-F02B0A5414F3}"/>
                  </a:ext>
                </a:extLst>
              </p:cNvPr>
              <p:cNvSpPr/>
              <p:nvPr/>
            </p:nvSpPr>
            <p:spPr>
              <a:xfrm>
                <a:off x="8345420" y="575128"/>
                <a:ext cx="188729" cy="108961"/>
              </a:xfrm>
              <a:custGeom>
                <a:avLst/>
                <a:gdLst>
                  <a:gd name="connsiteX0" fmla="*/ 0 w 188729"/>
                  <a:gd name="connsiteY0" fmla="*/ 0 h 108961"/>
                  <a:gd name="connsiteX1" fmla="*/ 188730 w 188729"/>
                  <a:gd name="connsiteY1" fmla="*/ 108962 h 108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729" h="108961">
                    <a:moveTo>
                      <a:pt x="0" y="0"/>
                    </a:moveTo>
                    <a:lnTo>
                      <a:pt x="188730" y="108962"/>
                    </a:lnTo>
                  </a:path>
                </a:pathLst>
              </a:custGeom>
              <a:ln w="1270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6671DC1-2ACE-48A1-ADE4-A0F60CB6273E}"/>
                  </a:ext>
                </a:extLst>
              </p:cNvPr>
              <p:cNvSpPr/>
              <p:nvPr/>
            </p:nvSpPr>
            <p:spPr>
              <a:xfrm>
                <a:off x="8323502" y="613035"/>
                <a:ext cx="188819" cy="108961"/>
              </a:xfrm>
              <a:custGeom>
                <a:avLst/>
                <a:gdLst>
                  <a:gd name="connsiteX0" fmla="*/ 0 w 188819"/>
                  <a:gd name="connsiteY0" fmla="*/ 0 h 108961"/>
                  <a:gd name="connsiteX1" fmla="*/ 188820 w 188819"/>
                  <a:gd name="connsiteY1" fmla="*/ 108962 h 108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819" h="108961">
                    <a:moveTo>
                      <a:pt x="0" y="0"/>
                    </a:moveTo>
                    <a:lnTo>
                      <a:pt x="188820" y="108962"/>
                    </a:lnTo>
                  </a:path>
                </a:pathLst>
              </a:custGeom>
              <a:ln w="1270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6B50E639-96D7-4092-9549-C130FE617CA7}"/>
                  </a:ext>
                </a:extLst>
              </p:cNvPr>
              <p:cNvSpPr/>
              <p:nvPr/>
            </p:nvSpPr>
            <p:spPr>
              <a:xfrm>
                <a:off x="8301674" y="650943"/>
                <a:ext cx="188729" cy="108961"/>
              </a:xfrm>
              <a:custGeom>
                <a:avLst/>
                <a:gdLst>
                  <a:gd name="connsiteX0" fmla="*/ 0 w 188729"/>
                  <a:gd name="connsiteY0" fmla="*/ 0 h 108961"/>
                  <a:gd name="connsiteX1" fmla="*/ 188730 w 188729"/>
                  <a:gd name="connsiteY1" fmla="*/ 108962 h 108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729" h="108961">
                    <a:moveTo>
                      <a:pt x="0" y="0"/>
                    </a:moveTo>
                    <a:lnTo>
                      <a:pt x="188730" y="108962"/>
                    </a:lnTo>
                  </a:path>
                </a:pathLst>
              </a:custGeom>
              <a:ln w="1270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E27CC635-584C-4526-B12C-6507F4927A1C}"/>
                  </a:ext>
                </a:extLst>
              </p:cNvPr>
              <p:cNvSpPr/>
              <p:nvPr/>
            </p:nvSpPr>
            <p:spPr>
              <a:xfrm>
                <a:off x="8279755" y="688761"/>
                <a:ext cx="188819" cy="109051"/>
              </a:xfrm>
              <a:custGeom>
                <a:avLst/>
                <a:gdLst>
                  <a:gd name="connsiteX0" fmla="*/ 0 w 188819"/>
                  <a:gd name="connsiteY0" fmla="*/ 0 h 109051"/>
                  <a:gd name="connsiteX1" fmla="*/ 188819 w 188819"/>
                  <a:gd name="connsiteY1" fmla="*/ 10905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819" h="109051">
                    <a:moveTo>
                      <a:pt x="0" y="0"/>
                    </a:moveTo>
                    <a:lnTo>
                      <a:pt x="188819" y="109052"/>
                    </a:lnTo>
                  </a:path>
                </a:pathLst>
              </a:custGeom>
              <a:ln w="1270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28C02F0-BF1F-44EC-B721-A818D481FF09}"/>
                  </a:ext>
                </a:extLst>
              </p:cNvPr>
              <p:cNvSpPr/>
              <p:nvPr/>
            </p:nvSpPr>
            <p:spPr>
              <a:xfrm>
                <a:off x="8257927" y="726668"/>
                <a:ext cx="188729" cy="109051"/>
              </a:xfrm>
              <a:custGeom>
                <a:avLst/>
                <a:gdLst>
                  <a:gd name="connsiteX0" fmla="*/ 0 w 188729"/>
                  <a:gd name="connsiteY0" fmla="*/ 0 h 109051"/>
                  <a:gd name="connsiteX1" fmla="*/ 188730 w 188729"/>
                  <a:gd name="connsiteY1" fmla="*/ 10905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729" h="109051">
                    <a:moveTo>
                      <a:pt x="0" y="0"/>
                    </a:moveTo>
                    <a:lnTo>
                      <a:pt x="188730" y="109052"/>
                    </a:lnTo>
                  </a:path>
                </a:pathLst>
              </a:custGeom>
              <a:ln w="1270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D5BB23C-D1B8-4EBB-A7A5-4F6D7059AB0C}"/>
                  </a:ext>
                </a:extLst>
              </p:cNvPr>
              <p:cNvSpPr/>
              <p:nvPr/>
            </p:nvSpPr>
            <p:spPr>
              <a:xfrm>
                <a:off x="8236009" y="764576"/>
                <a:ext cx="138964" cy="80216"/>
              </a:xfrm>
              <a:custGeom>
                <a:avLst/>
                <a:gdLst>
                  <a:gd name="connsiteX0" fmla="*/ 0 w 138964"/>
                  <a:gd name="connsiteY0" fmla="*/ 0 h 80216"/>
                  <a:gd name="connsiteX1" fmla="*/ 138965 w 138964"/>
                  <a:gd name="connsiteY1" fmla="*/ 80217 h 8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8964" h="80216">
                    <a:moveTo>
                      <a:pt x="0" y="0"/>
                    </a:moveTo>
                    <a:lnTo>
                      <a:pt x="138965" y="80217"/>
                    </a:lnTo>
                  </a:path>
                </a:pathLst>
              </a:custGeom>
              <a:ln w="1270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6DDAAC5-58F4-449C-858B-6B74A31F3AA1}"/>
              </a:ext>
            </a:extLst>
          </p:cNvPr>
          <p:cNvGrpSpPr/>
          <p:nvPr/>
        </p:nvGrpSpPr>
        <p:grpSpPr>
          <a:xfrm>
            <a:off x="385086" y="5349464"/>
            <a:ext cx="468339" cy="604507"/>
            <a:chOff x="4785762" y="2070819"/>
            <a:chExt cx="1395582" cy="1801343"/>
          </a:xfrm>
        </p:grpSpPr>
        <p:grpSp>
          <p:nvGrpSpPr>
            <p:cNvPr id="108" name="Group 9">
              <a:extLst>
                <a:ext uri="{FF2B5EF4-FFF2-40B4-BE49-F238E27FC236}">
                  <a16:creationId xmlns:a16="http://schemas.microsoft.com/office/drawing/2014/main" id="{00A0C76F-7EE9-4C97-AFDD-1A3344E65C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00000">
              <a:off x="5015735" y="2576444"/>
              <a:ext cx="1080265" cy="1039686"/>
              <a:chOff x="2362" y="737"/>
              <a:chExt cx="2955" cy="2844"/>
            </a:xfrm>
          </p:grpSpPr>
          <p:sp>
            <p:nvSpPr>
              <p:cNvPr id="112" name="Freeform 10">
                <a:extLst>
                  <a:ext uri="{FF2B5EF4-FFF2-40B4-BE49-F238E27FC236}">
                    <a16:creationId xmlns:a16="http://schemas.microsoft.com/office/drawing/2014/main" id="{F3C617EE-C458-43D3-A6DF-F9E461248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737"/>
                <a:ext cx="1821" cy="1079"/>
              </a:xfrm>
              <a:custGeom>
                <a:avLst/>
                <a:gdLst>
                  <a:gd name="T0" fmla="*/ 0 w 767"/>
                  <a:gd name="T1" fmla="*/ 454 h 454"/>
                  <a:gd name="T2" fmla="*/ 446 w 767"/>
                  <a:gd name="T3" fmla="*/ 151 h 454"/>
                  <a:gd name="T4" fmla="*/ 767 w 767"/>
                  <a:gd name="T5" fmla="*/ 169 h 454"/>
                  <a:gd name="T6" fmla="*/ 545 w 767"/>
                  <a:gd name="T7" fmla="*/ 0 h 454"/>
                  <a:gd name="T8" fmla="*/ 767 w 767"/>
                  <a:gd name="T9" fmla="*/ 169 h 454"/>
                  <a:gd name="T10" fmla="*/ 540 w 767"/>
                  <a:gd name="T11" fmla="*/ 342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67" h="454">
                    <a:moveTo>
                      <a:pt x="0" y="454"/>
                    </a:moveTo>
                    <a:cubicBezTo>
                      <a:pt x="101" y="320"/>
                      <a:pt x="249" y="138"/>
                      <a:pt x="446" y="151"/>
                    </a:cubicBezTo>
                    <a:cubicBezTo>
                      <a:pt x="534" y="151"/>
                      <a:pt x="767" y="169"/>
                      <a:pt x="767" y="169"/>
                    </a:cubicBezTo>
                    <a:cubicBezTo>
                      <a:pt x="545" y="0"/>
                      <a:pt x="545" y="0"/>
                      <a:pt x="545" y="0"/>
                    </a:cubicBezTo>
                    <a:cubicBezTo>
                      <a:pt x="767" y="169"/>
                      <a:pt x="767" y="169"/>
                      <a:pt x="767" y="169"/>
                    </a:cubicBezTo>
                    <a:cubicBezTo>
                      <a:pt x="540" y="342"/>
                      <a:pt x="540" y="342"/>
                      <a:pt x="540" y="342"/>
                    </a:cubicBezTo>
                  </a:path>
                </a:pathLst>
              </a:custGeom>
              <a:noFill/>
              <a:ln w="1270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Freeform 11">
                <a:extLst>
                  <a:ext uri="{FF2B5EF4-FFF2-40B4-BE49-F238E27FC236}">
                    <a16:creationId xmlns:a16="http://schemas.microsoft.com/office/drawing/2014/main" id="{077ED2A2-4877-46D4-9F61-EB2EA7057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877"/>
                <a:ext cx="2704" cy="2704"/>
              </a:xfrm>
              <a:custGeom>
                <a:avLst/>
                <a:gdLst>
                  <a:gd name="T0" fmla="*/ 99 w 1138"/>
                  <a:gd name="T1" fmla="*/ 0 h 1138"/>
                  <a:gd name="T2" fmla="*/ 0 w 1138"/>
                  <a:gd name="T3" fmla="*/ 98 h 1138"/>
                  <a:gd name="T4" fmla="*/ 0 w 1138"/>
                  <a:gd name="T5" fmla="*/ 1039 h 1138"/>
                  <a:gd name="T6" fmla="*/ 99 w 1138"/>
                  <a:gd name="T7" fmla="*/ 1138 h 1138"/>
                  <a:gd name="T8" fmla="*/ 1040 w 1138"/>
                  <a:gd name="T9" fmla="*/ 1138 h 1138"/>
                  <a:gd name="T10" fmla="*/ 1138 w 1138"/>
                  <a:gd name="T11" fmla="*/ 1039 h 1138"/>
                  <a:gd name="T12" fmla="*/ 1138 w 1138"/>
                  <a:gd name="T13" fmla="*/ 427 h 1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38" h="1138">
                    <a:moveTo>
                      <a:pt x="99" y="0"/>
                    </a:moveTo>
                    <a:cubicBezTo>
                      <a:pt x="44" y="0"/>
                      <a:pt x="0" y="44"/>
                      <a:pt x="0" y="98"/>
                    </a:cubicBezTo>
                    <a:cubicBezTo>
                      <a:pt x="0" y="1039"/>
                      <a:pt x="0" y="1039"/>
                      <a:pt x="0" y="1039"/>
                    </a:cubicBezTo>
                    <a:cubicBezTo>
                      <a:pt x="0" y="1094"/>
                      <a:pt x="44" y="1138"/>
                      <a:pt x="99" y="1138"/>
                    </a:cubicBezTo>
                    <a:cubicBezTo>
                      <a:pt x="1040" y="1138"/>
                      <a:pt x="1040" y="1138"/>
                      <a:pt x="1040" y="1138"/>
                    </a:cubicBezTo>
                    <a:cubicBezTo>
                      <a:pt x="1094" y="1138"/>
                      <a:pt x="1138" y="1094"/>
                      <a:pt x="1138" y="1039"/>
                    </a:cubicBezTo>
                    <a:cubicBezTo>
                      <a:pt x="1138" y="427"/>
                      <a:pt x="1138" y="427"/>
                      <a:pt x="1138" y="427"/>
                    </a:cubicBezTo>
                  </a:path>
                </a:pathLst>
              </a:custGeom>
              <a:noFill/>
              <a:ln w="12700" cap="rnd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Line 12">
                <a:extLst>
                  <a:ext uri="{FF2B5EF4-FFF2-40B4-BE49-F238E27FC236}">
                    <a16:creationId xmlns:a16="http://schemas.microsoft.com/office/drawing/2014/main" id="{B89CD559-27A0-497E-98F8-8FA775B5A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1" y="877"/>
                <a:ext cx="1093" cy="0"/>
              </a:xfrm>
              <a:prstGeom prst="line">
                <a:avLst/>
              </a:prstGeom>
              <a:noFill/>
              <a:ln w="12700" cap="rnd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EC3692E-EC1D-4FE6-A013-1A72C59D6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762" y="2070819"/>
              <a:ext cx="493374" cy="794301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9375822-680C-4D88-8610-41F263DE8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0511" y="2365248"/>
              <a:ext cx="165255" cy="266050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BC78E27-4E04-44D6-A022-71BDB3F3F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3935" y="3441651"/>
              <a:ext cx="267409" cy="430511"/>
            </a:xfrm>
            <a:prstGeom prst="line">
              <a:avLst/>
            </a:prstGeom>
            <a:noFill/>
            <a:ln w="12700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306999338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rtlCol="0" anchor="ctr"/>
      <a:lstStyle>
        <a:defPPr algn="ctr">
          <a:defRPr sz="12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677dc8-5d48-4172-a0f7-8caa86e594ca">
      <Terms xmlns="http://schemas.microsoft.com/office/infopath/2007/PartnerControls"/>
    </lcf76f155ced4ddcb4097134ff3c332f>
    <TaxCatchAll xmlns="018ae51e-e50b-4164-b6ec-f6a1266956f6" xsi:nil="true"/>
    <SharedWithUsers xmlns="018ae51e-e50b-4164-b6ec-f6a1266956f6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DD271887131D4BABC2898D91048802" ma:contentTypeVersion="19" ma:contentTypeDescription="Create a new document." ma:contentTypeScope="" ma:versionID="6a1d324dfa089eb70baa0448beb3a1ac">
  <xsd:schema xmlns:xsd="http://www.w3.org/2001/XMLSchema" xmlns:xs="http://www.w3.org/2001/XMLSchema" xmlns:p="http://schemas.microsoft.com/office/2006/metadata/properties" xmlns:ns2="ec677dc8-5d48-4172-a0f7-8caa86e594ca" xmlns:ns3="018ae51e-e50b-4164-b6ec-f6a1266956f6" targetNamespace="http://schemas.microsoft.com/office/2006/metadata/properties" ma:root="true" ma:fieldsID="86457107b92944a11fefe88e8a831d59" ns2:_="" ns3:_="">
    <xsd:import namespace="ec677dc8-5d48-4172-a0f7-8caa86e594ca"/>
    <xsd:import namespace="018ae51e-e50b-4164-b6ec-f6a1266956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677dc8-5d48-4172-a0f7-8caa86e59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8ae51e-e50b-4164-b6ec-f6a1266956f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338c4b2-96c0-43c5-beb6-21a57a0c4d15}" ma:internalName="TaxCatchAll" ma:showField="CatchAllData" ma:web="018ae51e-e50b-4164-b6ec-f6a126695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F3EB76-8CD1-42DC-A5B4-0C9E7E64B257}">
  <ds:schemaRefs>
    <ds:schemaRef ds:uri="018ae51e-e50b-4164-b6ec-f6a1266956f6"/>
    <ds:schemaRef ds:uri="129c0084-c7fc-4643-8158-88ab432b6090"/>
    <ds:schemaRef ds:uri="63ddf083-dc0d-4b47-968a-e5dd1503d41d"/>
    <ds:schemaRef ds:uri="ec677dc8-5d48-4172-a0f7-8caa86e594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7560ACD-5BB7-4106-9F72-46ED6C1BDC9B}">
  <ds:schemaRefs>
    <ds:schemaRef ds:uri="018ae51e-e50b-4164-b6ec-f6a1266956f6"/>
    <ds:schemaRef ds:uri="ec677dc8-5d48-4172-a0f7-8caa86e594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1_Title Pages</vt:lpstr>
      <vt:lpstr>2_Dividers</vt:lpstr>
      <vt:lpstr>3_Main Content Pages</vt:lpstr>
      <vt:lpstr>4_Main Content - Dark</vt:lpstr>
      <vt:lpstr>Excel Challenge</vt:lpstr>
      <vt:lpstr>This JMAN-style problem is designed to put your Excel skills into practice in a project context </vt:lpstr>
      <vt:lpstr>The challenge will exercise your data manipulation skills, problem solving and ability to transform a dataset into meaningful insight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 Grew</dc:creator>
  <cp:revision>1</cp:revision>
  <dcterms:created xsi:type="dcterms:W3CDTF">2022-05-23T09:35:25Z</dcterms:created>
  <dcterms:modified xsi:type="dcterms:W3CDTF">2025-07-23T08:31:26Z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0x01010060DD271887131D4BABC2898D91048802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xd_Signature">
    <vt:bool>false</vt:bool>
  </property>
  <property fmtid="{D5CDD505-2E9C-101B-9397-08002B2CF9AE}" pid="11" name="TriggerFlowInfo">
    <vt:lpwstr/>
  </property>
  <property fmtid="{D5CDD505-2E9C-101B-9397-08002B2CF9AE}" pid="12" name="Order">
    <vt:r8>337500</vt:r8>
  </property>
</Properties>
</file>