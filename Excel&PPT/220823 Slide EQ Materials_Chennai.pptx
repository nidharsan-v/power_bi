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99" r:id="rId5"/>
    <p:sldMasterId id="2147483659" r:id="rId6"/>
    <p:sldMasterId id="2147483684" r:id="rId7"/>
  </p:sldMasterIdLst>
  <p:notesMasterIdLst>
    <p:notesMasterId r:id="rId27"/>
  </p:notesMasterIdLst>
  <p:handoutMasterIdLst>
    <p:handoutMasterId r:id="rId28"/>
  </p:handoutMasterIdLst>
  <p:sldIdLst>
    <p:sldId id="268" r:id="rId8"/>
    <p:sldId id="361" r:id="rId9"/>
    <p:sldId id="321" r:id="rId10"/>
    <p:sldId id="359" r:id="rId11"/>
    <p:sldId id="358" r:id="rId12"/>
    <p:sldId id="322" r:id="rId13"/>
    <p:sldId id="324" r:id="rId14"/>
    <p:sldId id="360" r:id="rId15"/>
    <p:sldId id="263" r:id="rId16"/>
    <p:sldId id="338" r:id="rId17"/>
    <p:sldId id="371" r:id="rId18"/>
    <p:sldId id="362" r:id="rId19"/>
    <p:sldId id="363" r:id="rId20"/>
    <p:sldId id="364" r:id="rId21"/>
    <p:sldId id="365" r:id="rId22"/>
    <p:sldId id="366" r:id="rId23"/>
    <p:sldId id="372" r:id="rId24"/>
    <p:sldId id="374" r:id="rId25"/>
    <p:sldId id="373" r:id="rId26"/>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initials="SK" lastIdx="1" clrIdx="0">
    <p:extLst>
      <p:ext uri="{19B8F6BF-5375-455C-9EA6-DF929625EA0E}">
        <p15:presenceInfo xmlns:p15="http://schemas.microsoft.com/office/powerpoint/2012/main" userId="S::sathishkumar@imitorgraphica.com::13cfecb2-67b5-47b5-8917-124861ec63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05B"/>
    <a:srgbClr val="120A33"/>
    <a:srgbClr val="C1BAF3"/>
    <a:srgbClr val="FFDFEA"/>
    <a:srgbClr val="73EAE1"/>
    <a:srgbClr val="83E2E1"/>
    <a:srgbClr val="93CAE0"/>
    <a:srgbClr val="86DFE0"/>
    <a:srgbClr val="616161"/>
    <a:srgbClr val="95C4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amie\Documents\VodafoneDash\170517ShinySpeedAnalysis.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857533497053032"/>
          <c:y val="0.10990395495474449"/>
          <c:w val="0.58917636561852293"/>
          <c:h val="0.85676571309596106"/>
        </c:manualLayout>
      </c:layout>
      <c:barChart>
        <c:barDir val="bar"/>
        <c:grouping val="stacked"/>
        <c:varyColors val="0"/>
        <c:ser>
          <c:idx val="0"/>
          <c:order val="0"/>
          <c:tx>
            <c:strRef>
              <c:f>Sheet1!$B$1</c:f>
              <c:strCache>
                <c:ptCount val="1"/>
                <c:pt idx="0">
                  <c:v>Traditional media</c:v>
                </c:pt>
              </c:strCache>
            </c:strRef>
          </c:tx>
          <c:spPr>
            <a:solidFill>
              <a:schemeClr val="bg2"/>
            </a:solidFill>
            <a:ln>
              <a:noFill/>
            </a:ln>
            <a:effectLst/>
          </c:spPr>
          <c:invertIfNegative val="0"/>
          <c:cat>
            <c:strRef>
              <c:f>Sheet1!$A$6:$A$11</c:f>
              <c:strCache>
                <c:ptCount val="6"/>
                <c:pt idx="0">
                  <c:v>American Airlines</c:v>
                </c:pt>
                <c:pt idx="1">
                  <c:v>Air France/KLM</c:v>
                </c:pt>
                <c:pt idx="2">
                  <c:v>Qantas</c:v>
                </c:pt>
                <c:pt idx="3">
                  <c:v>Delta</c:v>
                </c:pt>
                <c:pt idx="4">
                  <c:v>Lufthansa</c:v>
                </c:pt>
                <c:pt idx="5">
                  <c:v>United</c:v>
                </c:pt>
              </c:strCache>
            </c:strRef>
          </c:cat>
          <c:val>
            <c:numRef>
              <c:f>Sheet1!$B$6:$B$11</c:f>
              <c:numCache>
                <c:formatCode>General</c:formatCode>
                <c:ptCount val="6"/>
                <c:pt idx="0">
                  <c:v>160</c:v>
                </c:pt>
                <c:pt idx="1">
                  <c:v>199</c:v>
                </c:pt>
                <c:pt idx="2">
                  <c:v>444</c:v>
                </c:pt>
                <c:pt idx="3">
                  <c:v>535</c:v>
                </c:pt>
                <c:pt idx="4">
                  <c:v>536</c:v>
                </c:pt>
                <c:pt idx="5">
                  <c:v>645</c:v>
                </c:pt>
              </c:numCache>
            </c:numRef>
          </c:val>
          <c:extLst>
            <c:ext xmlns:c16="http://schemas.microsoft.com/office/drawing/2014/chart" uri="{C3380CC4-5D6E-409C-BE32-E72D297353CC}">
              <c16:uniqueId val="{00000000-5123-FE4F-AE2F-1D7FC5150289}"/>
            </c:ext>
          </c:extLst>
        </c:ser>
        <c:ser>
          <c:idx val="1"/>
          <c:order val="1"/>
          <c:tx>
            <c:strRef>
              <c:f>Sheet1!$C$1</c:f>
              <c:strCache>
                <c:ptCount val="1"/>
                <c:pt idx="0">
                  <c:v>Online</c:v>
                </c:pt>
              </c:strCache>
            </c:strRef>
          </c:tx>
          <c:spPr>
            <a:solidFill>
              <a:schemeClr val="accent1"/>
            </a:solidFill>
            <a:ln>
              <a:noFill/>
            </a:ln>
            <a:effectLst/>
          </c:spPr>
          <c:invertIfNegative val="0"/>
          <c:cat>
            <c:strRef>
              <c:f>Sheet1!$A$6:$A$11</c:f>
              <c:strCache>
                <c:ptCount val="6"/>
                <c:pt idx="0">
                  <c:v>American Airlines</c:v>
                </c:pt>
                <c:pt idx="1">
                  <c:v>Air France/KLM</c:v>
                </c:pt>
                <c:pt idx="2">
                  <c:v>Qantas</c:v>
                </c:pt>
                <c:pt idx="3">
                  <c:v>Delta</c:v>
                </c:pt>
                <c:pt idx="4">
                  <c:v>Lufthansa</c:v>
                </c:pt>
                <c:pt idx="5">
                  <c:v>United</c:v>
                </c:pt>
              </c:strCache>
            </c:strRef>
          </c:cat>
          <c:val>
            <c:numRef>
              <c:f>Sheet1!$C$6:$C$11</c:f>
              <c:numCache>
                <c:formatCode>General</c:formatCode>
                <c:ptCount val="6"/>
                <c:pt idx="0">
                  <c:v>70</c:v>
                </c:pt>
                <c:pt idx="1">
                  <c:v>60</c:v>
                </c:pt>
                <c:pt idx="2">
                  <c:v>60</c:v>
                </c:pt>
                <c:pt idx="3">
                  <c:v>70</c:v>
                </c:pt>
                <c:pt idx="4">
                  <c:v>536</c:v>
                </c:pt>
                <c:pt idx="5">
                  <c:v>645</c:v>
                </c:pt>
              </c:numCache>
            </c:numRef>
          </c:val>
          <c:extLst>
            <c:ext xmlns:c16="http://schemas.microsoft.com/office/drawing/2014/chart" uri="{C3380CC4-5D6E-409C-BE32-E72D297353CC}">
              <c16:uniqueId val="{00000003-0551-4A22-88DB-E3CABA602B67}"/>
            </c:ext>
          </c:extLst>
        </c:ser>
        <c:ser>
          <c:idx val="2"/>
          <c:order val="2"/>
          <c:tx>
            <c:strRef>
              <c:f>Sheet1!$D$1</c:f>
              <c:strCache>
                <c:ptCount val="1"/>
                <c:pt idx="0">
                  <c:v>Column2</c:v>
                </c:pt>
              </c:strCache>
            </c:strRef>
          </c:tx>
          <c:spPr>
            <a:noFill/>
            <a:ln>
              <a:noFill/>
            </a:ln>
            <a:effectLst/>
          </c:spPr>
          <c:invertIfNegative val="0"/>
          <c:dLbls>
            <c:dLbl>
              <c:idx val="0"/>
              <c:tx>
                <c:rich>
                  <a:bodyPr/>
                  <a:lstStyle/>
                  <a:p>
                    <a:fld id="{DDB7D2B2-F8A4-4E89-9128-F45316737D26}" type="CELLRANGE">
                      <a:rPr lang="en-US"/>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1BF1-4FE3-A60A-0AAD006C74B1}"/>
                </c:ext>
              </c:extLst>
            </c:dLbl>
            <c:dLbl>
              <c:idx val="1"/>
              <c:tx>
                <c:rich>
                  <a:bodyPr/>
                  <a:lstStyle/>
                  <a:p>
                    <a:fld id="{40EA2C9E-8ED0-4FC0-8FA4-E43799970EE6}" type="CELLRANGE">
                      <a:rPr lang="en-IN"/>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1BF1-4FE3-A60A-0AAD006C74B1}"/>
                </c:ext>
              </c:extLst>
            </c:dLbl>
            <c:dLbl>
              <c:idx val="2"/>
              <c:tx>
                <c:rich>
                  <a:bodyPr/>
                  <a:lstStyle/>
                  <a:p>
                    <a:fld id="{ABE9D494-6BC3-4F65-99F1-C4FD25243D22}" type="CELLRANGE">
                      <a:rPr lang="en-IN"/>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1BF1-4FE3-A60A-0AAD006C74B1}"/>
                </c:ext>
              </c:extLst>
            </c:dLbl>
            <c:dLbl>
              <c:idx val="3"/>
              <c:tx>
                <c:rich>
                  <a:bodyPr/>
                  <a:lstStyle/>
                  <a:p>
                    <a:fld id="{5ED28783-45D5-4C30-B374-F59167D85829}" type="CELLRANGE">
                      <a:rPr lang="en-IN"/>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1BF1-4FE3-A60A-0AAD006C74B1}"/>
                </c:ext>
              </c:extLst>
            </c:dLbl>
            <c:dLbl>
              <c:idx val="4"/>
              <c:tx>
                <c:rich>
                  <a:bodyPr/>
                  <a:lstStyle/>
                  <a:p>
                    <a:fld id="{8E04A344-3048-4C7E-A4E7-DD511BE0D0A1}" type="CELLRANGE">
                      <a:rPr lang="en-IN"/>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1BF1-4FE3-A60A-0AAD006C74B1}"/>
                </c:ext>
              </c:extLst>
            </c:dLbl>
            <c:dLbl>
              <c:idx val="5"/>
              <c:tx>
                <c:rich>
                  <a:bodyPr/>
                  <a:lstStyle/>
                  <a:p>
                    <a:fld id="{5109CD8A-3AC4-4F55-A880-E4737CA65966}" type="CELLRANGE">
                      <a:rPr lang="en-IN"/>
                      <a:pPr/>
                      <a:t>[CELLRANGE]</a:t>
                    </a:fld>
                    <a:endParaRPr lang="en-IN"/>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1BF1-4FE3-A60A-0AAD006C74B1}"/>
                </c:ext>
              </c:extLst>
            </c:dLbl>
            <c:spPr>
              <a:noFill/>
              <a:ln>
                <a:noFill/>
              </a:ln>
              <a:effectLst/>
            </c:spPr>
            <c:txPr>
              <a:bodyPr rot="0" spcFirstLastPara="1" vertOverflow="ellipsis" vert="horz" wrap="square" anchor="ctr" anchorCtr="1"/>
              <a:lstStyle/>
              <a:p>
                <a:pPr>
                  <a:defRPr sz="14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Sheet1!$A$6:$A$11</c:f>
              <c:strCache>
                <c:ptCount val="6"/>
                <c:pt idx="0">
                  <c:v>American Airlines</c:v>
                </c:pt>
                <c:pt idx="1">
                  <c:v>Air France/KLM</c:v>
                </c:pt>
                <c:pt idx="2">
                  <c:v>Qantas</c:v>
                </c:pt>
                <c:pt idx="3">
                  <c:v>Delta</c:v>
                </c:pt>
                <c:pt idx="4">
                  <c:v>Lufthansa</c:v>
                </c:pt>
                <c:pt idx="5">
                  <c:v>United</c:v>
                </c:pt>
              </c:strCache>
            </c:strRef>
          </c:cat>
          <c:val>
            <c:numRef>
              <c:f>Sheet1!$D$6:$D$11</c:f>
              <c:numCache>
                <c:formatCode>General</c:formatCode>
                <c:ptCount val="6"/>
                <c:pt idx="0">
                  <c:v>0.1</c:v>
                </c:pt>
                <c:pt idx="1">
                  <c:v>0.1</c:v>
                </c:pt>
                <c:pt idx="2">
                  <c:v>0.1</c:v>
                </c:pt>
                <c:pt idx="3">
                  <c:v>0.1</c:v>
                </c:pt>
                <c:pt idx="4">
                  <c:v>0.1</c:v>
                </c:pt>
                <c:pt idx="5">
                  <c:v>0.1</c:v>
                </c:pt>
              </c:numCache>
            </c:numRef>
          </c:val>
          <c:extLst>
            <c:ext xmlns:c15="http://schemas.microsoft.com/office/drawing/2012/chart" uri="{02D57815-91ED-43cb-92C2-25804820EDAC}">
              <c15:datalabelsRange>
                <c15:f>Sheet1!$F$2:$F$11</c15:f>
                <c15:dlblRangeCache>
                  <c:ptCount val="10"/>
                  <c:pt idx="0">
                    <c:v>124</c:v>
                  </c:pt>
                  <c:pt idx="1">
                    <c:v>130</c:v>
                  </c:pt>
                  <c:pt idx="2">
                    <c:v>180</c:v>
                  </c:pt>
                  <c:pt idx="3">
                    <c:v>195</c:v>
                  </c:pt>
                  <c:pt idx="4">
                    <c:v>230</c:v>
                  </c:pt>
                  <c:pt idx="5">
                    <c:v>259</c:v>
                  </c:pt>
                  <c:pt idx="6">
                    <c:v>504</c:v>
                  </c:pt>
                  <c:pt idx="7">
                    <c:v>605</c:v>
                  </c:pt>
                  <c:pt idx="8">
                    <c:v>1072</c:v>
                  </c:pt>
                  <c:pt idx="9">
                    <c:v>1290</c:v>
                  </c:pt>
                </c15:dlblRangeCache>
              </c15:datalabelsRange>
            </c:ext>
            <c:ext xmlns:c16="http://schemas.microsoft.com/office/drawing/2014/chart" uri="{C3380CC4-5D6E-409C-BE32-E72D297353CC}">
              <c16:uniqueId val="{00000004-0551-4A22-88DB-E3CABA602B67}"/>
            </c:ext>
          </c:extLst>
        </c:ser>
        <c:dLbls>
          <c:showLegendKey val="0"/>
          <c:showVal val="0"/>
          <c:showCatName val="0"/>
          <c:showSerName val="0"/>
          <c:showPercent val="0"/>
          <c:showBubbleSize val="0"/>
        </c:dLbls>
        <c:gapWidth val="81"/>
        <c:overlap val="100"/>
        <c:axId val="932497584"/>
        <c:axId val="932499232"/>
      </c:barChart>
      <c:catAx>
        <c:axId val="932497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crossAx val="932499232"/>
        <c:crosses val="autoZero"/>
        <c:auto val="1"/>
        <c:lblAlgn val="ctr"/>
        <c:lblOffset val="100"/>
        <c:noMultiLvlLbl val="0"/>
      </c:catAx>
      <c:valAx>
        <c:axId val="932499232"/>
        <c:scaling>
          <c:orientation val="minMax"/>
        </c:scaling>
        <c:delete val="1"/>
        <c:axPos val="b"/>
        <c:numFmt formatCode="General" sourceLinked="1"/>
        <c:majorTickMark val="none"/>
        <c:minorTickMark val="none"/>
        <c:tickLblPos val="nextTo"/>
        <c:crossAx val="932497584"/>
        <c:crosses val="autoZero"/>
        <c:crossBetween val="between"/>
      </c:valAx>
      <c:spPr>
        <a:noFill/>
        <a:ln>
          <a:noFill/>
        </a:ln>
        <a:effectLst/>
      </c:spPr>
    </c:plotArea>
    <c:legend>
      <c:legendPos val="r"/>
      <c:legendEntry>
        <c:idx val="2"/>
        <c:delete val="1"/>
      </c:legendEntry>
      <c:layout>
        <c:manualLayout>
          <c:xMode val="edge"/>
          <c:yMode val="edge"/>
          <c:x val="0"/>
          <c:y val="2.0429445890829304E-2"/>
          <c:w val="0.33839391515550882"/>
          <c:h val="5.632471376662281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2"/>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'170517ShinySpeedAnalysis'!$B$1</c:f>
              <c:strCache>
                <c:ptCount val="1"/>
                <c:pt idx="0">
                  <c:v>Response Time</c:v>
                </c:pt>
              </c:strCache>
            </c:strRef>
          </c:tx>
          <c:spPr>
            <a:solidFill>
              <a:schemeClr val="accent1"/>
            </a:solidFill>
            <a:ln>
              <a:noFill/>
            </a:ln>
            <a:effectLst/>
          </c:spPr>
          <c:invertIfNegative val="0"/>
          <c:cat>
            <c:strRef>
              <c:f>'170517ShinySpeedAnalysis'!$A$2:$A$4</c:f>
              <c:strCache>
                <c:ptCount val="3"/>
                <c:pt idx="0">
                  <c:v>Amazon Help</c:v>
                </c:pt>
                <c:pt idx="1">
                  <c:v>WHSmith Support</c:v>
                </c:pt>
                <c:pt idx="2">
                  <c:v>Asda Service Team</c:v>
                </c:pt>
              </c:strCache>
            </c:strRef>
          </c:cat>
          <c:val>
            <c:numRef>
              <c:f>'170517ShinySpeedAnalysis'!$B$2:$B$4</c:f>
              <c:numCache>
                <c:formatCode>General</c:formatCode>
                <c:ptCount val="3"/>
                <c:pt idx="0">
                  <c:v>15.81739127</c:v>
                </c:pt>
                <c:pt idx="1">
                  <c:v>1410.8247180000001</c:v>
                </c:pt>
                <c:pt idx="2">
                  <c:v>397.84926669999999</c:v>
                </c:pt>
              </c:numCache>
            </c:numRef>
          </c:val>
          <c:extLst>
            <c:ext xmlns:c16="http://schemas.microsoft.com/office/drawing/2014/chart" uri="{C3380CC4-5D6E-409C-BE32-E72D297353CC}">
              <c16:uniqueId val="{00000000-3637-400D-8245-AEBEE45934BA}"/>
            </c:ext>
          </c:extLst>
        </c:ser>
        <c:dLbls>
          <c:showLegendKey val="0"/>
          <c:showVal val="0"/>
          <c:showCatName val="0"/>
          <c:showSerName val="0"/>
          <c:showPercent val="0"/>
          <c:showBubbleSize val="0"/>
        </c:dLbls>
        <c:gapWidth val="169"/>
        <c:overlap val="45"/>
        <c:axId val="570050591"/>
        <c:axId val="570059743"/>
      </c:barChart>
      <c:catAx>
        <c:axId val="5700505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570059743"/>
        <c:crosses val="autoZero"/>
        <c:auto val="1"/>
        <c:lblAlgn val="ctr"/>
        <c:lblOffset val="100"/>
        <c:noMultiLvlLbl val="0"/>
      </c:catAx>
      <c:valAx>
        <c:axId val="570059743"/>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GB" sz="1100"/>
                  <a:t>Response Time (minutes)</a:t>
                </a:r>
              </a:p>
            </c:rich>
          </c:tx>
          <c:layout>
            <c:manualLayout>
              <c:xMode val="edge"/>
              <c:yMode val="edge"/>
              <c:x val="0.40904243005184032"/>
              <c:y val="0.88911647256857151"/>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0050591"/>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rgbClr val="FF0000"/>
              </a:solidFill>
              <a:ln w="19050">
                <a:solidFill>
                  <a:schemeClr val="lt1"/>
                </a:solidFill>
              </a:ln>
              <a:effectLst/>
            </c:spPr>
            <c:extLst>
              <c:ext xmlns:c16="http://schemas.microsoft.com/office/drawing/2014/chart" uri="{C3380CC4-5D6E-409C-BE32-E72D297353CC}">
                <c16:uniqueId val="{00000001-5EE3-4798-A064-367980F13BFD}"/>
              </c:ext>
            </c:extLst>
          </c:dPt>
          <c:dPt>
            <c:idx val="1"/>
            <c:bubble3D val="0"/>
            <c:spPr>
              <a:solidFill>
                <a:srgbClr val="00B050"/>
              </a:solidFill>
              <a:ln w="19050">
                <a:solidFill>
                  <a:schemeClr val="lt1"/>
                </a:solidFill>
              </a:ln>
              <a:effectLst/>
            </c:spPr>
            <c:extLst>
              <c:ext xmlns:c16="http://schemas.microsoft.com/office/drawing/2014/chart" uri="{C3380CC4-5D6E-409C-BE32-E72D297353CC}">
                <c16:uniqueId val="{00000003-5EE3-4798-A064-367980F13BFD}"/>
              </c:ext>
            </c:extLst>
          </c:dPt>
          <c:dPt>
            <c:idx val="2"/>
            <c:bubble3D val="0"/>
            <c:spPr>
              <a:solidFill>
                <a:srgbClr val="A6A6A6"/>
              </a:solidFill>
              <a:ln w="19050">
                <a:solidFill>
                  <a:schemeClr val="lt1"/>
                </a:solidFill>
              </a:ln>
              <a:effectLst/>
            </c:spPr>
            <c:extLst>
              <c:ext xmlns:c16="http://schemas.microsoft.com/office/drawing/2014/chart" uri="{C3380CC4-5D6E-409C-BE32-E72D297353CC}">
                <c16:uniqueId val="{00000005-5EE3-4798-A064-367980F13BFD}"/>
              </c:ext>
            </c:extLst>
          </c:dPt>
          <c:cat>
            <c:strRef>
              <c:f>Sheet1!$A$2:$A$4</c:f>
              <c:strCache>
                <c:ptCount val="3"/>
                <c:pt idx="0">
                  <c:v>Negative</c:v>
                </c:pt>
                <c:pt idx="1">
                  <c:v>Positive</c:v>
                </c:pt>
                <c:pt idx="2">
                  <c:v>Neutral</c:v>
                </c:pt>
              </c:strCache>
            </c:strRef>
          </c:cat>
          <c:val>
            <c:numRef>
              <c:f>Sheet1!$B$2:$B$4</c:f>
              <c:numCache>
                <c:formatCode>General</c:formatCode>
                <c:ptCount val="3"/>
                <c:pt idx="0">
                  <c:v>9</c:v>
                </c:pt>
                <c:pt idx="1">
                  <c:v>16</c:v>
                </c:pt>
                <c:pt idx="2">
                  <c:v>5</c:v>
                </c:pt>
              </c:numCache>
            </c:numRef>
          </c:val>
          <c:extLst>
            <c:ext xmlns:c16="http://schemas.microsoft.com/office/drawing/2014/chart" uri="{C3380CC4-5D6E-409C-BE32-E72D297353CC}">
              <c16:uniqueId val="{00000006-5EE3-4798-A064-367980F13BFD}"/>
            </c:ext>
          </c:extLst>
        </c:ser>
        <c:dLbls>
          <c:showLegendKey val="0"/>
          <c:showVal val="0"/>
          <c:showCatName val="0"/>
          <c:showSerName val="0"/>
          <c:showPercent val="0"/>
          <c:showBubbleSize val="0"/>
          <c:showLeaderLines val="1"/>
        </c:dLbls>
        <c:firstSliceAng val="251"/>
        <c:holeSize val="5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4ABEF0-A749-4FAC-4961-3D4BB00789C6}"/>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FEB04-0519-1863-5212-5950A780095B}"/>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28255A1-989B-6943-A27A-1FBD0413D4A5}" type="datetimeFigureOut">
              <a:rPr lang="en-US" smtClean="0"/>
              <a:t>5/7/2026</a:t>
            </a:fld>
            <a:endParaRPr lang="en-US"/>
          </a:p>
        </p:txBody>
      </p:sp>
      <p:sp>
        <p:nvSpPr>
          <p:cNvPr id="4" name="Footer Placeholder 3">
            <a:extLst>
              <a:ext uri="{FF2B5EF4-FFF2-40B4-BE49-F238E27FC236}">
                <a16:creationId xmlns:a16="http://schemas.microsoft.com/office/drawing/2014/main" id="{BE09B76C-43AC-DF08-CDF0-66B1F12FE69F}"/>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0BA83A-FED4-2D0E-09BC-81CAD06056FC}"/>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35C3FCA-6314-8F4D-AE0F-A13C4FBDDD7E}" type="slidenum">
              <a:rPr lang="en-US" smtClean="0"/>
              <a:t>‹#›</a:t>
            </a:fld>
            <a:endParaRPr lang="en-US"/>
          </a:p>
        </p:txBody>
      </p:sp>
    </p:spTree>
    <p:extLst>
      <p:ext uri="{BB962C8B-B14F-4D97-AF65-F5344CB8AC3E}">
        <p14:creationId xmlns:p14="http://schemas.microsoft.com/office/powerpoint/2010/main" val="378118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67DD801-C50E-3941-88AE-2805A8373381}" type="datetimeFigureOut">
              <a:rPr lang="en-US" smtClean="0"/>
              <a:t>5/7/2026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74DFB1B-604A-654A-B4FF-ECE7AF17C730}" type="slidenum">
              <a:rPr lang="en-US" smtClean="0"/>
              <a:t>‹#›</a:t>
            </a:fld>
            <a:endParaRPr lang="en-US"/>
          </a:p>
        </p:txBody>
      </p:sp>
    </p:spTree>
    <p:extLst>
      <p:ext uri="{BB962C8B-B14F-4D97-AF65-F5344CB8AC3E}">
        <p14:creationId xmlns:p14="http://schemas.microsoft.com/office/powerpoint/2010/main" val="3565331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a:t>
            </a:fld>
            <a:endParaRPr lang="en-US"/>
          </a:p>
        </p:txBody>
      </p:sp>
    </p:spTree>
    <p:extLst>
      <p:ext uri="{BB962C8B-B14F-4D97-AF65-F5344CB8AC3E}">
        <p14:creationId xmlns:p14="http://schemas.microsoft.com/office/powerpoint/2010/main" val="791186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12</a:t>
            </a:fld>
            <a:endParaRPr lang="en-US"/>
          </a:p>
        </p:txBody>
      </p:sp>
    </p:spTree>
    <p:extLst>
      <p:ext uri="{BB962C8B-B14F-4D97-AF65-F5344CB8AC3E}">
        <p14:creationId xmlns:p14="http://schemas.microsoft.com/office/powerpoint/2010/main" val="1029231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17</a:t>
            </a:fld>
            <a:endParaRPr lang="en-US"/>
          </a:p>
        </p:txBody>
      </p:sp>
    </p:spTree>
    <p:extLst>
      <p:ext uri="{BB962C8B-B14F-4D97-AF65-F5344CB8AC3E}">
        <p14:creationId xmlns:p14="http://schemas.microsoft.com/office/powerpoint/2010/main" val="29413628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hyperlink" Target="https://www.jmangroup.com/" TargetMode="External"/></Relationships>
</file>

<file path=ppt/slideLayouts/_rels/slideLayout53.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2"/>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10" name="Graphic 9">
            <a:extLst>
              <a:ext uri="{FF2B5EF4-FFF2-40B4-BE49-F238E27FC236}">
                <a16:creationId xmlns:a16="http://schemas.microsoft.com/office/drawing/2014/main" id="{E46A9045-2D20-6939-4AEB-A54BC8FA9B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7441E785-7F07-7914-8EA4-2BFB78DCD1CB}"/>
              </a:ext>
            </a:extLst>
          </p:cNvPr>
          <p:cNvSpPr txBox="1"/>
          <p:nvPr userDrawn="1"/>
        </p:nvSpPr>
        <p:spPr>
          <a:xfrm>
            <a:off x="383907"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accent4"/>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accent4"/>
              </a:solidFill>
              <a:latin typeface="Arial" panose="020B0604020202020204" pitchFamily="34" charset="0"/>
              <a:cs typeface="Arial" panose="020B0604020202020204" pitchFamily="34" charset="0"/>
            </a:endParaRPr>
          </a:p>
        </p:txBody>
      </p:sp>
      <p:sp>
        <p:nvSpPr>
          <p:cNvPr id="7" name="Date Placeholder 3">
            <a:extLst>
              <a:ext uri="{FF2B5EF4-FFF2-40B4-BE49-F238E27FC236}">
                <a16:creationId xmlns:a16="http://schemas.microsoft.com/office/drawing/2014/main" id="{EC2F3A03-9B79-4876-BA57-48054775627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2"/>
                </a:solidFill>
              </a:defRPr>
            </a:lvl1pPr>
          </a:lstStyle>
          <a:p>
            <a:fld id="{331FB9B2-3DCE-4FED-BC56-27CAF34F8812}" type="datetime3">
              <a:rPr lang="en-US" smtClean="0"/>
              <a:t>7 May 2026</a:t>
            </a:fld>
            <a:endParaRPr lang="en-GB"/>
          </a:p>
        </p:txBody>
      </p:sp>
    </p:spTree>
    <p:extLst>
      <p:ext uri="{BB962C8B-B14F-4D97-AF65-F5344CB8AC3E}">
        <p14:creationId xmlns:p14="http://schemas.microsoft.com/office/powerpoint/2010/main" val="348584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1FE6FD64-F8E1-D623-7953-867CAE5E180C}"/>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4"/>
          <a:stretch>
            <a:fillRect/>
          </a:stretch>
        </p:blipFill>
        <p:spPr>
          <a:xfrm>
            <a:off x="9411629" y="5850238"/>
            <a:ext cx="2396464" cy="632869"/>
          </a:xfrm>
          <a:prstGeom prst="rect">
            <a:avLst/>
          </a:prstGeom>
        </p:spPr>
      </p:pic>
      <p:sp>
        <p:nvSpPr>
          <p:cNvPr id="13" name="Date Placeholder 3">
            <a:extLst>
              <a:ext uri="{FF2B5EF4-FFF2-40B4-BE49-F238E27FC236}">
                <a16:creationId xmlns:a16="http://schemas.microsoft.com/office/drawing/2014/main" id="{BBF6E76C-F61B-415B-9246-4E4CDB1DBFD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D697769-E9B7-498D-B434-AAE3DCFA7E60}" type="datetime3">
              <a:rPr lang="en-US" smtClean="0"/>
              <a:t>7 May 2026</a:t>
            </a:fld>
            <a:endParaRPr lang="en-GB"/>
          </a:p>
        </p:txBody>
      </p:sp>
    </p:spTree>
    <p:extLst>
      <p:ext uri="{BB962C8B-B14F-4D97-AF65-F5344CB8AC3E}">
        <p14:creationId xmlns:p14="http://schemas.microsoft.com/office/powerpoint/2010/main" val="386430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3">
    <p:bg>
      <p:bgPr>
        <a:gradFill>
          <a:gsLst>
            <a:gs pos="0">
              <a:schemeClr val="bg2"/>
            </a:gs>
            <a:gs pos="100000">
              <a:schemeClr val="accent1"/>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07546131-B7BB-A430-1C56-5655E9755FC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EC8727FE-405D-4A27-55AD-4A118BF6162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1" name="Date Placeholder 3">
            <a:extLst>
              <a:ext uri="{FF2B5EF4-FFF2-40B4-BE49-F238E27FC236}">
                <a16:creationId xmlns:a16="http://schemas.microsoft.com/office/drawing/2014/main" id="{8058ADA7-0FE6-4E57-9CFB-69F55800D86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56C104B4-4888-45A4-89E8-FB11A9327527}" type="datetime3">
              <a:rPr lang="en-US" smtClean="0"/>
              <a:t>7 May 2026</a:t>
            </a:fld>
            <a:endParaRPr lang="en-GB"/>
          </a:p>
        </p:txBody>
      </p:sp>
    </p:spTree>
    <p:extLst>
      <p:ext uri="{BB962C8B-B14F-4D97-AF65-F5344CB8AC3E}">
        <p14:creationId xmlns:p14="http://schemas.microsoft.com/office/powerpoint/2010/main" val="12688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4">
    <p:bg>
      <p:bgPr>
        <a:gradFill>
          <a:gsLst>
            <a:gs pos="0">
              <a:schemeClr val="bg2"/>
            </a:gs>
            <a:gs pos="100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736775F-6A19-332A-FFBC-2EEB2D6F69EE}"/>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04F147EF-0B5A-890C-78C4-EEFA44DDF20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C3DA2D15-314E-430B-A8B1-76E7ED1423A0}"/>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2C447720-08D5-4B8A-BAE4-B98EB719B5F1}" type="datetime3">
              <a:rPr lang="en-US" smtClean="0"/>
              <a:t>7 May 2026</a:t>
            </a:fld>
            <a:endParaRPr lang="en-GB"/>
          </a:p>
        </p:txBody>
      </p:sp>
    </p:spTree>
    <p:extLst>
      <p:ext uri="{BB962C8B-B14F-4D97-AF65-F5344CB8AC3E}">
        <p14:creationId xmlns:p14="http://schemas.microsoft.com/office/powerpoint/2010/main" val="320494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5">
    <p:bg>
      <p:bgPr>
        <a:gradFill>
          <a:gsLst>
            <a:gs pos="0">
              <a:schemeClr val="accent1"/>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B54AA19A-CDD3-9D37-F52F-30A94B27DCCD}"/>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A250103C-1BE3-E16B-2B3D-51AC90397095}"/>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BB1D8C71-C46B-43FB-8718-0BC985FAD7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067A97D6-6B85-4078-9232-2F691AE65611}" type="datetime3">
              <a:rPr lang="en-US" smtClean="0"/>
              <a:t>7 May 2026</a:t>
            </a:fld>
            <a:endParaRPr lang="en-GB"/>
          </a:p>
        </p:txBody>
      </p:sp>
    </p:spTree>
    <p:extLst>
      <p:ext uri="{BB962C8B-B14F-4D97-AF65-F5344CB8AC3E}">
        <p14:creationId xmlns:p14="http://schemas.microsoft.com/office/powerpoint/2010/main" val="393960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6">
    <p:bg>
      <p:bgPr>
        <a:gradFill>
          <a:gsLst>
            <a:gs pos="0">
              <a:schemeClr val="tx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37563585-6D28-5DE1-5461-82B8C7026E98}"/>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9AAAA181-FFA2-C45B-0E73-89E90F538EBA}"/>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543F607-2559-4554-9D61-2F743E6BFF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0D893C00-7A9C-40F4-B4D3-21327CEC5F77}" type="datetime3">
              <a:rPr lang="en-US" smtClean="0"/>
              <a:t>7 May 2026</a:t>
            </a:fld>
            <a:endParaRPr lang="en-GB"/>
          </a:p>
        </p:txBody>
      </p:sp>
    </p:spTree>
    <p:extLst>
      <p:ext uri="{BB962C8B-B14F-4D97-AF65-F5344CB8AC3E}">
        <p14:creationId xmlns:p14="http://schemas.microsoft.com/office/powerpoint/2010/main" val="212673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7">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C24F3DB-1C67-3622-FAE0-8AF492597E04}"/>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341F2785-160F-B7C5-6AF4-70ED0AFEB08D}"/>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2049909-1FC0-40F2-80E1-1EF4D7871D2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B7F836BE-7851-4A5D-A109-BC018719A3C9}" type="datetime3">
              <a:rPr lang="en-US" smtClean="0"/>
              <a:t>7 May 2026</a:t>
            </a:fld>
            <a:endParaRPr lang="en-GB"/>
          </a:p>
        </p:txBody>
      </p:sp>
    </p:spTree>
    <p:extLst>
      <p:ext uri="{BB962C8B-B14F-4D97-AF65-F5344CB8AC3E}">
        <p14:creationId xmlns:p14="http://schemas.microsoft.com/office/powerpoint/2010/main" val="1413761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8">
    <p:bg>
      <p:bgPr>
        <a:gradFill>
          <a:gsLst>
            <a:gs pos="0">
              <a:schemeClr val="accent1"/>
            </a:gs>
            <a:gs pos="99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8BE236B8-969D-5871-C200-1718BE793B9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217BBF3F-05AA-FF8D-1C04-4446E47B1814}"/>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AC21ABF9-DF93-4D97-AA87-3AB7C8C276DF}"/>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98A817CD-D020-4F99-9B29-49FAEAE4F4D2}" type="datetime3">
              <a:rPr lang="en-US" smtClean="0"/>
              <a:t>7 May 2026</a:t>
            </a:fld>
            <a:endParaRPr lang="en-GB"/>
          </a:p>
        </p:txBody>
      </p:sp>
    </p:spTree>
    <p:extLst>
      <p:ext uri="{BB962C8B-B14F-4D97-AF65-F5344CB8AC3E}">
        <p14:creationId xmlns:p14="http://schemas.microsoft.com/office/powerpoint/2010/main" val="189789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9">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2575A-1B6D-FE94-B186-EA598A25F08D}"/>
              </a:ext>
            </a:extLst>
          </p:cNvPr>
          <p:cNvSpPr>
            <a:spLocks noGrp="1"/>
          </p:cNvSpPr>
          <p:nvPr>
            <p:ph type="pic" sz="quarter" idx="10"/>
          </p:nvPr>
        </p:nvSpPr>
        <p:spPr>
          <a:xfrm>
            <a:off x="3813755" y="5"/>
            <a:ext cx="8377613" cy="6854893"/>
          </a:xfrm>
          <a:custGeom>
            <a:avLst/>
            <a:gdLst>
              <a:gd name="connsiteX0" fmla="*/ 820536 w 8377613"/>
              <a:gd name="connsiteY0" fmla="*/ 6758957 h 6854893"/>
              <a:gd name="connsiteX1" fmla="*/ 797675 w 8377613"/>
              <a:gd name="connsiteY1" fmla="*/ 6838999 h 6854893"/>
              <a:gd name="connsiteX2" fmla="*/ 779183 w 8377613"/>
              <a:gd name="connsiteY2" fmla="*/ 6838999 h 6854893"/>
              <a:gd name="connsiteX3" fmla="*/ 796978 w 8377613"/>
              <a:gd name="connsiteY3" fmla="*/ 6776815 h 6854893"/>
              <a:gd name="connsiteX4" fmla="*/ 5213067 w 8377613"/>
              <a:gd name="connsiteY4" fmla="*/ 6751421 h 6854893"/>
              <a:gd name="connsiteX5" fmla="*/ 5468657 w 8377613"/>
              <a:gd name="connsiteY5" fmla="*/ 6838998 h 6854893"/>
              <a:gd name="connsiteX6" fmla="*/ 5236688 w 8377613"/>
              <a:gd name="connsiteY6" fmla="*/ 6838998 h 6854893"/>
              <a:gd name="connsiteX7" fmla="*/ 3374160 w 8377613"/>
              <a:gd name="connsiteY7" fmla="*/ 6748192 h 6854893"/>
              <a:gd name="connsiteX8" fmla="*/ 3410446 w 8377613"/>
              <a:gd name="connsiteY8" fmla="*/ 6838999 h 6854893"/>
              <a:gd name="connsiteX9" fmla="*/ 3323814 w 8377613"/>
              <a:gd name="connsiteY9" fmla="*/ 6838999 h 6854893"/>
              <a:gd name="connsiteX10" fmla="*/ 4636849 w 8377613"/>
              <a:gd name="connsiteY10" fmla="*/ 6726535 h 6854893"/>
              <a:gd name="connsiteX11" fmla="*/ 4800931 w 8377613"/>
              <a:gd name="connsiteY11" fmla="*/ 6838999 h 6854893"/>
              <a:gd name="connsiteX12" fmla="*/ 4637102 w 8377613"/>
              <a:gd name="connsiteY12" fmla="*/ 6838999 h 6854893"/>
              <a:gd name="connsiteX13" fmla="*/ 7576834 w 8377613"/>
              <a:gd name="connsiteY13" fmla="*/ 6663020 h 6854893"/>
              <a:gd name="connsiteX14" fmla="*/ 7759218 w 8377613"/>
              <a:gd name="connsiteY14" fmla="*/ 6838998 h 6854893"/>
              <a:gd name="connsiteX15" fmla="*/ 6852176 w 8377613"/>
              <a:gd name="connsiteY15" fmla="*/ 6838998 h 6854893"/>
              <a:gd name="connsiteX16" fmla="*/ 6794358 w 8377613"/>
              <a:gd name="connsiteY16" fmla="*/ 6783209 h 6854893"/>
              <a:gd name="connsiteX17" fmla="*/ 2544314 w 8377613"/>
              <a:gd name="connsiteY17" fmla="*/ 6645290 h 6854893"/>
              <a:gd name="connsiteX18" fmla="*/ 2558689 w 8377613"/>
              <a:gd name="connsiteY18" fmla="*/ 6838998 h 6854893"/>
              <a:gd name="connsiteX19" fmla="*/ 2409679 w 8377613"/>
              <a:gd name="connsiteY19" fmla="*/ 6838998 h 6854893"/>
              <a:gd name="connsiteX20" fmla="*/ 2406196 w 8377613"/>
              <a:gd name="connsiteY20" fmla="*/ 6792011 h 6854893"/>
              <a:gd name="connsiteX21" fmla="*/ 5798468 w 8377613"/>
              <a:gd name="connsiteY21" fmla="*/ 6620847 h 6854893"/>
              <a:gd name="connsiteX22" fmla="*/ 6506345 w 8377613"/>
              <a:gd name="connsiteY22" fmla="*/ 6665110 h 6854893"/>
              <a:gd name="connsiteX23" fmla="*/ 6608429 w 8377613"/>
              <a:gd name="connsiteY23" fmla="*/ 6838998 h 6854893"/>
              <a:gd name="connsiteX24" fmla="*/ 5926453 w 8377613"/>
              <a:gd name="connsiteY24" fmla="*/ 6838998 h 6854893"/>
              <a:gd name="connsiteX25" fmla="*/ 4107873 w 8377613"/>
              <a:gd name="connsiteY25" fmla="*/ 6556763 h 6854893"/>
              <a:gd name="connsiteX26" fmla="*/ 4344909 w 8377613"/>
              <a:gd name="connsiteY26" fmla="*/ 6838998 h 6854893"/>
              <a:gd name="connsiteX27" fmla="*/ 4034350 w 8377613"/>
              <a:gd name="connsiteY27" fmla="*/ 6838998 h 6854893"/>
              <a:gd name="connsiteX28" fmla="*/ 1275228 w 8377613"/>
              <a:gd name="connsiteY28" fmla="*/ 6488942 h 6854893"/>
              <a:gd name="connsiteX29" fmla="*/ 1185429 w 8377613"/>
              <a:gd name="connsiteY29" fmla="*/ 6838998 h 6854893"/>
              <a:gd name="connsiteX30" fmla="*/ 1126788 w 8377613"/>
              <a:gd name="connsiteY30" fmla="*/ 6838998 h 6854893"/>
              <a:gd name="connsiteX31" fmla="*/ 1204618 w 8377613"/>
              <a:gd name="connsiteY31" fmla="*/ 6535485 h 6854893"/>
              <a:gd name="connsiteX32" fmla="*/ 8377613 w 8377613"/>
              <a:gd name="connsiteY32" fmla="*/ 6386674 h 6854893"/>
              <a:gd name="connsiteX33" fmla="*/ 8377613 w 8377613"/>
              <a:gd name="connsiteY33" fmla="*/ 6581333 h 6854893"/>
              <a:gd name="connsiteX34" fmla="*/ 8168758 w 8377613"/>
              <a:gd name="connsiteY34" fmla="*/ 6662387 h 6854893"/>
              <a:gd name="connsiteX35" fmla="*/ 7958194 w 8377613"/>
              <a:gd name="connsiteY35" fmla="*/ 6549480 h 6854893"/>
              <a:gd name="connsiteX36" fmla="*/ 3658881 w 8377613"/>
              <a:gd name="connsiteY36" fmla="*/ 6261736 h 6854893"/>
              <a:gd name="connsiteX37" fmla="*/ 3920297 w 8377613"/>
              <a:gd name="connsiteY37" fmla="*/ 6832919 h 6854893"/>
              <a:gd name="connsiteX38" fmla="*/ 3916877 w 8377613"/>
              <a:gd name="connsiteY38" fmla="*/ 6838998 h 6854893"/>
              <a:gd name="connsiteX39" fmla="*/ 3635006 w 8377613"/>
              <a:gd name="connsiteY39" fmla="*/ 6838998 h 6854893"/>
              <a:gd name="connsiteX40" fmla="*/ 3500688 w 8377613"/>
              <a:gd name="connsiteY40" fmla="*/ 6545491 h 6854893"/>
              <a:gd name="connsiteX41" fmla="*/ 2929726 w 8377613"/>
              <a:gd name="connsiteY41" fmla="*/ 6256860 h 6854893"/>
              <a:gd name="connsiteX42" fmla="*/ 2997550 w 8377613"/>
              <a:gd name="connsiteY42" fmla="*/ 6838998 h 6854893"/>
              <a:gd name="connsiteX43" fmla="*/ 2797878 w 8377613"/>
              <a:gd name="connsiteY43" fmla="*/ 6838998 h 6854893"/>
              <a:gd name="connsiteX44" fmla="*/ 2751965 w 8377613"/>
              <a:gd name="connsiteY44" fmla="*/ 6444553 h 6854893"/>
              <a:gd name="connsiteX45" fmla="*/ 1729921 w 8377613"/>
              <a:gd name="connsiteY45" fmla="*/ 6218929 h 6854893"/>
              <a:gd name="connsiteX46" fmla="*/ 1591423 w 8377613"/>
              <a:gd name="connsiteY46" fmla="*/ 6838999 h 6854893"/>
              <a:gd name="connsiteX47" fmla="*/ 1490479 w 8377613"/>
              <a:gd name="connsiteY47" fmla="*/ 6838999 h 6854893"/>
              <a:gd name="connsiteX48" fmla="*/ 1612195 w 8377613"/>
              <a:gd name="connsiteY48" fmla="*/ 6294158 h 6854893"/>
              <a:gd name="connsiteX49" fmla="*/ 7074899 w 8377613"/>
              <a:gd name="connsiteY49" fmla="*/ 6187710 h 6854893"/>
              <a:gd name="connsiteX50" fmla="*/ 7335619 w 8377613"/>
              <a:gd name="connsiteY50" fmla="*/ 6440500 h 6854893"/>
              <a:gd name="connsiteX51" fmla="*/ 6612797 w 8377613"/>
              <a:gd name="connsiteY51" fmla="*/ 6587348 h 6854893"/>
              <a:gd name="connsiteX52" fmla="*/ 6352014 w 8377613"/>
              <a:gd name="connsiteY52" fmla="*/ 6334622 h 6854893"/>
              <a:gd name="connsiteX53" fmla="*/ 5164749 w 8377613"/>
              <a:gd name="connsiteY53" fmla="*/ 6063342 h 6854893"/>
              <a:gd name="connsiteX54" fmla="*/ 5164749 w 8377613"/>
              <a:gd name="connsiteY54" fmla="*/ 6193726 h 6854893"/>
              <a:gd name="connsiteX55" fmla="*/ 5641416 w 8377613"/>
              <a:gd name="connsiteY55" fmla="*/ 6327023 h 6854893"/>
              <a:gd name="connsiteX56" fmla="*/ 5532049 w 8377613"/>
              <a:gd name="connsiteY56" fmla="*/ 6140027 h 6854893"/>
              <a:gd name="connsiteX57" fmla="*/ 4763251 w 8377613"/>
              <a:gd name="connsiteY57" fmla="*/ 6062708 h 6854893"/>
              <a:gd name="connsiteX58" fmla="*/ 4730701 w 8377613"/>
              <a:gd name="connsiteY58" fmla="*/ 6186190 h 6854893"/>
              <a:gd name="connsiteX59" fmla="*/ 4730764 w 8377613"/>
              <a:gd name="connsiteY59" fmla="*/ 6186190 h 6854893"/>
              <a:gd name="connsiteX60" fmla="*/ 5140304 w 8377613"/>
              <a:gd name="connsiteY60" fmla="*/ 6433344 h 6854893"/>
              <a:gd name="connsiteX61" fmla="*/ 5085272 w 8377613"/>
              <a:gd name="connsiteY61" fmla="*/ 6228491 h 6854893"/>
              <a:gd name="connsiteX62" fmla="*/ 4390441 w 8377613"/>
              <a:gd name="connsiteY62" fmla="*/ 5960250 h 6854893"/>
              <a:gd name="connsiteX63" fmla="*/ 4329520 w 8377613"/>
              <a:gd name="connsiteY63" fmla="*/ 6068914 h 6854893"/>
              <a:gd name="connsiteX64" fmla="*/ 4329520 w 8377613"/>
              <a:gd name="connsiteY64" fmla="*/ 6068978 h 6854893"/>
              <a:gd name="connsiteX65" fmla="*/ 4648375 w 8377613"/>
              <a:gd name="connsiteY65" fmla="*/ 6406938 h 6854893"/>
              <a:gd name="connsiteX66" fmla="*/ 4648248 w 8377613"/>
              <a:gd name="connsiteY66" fmla="*/ 6198982 h 6854893"/>
              <a:gd name="connsiteX67" fmla="*/ 2184613 w 8377613"/>
              <a:gd name="connsiteY67" fmla="*/ 5948851 h 6854893"/>
              <a:gd name="connsiteX68" fmla="*/ 2056944 w 8377613"/>
              <a:gd name="connsiteY68" fmla="*/ 6634397 h 6854893"/>
              <a:gd name="connsiteX69" fmla="*/ 1892166 w 8377613"/>
              <a:gd name="connsiteY69" fmla="*/ 6738376 h 6854893"/>
              <a:gd name="connsiteX70" fmla="*/ 2019835 w 8377613"/>
              <a:gd name="connsiteY70" fmla="*/ 6052829 h 6854893"/>
              <a:gd name="connsiteX71" fmla="*/ 5957547 w 8377613"/>
              <a:gd name="connsiteY71" fmla="*/ 5932577 h 6854893"/>
              <a:gd name="connsiteX72" fmla="*/ 5957484 w 8377613"/>
              <a:gd name="connsiteY72" fmla="*/ 5932641 h 6854893"/>
              <a:gd name="connsiteX73" fmla="*/ 5568335 w 8377613"/>
              <a:gd name="connsiteY73" fmla="*/ 5955944 h 6854893"/>
              <a:gd name="connsiteX74" fmla="*/ 5602722 w 8377613"/>
              <a:gd name="connsiteY74" fmla="*/ 6084429 h 6854893"/>
              <a:gd name="connsiteX75" fmla="*/ 6116753 w 8377613"/>
              <a:gd name="connsiteY75" fmla="*/ 6087405 h 6854893"/>
              <a:gd name="connsiteX76" fmla="*/ 8149696 w 8377613"/>
              <a:gd name="connsiteY76" fmla="*/ 5897559 h 6854893"/>
              <a:gd name="connsiteX77" fmla="*/ 8377612 w 8377613"/>
              <a:gd name="connsiteY77" fmla="*/ 6020851 h 6854893"/>
              <a:gd name="connsiteX78" fmla="*/ 8377612 w 8377613"/>
              <a:gd name="connsiteY78" fmla="*/ 6061632 h 6854893"/>
              <a:gd name="connsiteX79" fmla="*/ 7665050 w 8377613"/>
              <a:gd name="connsiteY79" fmla="*/ 6372426 h 6854893"/>
              <a:gd name="connsiteX80" fmla="*/ 7395401 w 8377613"/>
              <a:gd name="connsiteY80" fmla="*/ 6226591 h 6854893"/>
              <a:gd name="connsiteX81" fmla="*/ 3315201 w 8377613"/>
              <a:gd name="connsiteY81" fmla="*/ 5868430 h 6854893"/>
              <a:gd name="connsiteX82" fmla="*/ 3415893 w 8377613"/>
              <a:gd name="connsiteY82" fmla="*/ 6475645 h 6854893"/>
              <a:gd name="connsiteX83" fmla="*/ 3198362 w 8377613"/>
              <a:gd name="connsiteY83" fmla="*/ 6704308 h 6854893"/>
              <a:gd name="connsiteX84" fmla="*/ 3097671 w 8377613"/>
              <a:gd name="connsiteY84" fmla="*/ 6097094 h 6854893"/>
              <a:gd name="connsiteX85" fmla="*/ 4069814 w 8377613"/>
              <a:gd name="connsiteY85" fmla="*/ 5768568 h 6854893"/>
              <a:gd name="connsiteX86" fmla="*/ 3986158 w 8377613"/>
              <a:gd name="connsiteY86" fmla="*/ 5856019 h 6854893"/>
              <a:gd name="connsiteX87" fmla="*/ 4198179 w 8377613"/>
              <a:gd name="connsiteY87" fmla="*/ 6256987 h 6854893"/>
              <a:gd name="connsiteX88" fmla="*/ 4249854 w 8377613"/>
              <a:gd name="connsiteY88" fmla="*/ 6060049 h 6854893"/>
              <a:gd name="connsiteX89" fmla="*/ 2639306 w 8377613"/>
              <a:gd name="connsiteY89" fmla="*/ 5678837 h 6854893"/>
              <a:gd name="connsiteX90" fmla="*/ 2546657 w 8377613"/>
              <a:gd name="connsiteY90" fmla="*/ 6321894 h 6854893"/>
              <a:gd name="connsiteX91" fmla="*/ 2334763 w 8377613"/>
              <a:gd name="connsiteY91" fmla="*/ 6454494 h 6854893"/>
              <a:gd name="connsiteX92" fmla="*/ 2427411 w 8377613"/>
              <a:gd name="connsiteY92" fmla="*/ 5811438 h 6854893"/>
              <a:gd name="connsiteX93" fmla="*/ 555320 w 8377613"/>
              <a:gd name="connsiteY93" fmla="*/ 5619123 h 6854893"/>
              <a:gd name="connsiteX94" fmla="*/ 136977 w 8377613"/>
              <a:gd name="connsiteY94" fmla="*/ 6330063 h 6854893"/>
              <a:gd name="connsiteX95" fmla="*/ 110634 w 8377613"/>
              <a:gd name="connsiteY95" fmla="*/ 6341018 h 6854893"/>
              <a:gd name="connsiteX96" fmla="*/ 529039 w 8377613"/>
              <a:gd name="connsiteY96" fmla="*/ 5630078 h 6854893"/>
              <a:gd name="connsiteX97" fmla="*/ 6330040 w 8377613"/>
              <a:gd name="connsiteY97" fmla="*/ 5613741 h 6854893"/>
              <a:gd name="connsiteX98" fmla="*/ 5945262 w 8377613"/>
              <a:gd name="connsiteY98" fmla="*/ 5741465 h 6854893"/>
              <a:gd name="connsiteX99" fmla="*/ 6013710 w 8377613"/>
              <a:gd name="connsiteY99" fmla="*/ 5858790 h 6854893"/>
              <a:gd name="connsiteX100" fmla="*/ 6013655 w 8377613"/>
              <a:gd name="connsiteY100" fmla="*/ 5858805 h 6854893"/>
              <a:gd name="connsiteX101" fmla="*/ 6013719 w 8377613"/>
              <a:gd name="connsiteY101" fmla="*/ 5858805 h 6854893"/>
              <a:gd name="connsiteX102" fmla="*/ 6013710 w 8377613"/>
              <a:gd name="connsiteY102" fmla="*/ 5858790 h 6854893"/>
              <a:gd name="connsiteX103" fmla="*/ 6530852 w 8377613"/>
              <a:gd name="connsiteY103" fmla="*/ 5723418 h 6854893"/>
              <a:gd name="connsiteX104" fmla="*/ 7519966 w 8377613"/>
              <a:gd name="connsiteY104" fmla="*/ 5564348 h 6854893"/>
              <a:gd name="connsiteX105" fmla="*/ 7848636 w 8377613"/>
              <a:gd name="connsiteY105" fmla="*/ 5743175 h 6854893"/>
              <a:gd name="connsiteX106" fmla="*/ 7161278 w 8377613"/>
              <a:gd name="connsiteY106" fmla="*/ 6082466 h 6854893"/>
              <a:gd name="connsiteX107" fmla="*/ 6832608 w 8377613"/>
              <a:gd name="connsiteY107" fmla="*/ 5903702 h 6854893"/>
              <a:gd name="connsiteX108" fmla="*/ 3819669 w 8377613"/>
              <a:gd name="connsiteY108" fmla="*/ 5505710 h 6854893"/>
              <a:gd name="connsiteX109" fmla="*/ 3720182 w 8377613"/>
              <a:gd name="connsiteY109" fmla="*/ 5567324 h 6854893"/>
              <a:gd name="connsiteX110" fmla="*/ 3817326 w 8377613"/>
              <a:gd name="connsiteY110" fmla="*/ 6000841 h 6854893"/>
              <a:gd name="connsiteX111" fmla="*/ 3817390 w 8377613"/>
              <a:gd name="connsiteY111" fmla="*/ 6000778 h 6854893"/>
              <a:gd name="connsiteX112" fmla="*/ 3914344 w 8377613"/>
              <a:gd name="connsiteY112" fmla="*/ 5827396 h 6854893"/>
              <a:gd name="connsiteX113" fmla="*/ 1044842 w 8377613"/>
              <a:gd name="connsiteY113" fmla="*/ 5478797 h 6854893"/>
              <a:gd name="connsiteX114" fmla="*/ 669499 w 8377613"/>
              <a:gd name="connsiteY114" fmla="*/ 6158328 h 6854893"/>
              <a:gd name="connsiteX115" fmla="*/ 592303 w 8377613"/>
              <a:gd name="connsiteY115" fmla="*/ 6184481 h 6854893"/>
              <a:gd name="connsiteX116" fmla="*/ 967646 w 8377613"/>
              <a:gd name="connsiteY116" fmla="*/ 5504950 h 6854893"/>
              <a:gd name="connsiteX117" fmla="*/ 3093935 w 8377613"/>
              <a:gd name="connsiteY117" fmla="*/ 5408824 h 6854893"/>
              <a:gd name="connsiteX118" fmla="*/ 3036307 w 8377613"/>
              <a:gd name="connsiteY118" fmla="*/ 6009390 h 6854893"/>
              <a:gd name="connsiteX119" fmla="*/ 2777360 w 8377613"/>
              <a:gd name="connsiteY119" fmla="*/ 6170676 h 6854893"/>
              <a:gd name="connsiteX120" fmla="*/ 2834988 w 8377613"/>
              <a:gd name="connsiteY120" fmla="*/ 5570110 h 6854893"/>
              <a:gd name="connsiteX121" fmla="*/ 1534301 w 8377613"/>
              <a:gd name="connsiteY121" fmla="*/ 5338470 h 6854893"/>
              <a:gd name="connsiteX122" fmla="*/ 1202084 w 8377613"/>
              <a:gd name="connsiteY122" fmla="*/ 5986656 h 6854893"/>
              <a:gd name="connsiteX123" fmla="*/ 1074036 w 8377613"/>
              <a:gd name="connsiteY123" fmla="*/ 6028006 h 6854893"/>
              <a:gd name="connsiteX124" fmla="*/ 1406253 w 8377613"/>
              <a:gd name="connsiteY124" fmla="*/ 5379821 h 6854893"/>
              <a:gd name="connsiteX125" fmla="*/ 6620271 w 8377613"/>
              <a:gd name="connsiteY125" fmla="*/ 5199221 h 6854893"/>
              <a:gd name="connsiteX126" fmla="*/ 6267409 w 8377613"/>
              <a:gd name="connsiteY126" fmla="*/ 5428644 h 6854893"/>
              <a:gd name="connsiteX127" fmla="*/ 6367150 w 8377613"/>
              <a:gd name="connsiteY127" fmla="*/ 5525847 h 6854893"/>
              <a:gd name="connsiteX128" fmla="*/ 6850973 w 8377613"/>
              <a:gd name="connsiteY128" fmla="*/ 5253236 h 6854893"/>
              <a:gd name="connsiteX129" fmla="*/ 2023823 w 8377613"/>
              <a:gd name="connsiteY129" fmla="*/ 5198081 h 6854893"/>
              <a:gd name="connsiteX130" fmla="*/ 1734670 w 8377613"/>
              <a:gd name="connsiteY130" fmla="*/ 5814921 h 6854893"/>
              <a:gd name="connsiteX131" fmla="*/ 1555769 w 8377613"/>
              <a:gd name="connsiteY131" fmla="*/ 5871533 h 6854893"/>
              <a:gd name="connsiteX132" fmla="*/ 1844923 w 8377613"/>
              <a:gd name="connsiteY132" fmla="*/ 5254693 h 6854893"/>
              <a:gd name="connsiteX133" fmla="*/ 3652738 w 8377613"/>
              <a:gd name="connsiteY133" fmla="*/ 5193332 h 6854893"/>
              <a:gd name="connsiteX134" fmla="*/ 3545017 w 8377613"/>
              <a:gd name="connsiteY134" fmla="*/ 5226450 h 6854893"/>
              <a:gd name="connsiteX135" fmla="*/ 3527349 w 8377613"/>
              <a:gd name="connsiteY135" fmla="*/ 5661614 h 6854893"/>
              <a:gd name="connsiteX136" fmla="*/ 3660590 w 8377613"/>
              <a:gd name="connsiteY136" fmla="*/ 5521984 h 6854893"/>
              <a:gd name="connsiteX137" fmla="*/ 8377612 w 8377613"/>
              <a:gd name="connsiteY137" fmla="*/ 5103475 h 6854893"/>
              <a:gd name="connsiteX138" fmla="*/ 8377612 w 8377613"/>
              <a:gd name="connsiteY138" fmla="*/ 5417753 h 6854893"/>
              <a:gd name="connsiteX139" fmla="*/ 8161538 w 8377613"/>
              <a:gd name="connsiteY139" fmla="*/ 5587524 h 6854893"/>
              <a:gd name="connsiteX140" fmla="*/ 7852183 w 8377613"/>
              <a:gd name="connsiteY140" fmla="*/ 5516348 h 6854893"/>
              <a:gd name="connsiteX141" fmla="*/ 2513347 w 8377613"/>
              <a:gd name="connsiteY141" fmla="*/ 5057755 h 6854893"/>
              <a:gd name="connsiteX142" fmla="*/ 2267256 w 8377613"/>
              <a:gd name="connsiteY142" fmla="*/ 5643249 h 6854893"/>
              <a:gd name="connsiteX143" fmla="*/ 2037503 w 8377613"/>
              <a:gd name="connsiteY143" fmla="*/ 5715059 h 6854893"/>
              <a:gd name="connsiteX144" fmla="*/ 2283531 w 8377613"/>
              <a:gd name="connsiteY144" fmla="*/ 5129628 h 6854893"/>
              <a:gd name="connsiteX145" fmla="*/ 3002806 w 8377613"/>
              <a:gd name="connsiteY145" fmla="*/ 4917428 h 6854893"/>
              <a:gd name="connsiteX146" fmla="*/ 2799841 w 8377613"/>
              <a:gd name="connsiteY146" fmla="*/ 5471514 h 6854893"/>
              <a:gd name="connsiteX147" fmla="*/ 2519173 w 8377613"/>
              <a:gd name="connsiteY147" fmla="*/ 5558585 h 6854893"/>
              <a:gd name="connsiteX148" fmla="*/ 2722201 w 8377613"/>
              <a:gd name="connsiteY148" fmla="*/ 5004499 h 6854893"/>
              <a:gd name="connsiteX149" fmla="*/ 3575415 w 8377613"/>
              <a:gd name="connsiteY149" fmla="*/ 4855118 h 6854893"/>
              <a:gd name="connsiteX150" fmla="*/ 3467125 w 8377613"/>
              <a:gd name="connsiteY150" fmla="*/ 4859170 h 6854893"/>
              <a:gd name="connsiteX151" fmla="*/ 3342432 w 8377613"/>
              <a:gd name="connsiteY151" fmla="*/ 5266788 h 6854893"/>
              <a:gd name="connsiteX152" fmla="*/ 3500942 w 8377613"/>
              <a:gd name="connsiteY152" fmla="*/ 5168382 h 6854893"/>
              <a:gd name="connsiteX153" fmla="*/ 7802471 w 8377613"/>
              <a:gd name="connsiteY153" fmla="*/ 4830421 h 6854893"/>
              <a:gd name="connsiteX154" fmla="*/ 8179904 w 8377613"/>
              <a:gd name="connsiteY154" fmla="*/ 4918125 h 6854893"/>
              <a:gd name="connsiteX155" fmla="*/ 7578988 w 8377613"/>
              <a:gd name="connsiteY155" fmla="*/ 5437446 h 6854893"/>
              <a:gd name="connsiteX156" fmla="*/ 7201618 w 8377613"/>
              <a:gd name="connsiteY156" fmla="*/ 5349679 h 6854893"/>
              <a:gd name="connsiteX157" fmla="*/ 7048366 w 8377613"/>
              <a:gd name="connsiteY157" fmla="*/ 4703900 h 6854893"/>
              <a:gd name="connsiteX158" fmla="*/ 6802338 w 8377613"/>
              <a:gd name="connsiteY158" fmla="*/ 4712765 h 6854893"/>
              <a:gd name="connsiteX159" fmla="*/ 6802401 w 8377613"/>
              <a:gd name="connsiteY159" fmla="*/ 4712828 h 6854893"/>
              <a:gd name="connsiteX160" fmla="*/ 6508498 w 8377613"/>
              <a:gd name="connsiteY160" fmla="*/ 5033818 h 6854893"/>
              <a:gd name="connsiteX161" fmla="*/ 6634330 w 8377613"/>
              <a:gd name="connsiteY161" fmla="*/ 5102715 h 6854893"/>
              <a:gd name="connsiteX162" fmla="*/ 3486250 w 8377613"/>
              <a:gd name="connsiteY162" fmla="*/ 4491637 h 6854893"/>
              <a:gd name="connsiteX163" fmla="*/ 3268972 w 8377613"/>
              <a:gd name="connsiteY163" fmla="*/ 4845999 h 6854893"/>
              <a:gd name="connsiteX164" fmla="*/ 3269036 w 8377613"/>
              <a:gd name="connsiteY164" fmla="*/ 4846063 h 6854893"/>
              <a:gd name="connsiteX165" fmla="*/ 3440717 w 8377613"/>
              <a:gd name="connsiteY165" fmla="*/ 4793060 h 6854893"/>
              <a:gd name="connsiteX166" fmla="*/ 3587827 w 8377613"/>
              <a:gd name="connsiteY166" fmla="*/ 4515321 h 6854893"/>
              <a:gd name="connsiteX167" fmla="*/ 592683 w 8377613"/>
              <a:gd name="connsiteY167" fmla="*/ 4472450 h 6854893"/>
              <a:gd name="connsiteX168" fmla="*/ 27168 w 8377613"/>
              <a:gd name="connsiteY168" fmla="*/ 5039517 h 6854893"/>
              <a:gd name="connsiteX169" fmla="*/ 0 w 8377613"/>
              <a:gd name="connsiteY169" fmla="*/ 5043190 h 6854893"/>
              <a:gd name="connsiteX170" fmla="*/ 565516 w 8377613"/>
              <a:gd name="connsiteY170" fmla="*/ 4476123 h 6854893"/>
              <a:gd name="connsiteX171" fmla="*/ 1082269 w 8377613"/>
              <a:gd name="connsiteY171" fmla="*/ 4463774 h 6854893"/>
              <a:gd name="connsiteX172" fmla="*/ 564566 w 8377613"/>
              <a:gd name="connsiteY172" fmla="*/ 5012034 h 6854893"/>
              <a:gd name="connsiteX173" fmla="*/ 486356 w 8377613"/>
              <a:gd name="connsiteY173" fmla="*/ 5017227 h 6854893"/>
              <a:gd name="connsiteX174" fmla="*/ 1004059 w 8377613"/>
              <a:gd name="connsiteY174" fmla="*/ 4468967 h 6854893"/>
              <a:gd name="connsiteX175" fmla="*/ 1571791 w 8377613"/>
              <a:gd name="connsiteY175" fmla="*/ 4455036 h 6854893"/>
              <a:gd name="connsiteX176" fmla="*/ 1101900 w 8377613"/>
              <a:gd name="connsiteY176" fmla="*/ 4984552 h 6854893"/>
              <a:gd name="connsiteX177" fmla="*/ 972712 w 8377613"/>
              <a:gd name="connsiteY177" fmla="*/ 4991264 h 6854893"/>
              <a:gd name="connsiteX178" fmla="*/ 1442603 w 8377613"/>
              <a:gd name="connsiteY178" fmla="*/ 4461748 h 6854893"/>
              <a:gd name="connsiteX179" fmla="*/ 2061377 w 8377613"/>
              <a:gd name="connsiteY179" fmla="*/ 4446360 h 6854893"/>
              <a:gd name="connsiteX180" fmla="*/ 1639298 w 8377613"/>
              <a:gd name="connsiteY180" fmla="*/ 4957132 h 6854893"/>
              <a:gd name="connsiteX181" fmla="*/ 1459068 w 8377613"/>
              <a:gd name="connsiteY181" fmla="*/ 4965301 h 6854893"/>
              <a:gd name="connsiteX182" fmla="*/ 1881083 w 8377613"/>
              <a:gd name="connsiteY182" fmla="*/ 4454592 h 6854893"/>
              <a:gd name="connsiteX183" fmla="*/ 2550900 w 8377613"/>
              <a:gd name="connsiteY183" fmla="*/ 4437685 h 6854893"/>
              <a:gd name="connsiteX184" fmla="*/ 2176633 w 8377613"/>
              <a:gd name="connsiteY184" fmla="*/ 4929650 h 6854893"/>
              <a:gd name="connsiteX185" fmla="*/ 1945361 w 8377613"/>
              <a:gd name="connsiteY185" fmla="*/ 4939402 h 6854893"/>
              <a:gd name="connsiteX186" fmla="*/ 2319627 w 8377613"/>
              <a:gd name="connsiteY186" fmla="*/ 4447374 h 6854893"/>
              <a:gd name="connsiteX187" fmla="*/ 3040486 w 8377613"/>
              <a:gd name="connsiteY187" fmla="*/ 4428946 h 6854893"/>
              <a:gd name="connsiteX188" fmla="*/ 2714032 w 8377613"/>
              <a:gd name="connsiteY188" fmla="*/ 4902167 h 6854893"/>
              <a:gd name="connsiteX189" fmla="*/ 2431717 w 8377613"/>
              <a:gd name="connsiteY189" fmla="*/ 4913439 h 6854893"/>
              <a:gd name="connsiteX190" fmla="*/ 2758171 w 8377613"/>
              <a:gd name="connsiteY190" fmla="*/ 4440218 h 6854893"/>
              <a:gd name="connsiteX191" fmla="*/ 8377612 w 8377613"/>
              <a:gd name="connsiteY191" fmla="*/ 4361190 h 6854893"/>
              <a:gd name="connsiteX192" fmla="*/ 8377612 w 8377613"/>
              <a:gd name="connsiteY192" fmla="*/ 4683509 h 6854893"/>
              <a:gd name="connsiteX193" fmla="*/ 8123605 w 8377613"/>
              <a:gd name="connsiteY193" fmla="*/ 4693705 h 6854893"/>
              <a:gd name="connsiteX194" fmla="*/ 3595426 w 8377613"/>
              <a:gd name="connsiteY194" fmla="*/ 4148357 h 6854893"/>
              <a:gd name="connsiteX195" fmla="*/ 3305449 w 8377613"/>
              <a:gd name="connsiteY195" fmla="*/ 4428820 h 6854893"/>
              <a:gd name="connsiteX196" fmla="*/ 3478080 w 8377613"/>
              <a:gd name="connsiteY196" fmla="*/ 4422234 h 6854893"/>
              <a:gd name="connsiteX197" fmla="*/ 3683832 w 8377613"/>
              <a:gd name="connsiteY197" fmla="*/ 4196547 h 6854893"/>
              <a:gd name="connsiteX198" fmla="*/ 7101561 w 8377613"/>
              <a:gd name="connsiteY198" fmla="*/ 4109603 h 6854893"/>
              <a:gd name="connsiteX199" fmla="*/ 7101546 w 8377613"/>
              <a:gd name="connsiteY199" fmla="*/ 4109627 h 6854893"/>
              <a:gd name="connsiteX200" fmla="*/ 6856800 w 8377613"/>
              <a:gd name="connsiteY200" fmla="*/ 4184579 h 6854893"/>
              <a:gd name="connsiteX201" fmla="*/ 6646299 w 8377613"/>
              <a:gd name="connsiteY201" fmla="*/ 4579911 h 6854893"/>
              <a:gd name="connsiteX202" fmla="*/ 6790939 w 8377613"/>
              <a:gd name="connsiteY202" fmla="*/ 4613916 h 6854893"/>
              <a:gd name="connsiteX203" fmla="*/ 7101546 w 8377613"/>
              <a:gd name="connsiteY203" fmla="*/ 4109627 h 6854893"/>
              <a:gd name="connsiteX204" fmla="*/ 7101624 w 8377613"/>
              <a:gd name="connsiteY204" fmla="*/ 4109603 h 6854893"/>
              <a:gd name="connsiteX205" fmla="*/ 8294843 w 8377613"/>
              <a:gd name="connsiteY205" fmla="*/ 4016073 h 6854893"/>
              <a:gd name="connsiteX206" fmla="*/ 7828309 w 8377613"/>
              <a:gd name="connsiteY206" fmla="*/ 4689461 h 6854893"/>
              <a:gd name="connsiteX207" fmla="*/ 7425988 w 8377613"/>
              <a:gd name="connsiteY207" fmla="*/ 4704596 h 6854893"/>
              <a:gd name="connsiteX208" fmla="*/ 7892523 w 8377613"/>
              <a:gd name="connsiteY208" fmla="*/ 4031207 h 6854893"/>
              <a:gd name="connsiteX209" fmla="*/ 2932006 w 8377613"/>
              <a:gd name="connsiteY209" fmla="*/ 3914945 h 6854893"/>
              <a:gd name="connsiteX210" fmla="*/ 3197032 w 8377613"/>
              <a:gd name="connsiteY210" fmla="*/ 3975926 h 6854893"/>
              <a:gd name="connsiteX211" fmla="*/ 2776030 w 8377613"/>
              <a:gd name="connsiteY211" fmla="*/ 4341243 h 6854893"/>
              <a:gd name="connsiteX212" fmla="*/ 2511067 w 8377613"/>
              <a:gd name="connsiteY212" fmla="*/ 4280262 h 6854893"/>
              <a:gd name="connsiteX213" fmla="*/ 3782306 w 8377613"/>
              <a:gd name="connsiteY213" fmla="*/ 3851051 h 6854893"/>
              <a:gd name="connsiteX214" fmla="*/ 3782306 w 8377613"/>
              <a:gd name="connsiteY214" fmla="*/ 3851114 h 6854893"/>
              <a:gd name="connsiteX215" fmla="*/ 3443123 w 8377613"/>
              <a:gd name="connsiteY215" fmla="*/ 4043113 h 6854893"/>
              <a:gd name="connsiteX216" fmla="*/ 3605116 w 8377613"/>
              <a:gd name="connsiteY216" fmla="*/ 4080664 h 6854893"/>
              <a:gd name="connsiteX217" fmla="*/ 3852410 w 8377613"/>
              <a:gd name="connsiteY217" fmla="*/ 3919124 h 6854893"/>
              <a:gd name="connsiteX218" fmla="*/ 2522973 w 8377613"/>
              <a:gd name="connsiteY218" fmla="*/ 3810460 h 6854893"/>
              <a:gd name="connsiteX219" fmla="*/ 2740187 w 8377613"/>
              <a:gd name="connsiteY219" fmla="*/ 3859979 h 6854893"/>
              <a:gd name="connsiteX220" fmla="*/ 2270106 w 8377613"/>
              <a:gd name="connsiteY220" fmla="*/ 4230869 h 6854893"/>
              <a:gd name="connsiteX221" fmla="*/ 2052892 w 8377613"/>
              <a:gd name="connsiteY221" fmla="*/ 4181413 h 6854893"/>
              <a:gd name="connsiteX222" fmla="*/ 2113876 w 8377613"/>
              <a:gd name="connsiteY222" fmla="*/ 3706038 h 6854893"/>
              <a:gd name="connsiteX223" fmla="*/ 2283277 w 8377613"/>
              <a:gd name="connsiteY223" fmla="*/ 3743969 h 6854893"/>
              <a:gd name="connsiteX224" fmla="*/ 1764181 w 8377613"/>
              <a:gd name="connsiteY224" fmla="*/ 4120558 h 6854893"/>
              <a:gd name="connsiteX225" fmla="*/ 1594716 w 8377613"/>
              <a:gd name="connsiteY225" fmla="*/ 4082626 h 6854893"/>
              <a:gd name="connsiteX226" fmla="*/ 4029854 w 8377613"/>
              <a:gd name="connsiteY226" fmla="*/ 3616815 h 6854893"/>
              <a:gd name="connsiteX227" fmla="*/ 3667050 w 8377613"/>
              <a:gd name="connsiteY227" fmla="*/ 3712624 h 6854893"/>
              <a:gd name="connsiteX228" fmla="*/ 3808144 w 8377613"/>
              <a:gd name="connsiteY228" fmla="*/ 3789310 h 6854893"/>
              <a:gd name="connsiteX229" fmla="*/ 4078046 w 8377613"/>
              <a:gd name="connsiteY229" fmla="*/ 3699136 h 6854893"/>
              <a:gd name="connsiteX230" fmla="*/ 4029854 w 8377613"/>
              <a:gd name="connsiteY230" fmla="*/ 3616878 h 6854893"/>
              <a:gd name="connsiteX231" fmla="*/ 1704780 w 8377613"/>
              <a:gd name="connsiteY231" fmla="*/ 3601554 h 6854893"/>
              <a:gd name="connsiteX232" fmla="*/ 1826432 w 8377613"/>
              <a:gd name="connsiteY232" fmla="*/ 3628023 h 6854893"/>
              <a:gd name="connsiteX233" fmla="*/ 1258257 w 8377613"/>
              <a:gd name="connsiteY233" fmla="*/ 4010248 h 6854893"/>
              <a:gd name="connsiteX234" fmla="*/ 1136541 w 8377613"/>
              <a:gd name="connsiteY234" fmla="*/ 3983778 h 6854893"/>
              <a:gd name="connsiteX235" fmla="*/ 6998147 w 8377613"/>
              <a:gd name="connsiteY235" fmla="*/ 3509607 h 6854893"/>
              <a:gd name="connsiteX236" fmla="*/ 6772004 w 8377613"/>
              <a:gd name="connsiteY236" fmla="*/ 3649363 h 6854893"/>
              <a:gd name="connsiteX237" fmla="*/ 6664917 w 8377613"/>
              <a:gd name="connsiteY237" fmla="*/ 4095545 h 6854893"/>
              <a:gd name="connsiteX238" fmla="*/ 6819183 w 8377613"/>
              <a:gd name="connsiteY238" fmla="*/ 4090162 h 6854893"/>
              <a:gd name="connsiteX239" fmla="*/ 6998084 w 8377613"/>
              <a:gd name="connsiteY239" fmla="*/ 3509671 h 6854893"/>
              <a:gd name="connsiteX240" fmla="*/ 1295683 w 8377613"/>
              <a:gd name="connsiteY240" fmla="*/ 3497132 h 6854893"/>
              <a:gd name="connsiteX241" fmla="*/ 1369586 w 8377613"/>
              <a:gd name="connsiteY241" fmla="*/ 3512013 h 6854893"/>
              <a:gd name="connsiteX242" fmla="*/ 752268 w 8377613"/>
              <a:gd name="connsiteY242" fmla="*/ 3899873 h 6854893"/>
              <a:gd name="connsiteX243" fmla="*/ 678365 w 8377613"/>
              <a:gd name="connsiteY243" fmla="*/ 3884992 h 6854893"/>
              <a:gd name="connsiteX244" fmla="*/ 3224262 w 8377613"/>
              <a:gd name="connsiteY244" fmla="*/ 3461671 h 6854893"/>
              <a:gd name="connsiteX245" fmla="*/ 3455155 w 8377613"/>
              <a:gd name="connsiteY245" fmla="*/ 3586610 h 6854893"/>
              <a:gd name="connsiteX246" fmla="*/ 2973295 w 8377613"/>
              <a:gd name="connsiteY246" fmla="*/ 3825785 h 6854893"/>
              <a:gd name="connsiteX247" fmla="*/ 2742339 w 8377613"/>
              <a:gd name="connsiteY247" fmla="*/ 3700783 h 6854893"/>
              <a:gd name="connsiteX248" fmla="*/ 3957344 w 8377613"/>
              <a:gd name="connsiteY248" fmla="*/ 3456542 h 6854893"/>
              <a:gd name="connsiteX249" fmla="*/ 4069307 w 8377613"/>
              <a:gd name="connsiteY249" fmla="*/ 3564952 h 6854893"/>
              <a:gd name="connsiteX250" fmla="*/ 4342376 w 8377613"/>
              <a:gd name="connsiteY250" fmla="*/ 3548045 h 6854893"/>
              <a:gd name="connsiteX251" fmla="*/ 4318058 w 8377613"/>
              <a:gd name="connsiteY251" fmla="*/ 3457935 h 6854893"/>
              <a:gd name="connsiteX252" fmla="*/ 4318121 w 8377613"/>
              <a:gd name="connsiteY252" fmla="*/ 3457871 h 6854893"/>
              <a:gd name="connsiteX253" fmla="*/ 886586 w 8377613"/>
              <a:gd name="connsiteY253" fmla="*/ 3392648 h 6854893"/>
              <a:gd name="connsiteX254" fmla="*/ 912741 w 8377613"/>
              <a:gd name="connsiteY254" fmla="*/ 3396068 h 6854893"/>
              <a:gd name="connsiteX255" fmla="*/ 246345 w 8377613"/>
              <a:gd name="connsiteY255" fmla="*/ 3789563 h 6854893"/>
              <a:gd name="connsiteX256" fmla="*/ 220255 w 8377613"/>
              <a:gd name="connsiteY256" fmla="*/ 3786144 h 6854893"/>
              <a:gd name="connsiteX257" fmla="*/ 8377612 w 8377613"/>
              <a:gd name="connsiteY257" fmla="*/ 3340344 h 6854893"/>
              <a:gd name="connsiteX258" fmla="*/ 8377612 w 8377613"/>
              <a:gd name="connsiteY258" fmla="*/ 3748466 h 6854893"/>
              <a:gd name="connsiteX259" fmla="*/ 8179017 w 8377613"/>
              <a:gd name="connsiteY259" fmla="*/ 3810080 h 6854893"/>
              <a:gd name="connsiteX260" fmla="*/ 4290511 w 8377613"/>
              <a:gd name="connsiteY260" fmla="*/ 3287721 h 6854893"/>
              <a:gd name="connsiteX261" fmla="*/ 4367517 w 8377613"/>
              <a:gd name="connsiteY261" fmla="*/ 3418801 h 6854893"/>
              <a:gd name="connsiteX262" fmla="*/ 4625387 w 8377613"/>
              <a:gd name="connsiteY262" fmla="*/ 3472056 h 6854893"/>
              <a:gd name="connsiteX263" fmla="*/ 4625260 w 8377613"/>
              <a:gd name="connsiteY263" fmla="*/ 3380553 h 6854893"/>
              <a:gd name="connsiteX264" fmla="*/ 2870261 w 8377613"/>
              <a:gd name="connsiteY264" fmla="*/ 3258911 h 6854893"/>
              <a:gd name="connsiteX265" fmla="*/ 3059737 w 8377613"/>
              <a:gd name="connsiteY265" fmla="*/ 3360923 h 6854893"/>
              <a:gd name="connsiteX266" fmla="*/ 2530825 w 8377613"/>
              <a:gd name="connsiteY266" fmla="*/ 3592878 h 6854893"/>
              <a:gd name="connsiteX267" fmla="*/ 2341412 w 8377613"/>
              <a:gd name="connsiteY267" fmla="*/ 3490927 h 6854893"/>
              <a:gd name="connsiteX268" fmla="*/ 4641916 w 8377613"/>
              <a:gd name="connsiteY268" fmla="*/ 3212429 h 6854893"/>
              <a:gd name="connsiteX269" fmla="*/ 4680862 w 8377613"/>
              <a:gd name="connsiteY269" fmla="*/ 3356110 h 6854893"/>
              <a:gd name="connsiteX270" fmla="*/ 4680862 w 8377613"/>
              <a:gd name="connsiteY270" fmla="*/ 3356046 h 6854893"/>
              <a:gd name="connsiteX271" fmla="*/ 4721645 w 8377613"/>
              <a:gd name="connsiteY271" fmla="*/ 3376943 h 6854893"/>
              <a:gd name="connsiteX272" fmla="*/ 4748433 w 8377613"/>
              <a:gd name="connsiteY272" fmla="*/ 3276387 h 6854893"/>
              <a:gd name="connsiteX273" fmla="*/ 3608408 w 8377613"/>
              <a:gd name="connsiteY273" fmla="*/ 3106554 h 6854893"/>
              <a:gd name="connsiteX274" fmla="*/ 3791805 w 8377613"/>
              <a:gd name="connsiteY274" fmla="*/ 3283480 h 6854893"/>
              <a:gd name="connsiteX275" fmla="*/ 3284741 w 8377613"/>
              <a:gd name="connsiteY275" fmla="*/ 3387646 h 6854893"/>
              <a:gd name="connsiteX276" fmla="*/ 3101344 w 8377613"/>
              <a:gd name="connsiteY276" fmla="*/ 3210722 h 6854893"/>
              <a:gd name="connsiteX277" fmla="*/ 8172114 w 8377613"/>
              <a:gd name="connsiteY277" fmla="*/ 3096359 h 6854893"/>
              <a:gd name="connsiteX278" fmla="*/ 7881250 w 8377613"/>
              <a:gd name="connsiteY278" fmla="*/ 3885372 h 6854893"/>
              <a:gd name="connsiteX279" fmla="*/ 7481146 w 8377613"/>
              <a:gd name="connsiteY279" fmla="*/ 4008601 h 6854893"/>
              <a:gd name="connsiteX280" fmla="*/ 7772010 w 8377613"/>
              <a:gd name="connsiteY280" fmla="*/ 3219588 h 6854893"/>
              <a:gd name="connsiteX281" fmla="*/ 2516324 w 8377613"/>
              <a:gd name="connsiteY281" fmla="*/ 3056211 h 6854893"/>
              <a:gd name="connsiteX282" fmla="*/ 2664257 w 8377613"/>
              <a:gd name="connsiteY282" fmla="*/ 3135177 h 6854893"/>
              <a:gd name="connsiteX283" fmla="*/ 2088355 w 8377613"/>
              <a:gd name="connsiteY283" fmla="*/ 3360037 h 6854893"/>
              <a:gd name="connsiteX284" fmla="*/ 1940422 w 8377613"/>
              <a:gd name="connsiteY284" fmla="*/ 3281137 h 6854893"/>
              <a:gd name="connsiteX285" fmla="*/ 6735844 w 8377613"/>
              <a:gd name="connsiteY285" fmla="*/ 2946469 h 6854893"/>
              <a:gd name="connsiteX286" fmla="*/ 6735781 w 8377613"/>
              <a:gd name="connsiteY286" fmla="*/ 2946531 h 6854893"/>
              <a:gd name="connsiteX287" fmla="*/ 6545544 w 8377613"/>
              <a:gd name="connsiteY287" fmla="*/ 3145052 h 6854893"/>
              <a:gd name="connsiteX288" fmla="*/ 6555803 w 8377613"/>
              <a:gd name="connsiteY288" fmla="*/ 3613459 h 6854893"/>
              <a:gd name="connsiteX289" fmla="*/ 6709373 w 8377613"/>
              <a:gd name="connsiteY289" fmla="*/ 3566599 h 6854893"/>
              <a:gd name="connsiteX290" fmla="*/ 2162385 w 8377613"/>
              <a:gd name="connsiteY290" fmla="*/ 2853512 h 6854893"/>
              <a:gd name="connsiteX291" fmla="*/ 2268838 w 8377613"/>
              <a:gd name="connsiteY291" fmla="*/ 2909426 h 6854893"/>
              <a:gd name="connsiteX292" fmla="*/ 1645948 w 8377613"/>
              <a:gd name="connsiteY292" fmla="*/ 3127198 h 6854893"/>
              <a:gd name="connsiteX293" fmla="*/ 1539494 w 8377613"/>
              <a:gd name="connsiteY293" fmla="*/ 3071283 h 6854893"/>
              <a:gd name="connsiteX294" fmla="*/ 3556733 w 8377613"/>
              <a:gd name="connsiteY294" fmla="*/ 2837743 h 6854893"/>
              <a:gd name="connsiteX295" fmla="*/ 4053665 w 8377613"/>
              <a:gd name="connsiteY295" fmla="*/ 2867760 h 6854893"/>
              <a:gd name="connsiteX296" fmla="*/ 4179940 w 8377613"/>
              <a:gd name="connsiteY296" fmla="*/ 3081857 h 6854893"/>
              <a:gd name="connsiteX297" fmla="*/ 3683008 w 8377613"/>
              <a:gd name="connsiteY297" fmla="*/ 3051843 h 6854893"/>
              <a:gd name="connsiteX298" fmla="*/ 3330146 w 8377613"/>
              <a:gd name="connsiteY298" fmla="*/ 2824762 h 6854893"/>
              <a:gd name="connsiteX299" fmla="*/ 3480739 w 8377613"/>
              <a:gd name="connsiteY299" fmla="*/ 2969394 h 6854893"/>
              <a:gd name="connsiteX300" fmla="*/ 2931752 w 8377613"/>
              <a:gd name="connsiteY300" fmla="*/ 3054882 h 6854893"/>
              <a:gd name="connsiteX301" fmla="*/ 2781159 w 8377613"/>
              <a:gd name="connsiteY301" fmla="*/ 2910314 h 6854893"/>
              <a:gd name="connsiteX302" fmla="*/ 1808447 w 8377613"/>
              <a:gd name="connsiteY302" fmla="*/ 2650810 h 6854893"/>
              <a:gd name="connsiteX303" fmla="*/ 1873358 w 8377613"/>
              <a:gd name="connsiteY303" fmla="*/ 2683675 h 6854893"/>
              <a:gd name="connsiteX304" fmla="*/ 1203478 w 8377613"/>
              <a:gd name="connsiteY304" fmla="*/ 2894357 h 6854893"/>
              <a:gd name="connsiteX305" fmla="*/ 1138567 w 8377613"/>
              <a:gd name="connsiteY305" fmla="*/ 2861491 h 6854893"/>
              <a:gd name="connsiteX306" fmla="*/ 4072536 w 8377613"/>
              <a:gd name="connsiteY306" fmla="*/ 2600024 h 6854893"/>
              <a:gd name="connsiteX307" fmla="*/ 4526595 w 8377613"/>
              <a:gd name="connsiteY307" fmla="*/ 2754536 h 6854893"/>
              <a:gd name="connsiteX308" fmla="*/ 4590619 w 8377613"/>
              <a:gd name="connsiteY308" fmla="*/ 2989341 h 6854893"/>
              <a:gd name="connsiteX309" fmla="*/ 4136560 w 8377613"/>
              <a:gd name="connsiteY309" fmla="*/ 2834831 h 6854893"/>
              <a:gd name="connsiteX310" fmla="*/ 3051822 w 8377613"/>
              <a:gd name="connsiteY310" fmla="*/ 2542972 h 6854893"/>
              <a:gd name="connsiteX311" fmla="*/ 3169611 w 8377613"/>
              <a:gd name="connsiteY311" fmla="*/ 2655244 h 6854893"/>
              <a:gd name="connsiteX312" fmla="*/ 2578764 w 8377613"/>
              <a:gd name="connsiteY312" fmla="*/ 2722114 h 6854893"/>
              <a:gd name="connsiteX313" fmla="*/ 2461038 w 8377613"/>
              <a:gd name="connsiteY313" fmla="*/ 2609840 h 6854893"/>
              <a:gd name="connsiteX314" fmla="*/ 3334136 w 8377613"/>
              <a:gd name="connsiteY314" fmla="*/ 2471985 h 6854893"/>
              <a:gd name="connsiteX315" fmla="*/ 3865328 w 8377613"/>
              <a:gd name="connsiteY315" fmla="*/ 2530307 h 6854893"/>
              <a:gd name="connsiteX316" fmla="*/ 3969186 w 8377613"/>
              <a:gd name="connsiteY316" fmla="*/ 2705459 h 6854893"/>
              <a:gd name="connsiteX317" fmla="*/ 3438057 w 8377613"/>
              <a:gd name="connsiteY317" fmla="*/ 2647136 h 6854893"/>
              <a:gd name="connsiteX318" fmla="*/ 6323644 w 8377613"/>
              <a:gd name="connsiteY318" fmla="*/ 2462165 h 6854893"/>
              <a:gd name="connsiteX319" fmla="*/ 6323662 w 8377613"/>
              <a:gd name="connsiteY319" fmla="*/ 2462248 h 6854893"/>
              <a:gd name="connsiteX320" fmla="*/ 6185020 w 8377613"/>
              <a:gd name="connsiteY320" fmla="*/ 2709004 h 6854893"/>
              <a:gd name="connsiteX321" fmla="*/ 6318958 w 8377613"/>
              <a:gd name="connsiteY321" fmla="*/ 3167722 h 6854893"/>
              <a:gd name="connsiteX322" fmla="*/ 6460812 w 8377613"/>
              <a:gd name="connsiteY322" fmla="*/ 3080272 h 6854893"/>
              <a:gd name="connsiteX323" fmla="*/ 6323662 w 8377613"/>
              <a:gd name="connsiteY323" fmla="*/ 2462248 h 6854893"/>
              <a:gd name="connsiteX324" fmla="*/ 6323708 w 8377613"/>
              <a:gd name="connsiteY324" fmla="*/ 2462165 h 6854893"/>
              <a:gd name="connsiteX325" fmla="*/ 1454445 w 8377613"/>
              <a:gd name="connsiteY325" fmla="*/ 2448107 h 6854893"/>
              <a:gd name="connsiteX326" fmla="*/ 1477877 w 8377613"/>
              <a:gd name="connsiteY326" fmla="*/ 2457922 h 6854893"/>
              <a:gd name="connsiteX327" fmla="*/ 761071 w 8377613"/>
              <a:gd name="connsiteY327" fmla="*/ 2661508 h 6854893"/>
              <a:gd name="connsiteX328" fmla="*/ 737640 w 8377613"/>
              <a:gd name="connsiteY328" fmla="*/ 2651630 h 6854893"/>
              <a:gd name="connsiteX329" fmla="*/ 2773559 w 8377613"/>
              <a:gd name="connsiteY329" fmla="*/ 2261241 h 6854893"/>
              <a:gd name="connsiteX330" fmla="*/ 2858482 w 8377613"/>
              <a:gd name="connsiteY330" fmla="*/ 2341154 h 6854893"/>
              <a:gd name="connsiteX331" fmla="*/ 2225775 w 8377613"/>
              <a:gd name="connsiteY331" fmla="*/ 2389347 h 6854893"/>
              <a:gd name="connsiteX332" fmla="*/ 2140853 w 8377613"/>
              <a:gd name="connsiteY332" fmla="*/ 2309430 h 6854893"/>
              <a:gd name="connsiteX333" fmla="*/ 7806081 w 8377613"/>
              <a:gd name="connsiteY333" fmla="*/ 2223312 h 6854893"/>
              <a:gd name="connsiteX334" fmla="*/ 7722172 w 8377613"/>
              <a:gd name="connsiteY334" fmla="*/ 3078945 h 6854893"/>
              <a:gd name="connsiteX335" fmla="*/ 7352781 w 8377613"/>
              <a:gd name="connsiteY335" fmla="*/ 3308051 h 6854893"/>
              <a:gd name="connsiteX336" fmla="*/ 7436690 w 8377613"/>
              <a:gd name="connsiteY336" fmla="*/ 2452419 h 6854893"/>
              <a:gd name="connsiteX337" fmla="*/ 3956837 w 8377613"/>
              <a:gd name="connsiteY337" fmla="*/ 2197219 h 6854893"/>
              <a:gd name="connsiteX338" fmla="*/ 4435657 w 8377613"/>
              <a:gd name="connsiteY338" fmla="*/ 2387189 h 6854893"/>
              <a:gd name="connsiteX339" fmla="*/ 4488536 w 8377613"/>
              <a:gd name="connsiteY339" fmla="*/ 2579443 h 6854893"/>
              <a:gd name="connsiteX340" fmla="*/ 4009715 w 8377613"/>
              <a:gd name="connsiteY340" fmla="*/ 2389471 h 6854893"/>
              <a:gd name="connsiteX341" fmla="*/ 3111603 w 8377613"/>
              <a:gd name="connsiteY341" fmla="*/ 2106224 h 6854893"/>
              <a:gd name="connsiteX342" fmla="*/ 3676992 w 8377613"/>
              <a:gd name="connsiteY342" fmla="*/ 2192851 h 6854893"/>
              <a:gd name="connsiteX343" fmla="*/ 3758368 w 8377613"/>
              <a:gd name="connsiteY343" fmla="*/ 2329060 h 6854893"/>
              <a:gd name="connsiteX344" fmla="*/ 3192979 w 8377613"/>
              <a:gd name="connsiteY344" fmla="*/ 2242432 h 6854893"/>
              <a:gd name="connsiteX345" fmla="*/ 5781750 w 8377613"/>
              <a:gd name="connsiteY345" fmla="*/ 2095963 h 6854893"/>
              <a:gd name="connsiteX346" fmla="*/ 5707593 w 8377613"/>
              <a:gd name="connsiteY346" fmla="*/ 2376487 h 6854893"/>
              <a:gd name="connsiteX347" fmla="*/ 5963247 w 8377613"/>
              <a:gd name="connsiteY347" fmla="*/ 2792400 h 6854893"/>
              <a:gd name="connsiteX348" fmla="*/ 6082683 w 8377613"/>
              <a:gd name="connsiteY348" fmla="*/ 2668031 h 6854893"/>
              <a:gd name="connsiteX349" fmla="*/ 2495298 w 8377613"/>
              <a:gd name="connsiteY349" fmla="*/ 1979451 h 6854893"/>
              <a:gd name="connsiteX350" fmla="*/ 2547417 w 8377613"/>
              <a:gd name="connsiteY350" fmla="*/ 2027072 h 6854893"/>
              <a:gd name="connsiteX351" fmla="*/ 1872851 w 8377613"/>
              <a:gd name="connsiteY351" fmla="*/ 2056580 h 6854893"/>
              <a:gd name="connsiteX352" fmla="*/ 1820669 w 8377613"/>
              <a:gd name="connsiteY352" fmla="*/ 2008961 h 6854893"/>
              <a:gd name="connsiteX353" fmla="*/ 8377613 w 8377613"/>
              <a:gd name="connsiteY353" fmla="*/ 1857548 h 6854893"/>
              <a:gd name="connsiteX354" fmla="*/ 8377613 w 8377613"/>
              <a:gd name="connsiteY354" fmla="*/ 2230399 h 6854893"/>
              <a:gd name="connsiteX355" fmla="*/ 8303646 w 8377613"/>
              <a:gd name="connsiteY355" fmla="*/ 2736295 h 6854893"/>
              <a:gd name="connsiteX356" fmla="*/ 8001383 w 8377613"/>
              <a:gd name="connsiteY356" fmla="*/ 2924622 h 6854893"/>
              <a:gd name="connsiteX357" fmla="*/ 8135321 w 8377613"/>
              <a:gd name="connsiteY357" fmla="*/ 2008513 h 6854893"/>
              <a:gd name="connsiteX358" fmla="*/ 3841137 w 8377613"/>
              <a:gd name="connsiteY358" fmla="*/ 1794411 h 6854893"/>
              <a:gd name="connsiteX359" fmla="*/ 4344718 w 8377613"/>
              <a:gd name="connsiteY359" fmla="*/ 2019845 h 6854893"/>
              <a:gd name="connsiteX360" fmla="*/ 4386451 w 8377613"/>
              <a:gd name="connsiteY360" fmla="*/ 2169480 h 6854893"/>
              <a:gd name="connsiteX361" fmla="*/ 3882870 w 8377613"/>
              <a:gd name="connsiteY361" fmla="*/ 1944046 h 6854893"/>
              <a:gd name="connsiteX362" fmla="*/ 2889006 w 8377613"/>
              <a:gd name="connsiteY362" fmla="*/ 1740524 h 6854893"/>
              <a:gd name="connsiteX363" fmla="*/ 3488655 w 8377613"/>
              <a:gd name="connsiteY363" fmla="*/ 1855394 h 6854893"/>
              <a:gd name="connsiteX364" fmla="*/ 3547613 w 8377613"/>
              <a:gd name="connsiteY364" fmla="*/ 1952660 h 6854893"/>
              <a:gd name="connsiteX365" fmla="*/ 2947964 w 8377613"/>
              <a:gd name="connsiteY365" fmla="*/ 1837790 h 6854893"/>
              <a:gd name="connsiteX366" fmla="*/ 2216973 w 8377613"/>
              <a:gd name="connsiteY366" fmla="*/ 1697653 h 6854893"/>
              <a:gd name="connsiteX367" fmla="*/ 2236289 w 8377613"/>
              <a:gd name="connsiteY367" fmla="*/ 1712914 h 6854893"/>
              <a:gd name="connsiteX368" fmla="*/ 1519863 w 8377613"/>
              <a:gd name="connsiteY368" fmla="*/ 1723806 h 6854893"/>
              <a:gd name="connsiteX369" fmla="*/ 1500548 w 8377613"/>
              <a:gd name="connsiteY369" fmla="*/ 1708545 h 6854893"/>
              <a:gd name="connsiteX370" fmla="*/ 4596319 w 8377613"/>
              <a:gd name="connsiteY370" fmla="*/ 1684169 h 6854893"/>
              <a:gd name="connsiteX371" fmla="*/ 5007949 w 8377613"/>
              <a:gd name="connsiteY371" fmla="*/ 2025486 h 6854893"/>
              <a:gd name="connsiteX372" fmla="*/ 5009468 w 8377613"/>
              <a:gd name="connsiteY372" fmla="*/ 2177779 h 6854893"/>
              <a:gd name="connsiteX373" fmla="*/ 4597839 w 8377613"/>
              <a:gd name="connsiteY373" fmla="*/ 1836527 h 6854893"/>
              <a:gd name="connsiteX374" fmla="*/ 7207825 w 8377613"/>
              <a:gd name="connsiteY374" fmla="*/ 1461648 h 6854893"/>
              <a:gd name="connsiteX375" fmla="*/ 7349425 w 8377613"/>
              <a:gd name="connsiteY375" fmla="*/ 2327223 h 6854893"/>
              <a:gd name="connsiteX376" fmla="*/ 7038867 w 8377613"/>
              <a:gd name="connsiteY376" fmla="*/ 2652392 h 6854893"/>
              <a:gd name="connsiteX377" fmla="*/ 6897266 w 8377613"/>
              <a:gd name="connsiteY377" fmla="*/ 1786755 h 6854893"/>
              <a:gd name="connsiteX378" fmla="*/ 3725438 w 8377613"/>
              <a:gd name="connsiteY378" fmla="*/ 1391544 h 6854893"/>
              <a:gd name="connsiteX379" fmla="*/ 4253780 w 8377613"/>
              <a:gd name="connsiteY379" fmla="*/ 1652503 h 6854893"/>
              <a:gd name="connsiteX380" fmla="*/ 4284367 w 8377613"/>
              <a:gd name="connsiteY380" fmla="*/ 1759584 h 6854893"/>
              <a:gd name="connsiteX381" fmla="*/ 3756025 w 8377613"/>
              <a:gd name="connsiteY381" fmla="*/ 1498625 h 6854893"/>
              <a:gd name="connsiteX382" fmla="*/ 2666409 w 8377613"/>
              <a:gd name="connsiteY382" fmla="*/ 1374763 h 6854893"/>
              <a:gd name="connsiteX383" fmla="*/ 3300319 w 8377613"/>
              <a:gd name="connsiteY383" fmla="*/ 1517939 h 6854893"/>
              <a:gd name="connsiteX384" fmla="*/ 3336859 w 8377613"/>
              <a:gd name="connsiteY384" fmla="*/ 1576260 h 6854893"/>
              <a:gd name="connsiteX385" fmla="*/ 2702949 w 8377613"/>
              <a:gd name="connsiteY385" fmla="*/ 1433084 h 6854893"/>
              <a:gd name="connsiteX386" fmla="*/ 5247201 w 8377613"/>
              <a:gd name="connsiteY386" fmla="*/ 1300358 h 6854893"/>
              <a:gd name="connsiteX387" fmla="*/ 5828549 w 8377613"/>
              <a:gd name="connsiteY387" fmla="*/ 1919225 h 6854893"/>
              <a:gd name="connsiteX388" fmla="*/ 5826649 w 8377613"/>
              <a:gd name="connsiteY388" fmla="*/ 1926508 h 6854893"/>
              <a:gd name="connsiteX389" fmla="*/ 6025244 w 8377613"/>
              <a:gd name="connsiteY389" fmla="*/ 1573096 h 6854893"/>
              <a:gd name="connsiteX390" fmla="*/ 6411163 w 8377613"/>
              <a:gd name="connsiteY390" fmla="*/ 2306640 h 6854893"/>
              <a:gd name="connsiteX391" fmla="*/ 6407553 w 8377613"/>
              <a:gd name="connsiteY391" fmla="*/ 2313037 h 6854893"/>
              <a:gd name="connsiteX392" fmla="*/ 6679925 w 8377613"/>
              <a:gd name="connsiteY392" fmla="*/ 2028776 h 6854893"/>
              <a:gd name="connsiteX393" fmla="*/ 6855786 w 8377613"/>
              <a:gd name="connsiteY393" fmla="*/ 2821403 h 6854893"/>
              <a:gd name="connsiteX394" fmla="*/ 6850847 w 8377613"/>
              <a:gd name="connsiteY394" fmla="*/ 2826532 h 6854893"/>
              <a:gd name="connsiteX395" fmla="*/ 7174578 w 8377613"/>
              <a:gd name="connsiteY395" fmla="*/ 2626427 h 6854893"/>
              <a:gd name="connsiteX396" fmla="*/ 7140634 w 8377613"/>
              <a:gd name="connsiteY396" fmla="*/ 3421650 h 6854893"/>
              <a:gd name="connsiteX397" fmla="*/ 7134808 w 8377613"/>
              <a:gd name="connsiteY397" fmla="*/ 3425260 h 6854893"/>
              <a:gd name="connsiteX398" fmla="*/ 7485263 w 8377613"/>
              <a:gd name="connsiteY398" fmla="*/ 3317926 h 6854893"/>
              <a:gd name="connsiteX399" fmla="*/ 7255827 w 8377613"/>
              <a:gd name="connsiteY399" fmla="*/ 4062363 h 6854893"/>
              <a:gd name="connsiteX400" fmla="*/ 7249494 w 8377613"/>
              <a:gd name="connsiteY400" fmla="*/ 4064326 h 6854893"/>
              <a:gd name="connsiteX401" fmla="*/ 7601723 w 8377613"/>
              <a:gd name="connsiteY401" fmla="*/ 4051598 h 6854893"/>
              <a:gd name="connsiteX402" fmla="*/ 7203392 w 8377613"/>
              <a:gd name="connsiteY402" fmla="*/ 4698391 h 6854893"/>
              <a:gd name="connsiteX403" fmla="*/ 7197059 w 8377613"/>
              <a:gd name="connsiteY403" fmla="*/ 4698644 h 6854893"/>
              <a:gd name="connsiteX404" fmla="*/ 7527376 w 8377613"/>
              <a:gd name="connsiteY404" fmla="*/ 4775963 h 6854893"/>
              <a:gd name="connsiteX405" fmla="*/ 6996437 w 8377613"/>
              <a:gd name="connsiteY405" fmla="*/ 5287368 h 6854893"/>
              <a:gd name="connsiteX406" fmla="*/ 6990484 w 8377613"/>
              <a:gd name="connsiteY406" fmla="*/ 5285975 h 6854893"/>
              <a:gd name="connsiteX407" fmla="*/ 7277992 w 8377613"/>
              <a:gd name="connsiteY407" fmla="*/ 5443019 h 6854893"/>
              <a:gd name="connsiteX408" fmla="*/ 6657571 w 8377613"/>
              <a:gd name="connsiteY408" fmla="*/ 5792568 h 6854893"/>
              <a:gd name="connsiteX409" fmla="*/ 6652378 w 8377613"/>
              <a:gd name="connsiteY409" fmla="*/ 5789718 h 6854893"/>
              <a:gd name="connsiteX410" fmla="*/ 6880357 w 8377613"/>
              <a:gd name="connsiteY410" fmla="*/ 6011353 h 6854893"/>
              <a:gd name="connsiteX411" fmla="*/ 6217127 w 8377613"/>
              <a:gd name="connsiteY411" fmla="*/ 6184987 h 6854893"/>
              <a:gd name="connsiteX412" fmla="*/ 6213011 w 8377613"/>
              <a:gd name="connsiteY412" fmla="*/ 6180998 h 6854893"/>
              <a:gd name="connsiteX413" fmla="*/ 6369557 w 8377613"/>
              <a:gd name="connsiteY413" fmla="*/ 6448732 h 6854893"/>
              <a:gd name="connsiteX414" fmla="*/ 5710379 w 8377613"/>
              <a:gd name="connsiteY414" fmla="*/ 6444869 h 6854893"/>
              <a:gd name="connsiteX415" fmla="*/ 5710443 w 8377613"/>
              <a:gd name="connsiteY415" fmla="*/ 6444996 h 6854893"/>
              <a:gd name="connsiteX416" fmla="*/ 5707593 w 8377613"/>
              <a:gd name="connsiteY416" fmla="*/ 6440120 h 6854893"/>
              <a:gd name="connsiteX417" fmla="*/ 5786372 w 8377613"/>
              <a:gd name="connsiteY417" fmla="*/ 6733437 h 6854893"/>
              <a:gd name="connsiteX418" fmla="*/ 5175071 w 8377613"/>
              <a:gd name="connsiteY418" fmla="*/ 6562525 h 6854893"/>
              <a:gd name="connsiteX419" fmla="*/ 5173615 w 8377613"/>
              <a:gd name="connsiteY419" fmla="*/ 6557206 h 6854893"/>
              <a:gd name="connsiteX420" fmla="*/ 5173804 w 8377613"/>
              <a:gd name="connsiteY420" fmla="*/ 6839062 h 6854893"/>
              <a:gd name="connsiteX421" fmla="*/ 5173804 w 8377613"/>
              <a:gd name="connsiteY421" fmla="*/ 6854893 h 6854893"/>
              <a:gd name="connsiteX422" fmla="*/ 5147524 w 8377613"/>
              <a:gd name="connsiteY422" fmla="*/ 6839062 h 6854893"/>
              <a:gd name="connsiteX423" fmla="*/ 4648565 w 8377613"/>
              <a:gd name="connsiteY423" fmla="*/ 6537956 h 6854893"/>
              <a:gd name="connsiteX424" fmla="*/ 4648565 w 8377613"/>
              <a:gd name="connsiteY424" fmla="*/ 6532573 h 6854893"/>
              <a:gd name="connsiteX425" fmla="*/ 4574662 w 8377613"/>
              <a:gd name="connsiteY425" fmla="*/ 6814556 h 6854893"/>
              <a:gd name="connsiteX426" fmla="*/ 4165755 w 8377613"/>
              <a:gd name="connsiteY426" fmla="*/ 6381165 h 6854893"/>
              <a:gd name="connsiteX427" fmla="*/ 4167085 w 8377613"/>
              <a:gd name="connsiteY427" fmla="*/ 6376100 h 6854893"/>
              <a:gd name="connsiteX428" fmla="*/ 4028208 w 8377613"/>
              <a:gd name="connsiteY428" fmla="*/ 6624393 h 6854893"/>
              <a:gd name="connsiteX429" fmla="*/ 3756279 w 8377613"/>
              <a:gd name="connsiteY429" fmla="*/ 6110201 h 6854893"/>
              <a:gd name="connsiteX430" fmla="*/ 3758812 w 8377613"/>
              <a:gd name="connsiteY430" fmla="*/ 6105706 h 6854893"/>
              <a:gd name="connsiteX431" fmla="*/ 3568069 w 8377613"/>
              <a:gd name="connsiteY431" fmla="*/ 6305620 h 6854893"/>
              <a:gd name="connsiteX432" fmla="*/ 3443440 w 8377613"/>
              <a:gd name="connsiteY432" fmla="*/ 5749697 h 6854893"/>
              <a:gd name="connsiteX433" fmla="*/ 3446860 w 8377613"/>
              <a:gd name="connsiteY433" fmla="*/ 5746088 h 6854893"/>
              <a:gd name="connsiteX434" fmla="*/ 3219957 w 8377613"/>
              <a:gd name="connsiteY434" fmla="*/ 5886984 h 6854893"/>
              <a:gd name="connsiteX435" fmla="*/ 3242565 w 8377613"/>
              <a:gd name="connsiteY435" fmla="*/ 5328909 h 6854893"/>
              <a:gd name="connsiteX436" fmla="*/ 3246681 w 8377613"/>
              <a:gd name="connsiteY436" fmla="*/ 5326376 h 6854893"/>
              <a:gd name="connsiteX437" fmla="*/ 3000906 w 8377613"/>
              <a:gd name="connsiteY437" fmla="*/ 5402238 h 6854893"/>
              <a:gd name="connsiteX438" fmla="*/ 3160809 w 8377613"/>
              <a:gd name="connsiteY438" fmla="*/ 4879498 h 6854893"/>
              <a:gd name="connsiteX439" fmla="*/ 3165242 w 8377613"/>
              <a:gd name="connsiteY439" fmla="*/ 4878105 h 6854893"/>
              <a:gd name="connsiteX440" fmla="*/ 2918074 w 8377613"/>
              <a:gd name="connsiteY440" fmla="*/ 4887540 h 6854893"/>
              <a:gd name="connsiteX441" fmla="*/ 3196716 w 8377613"/>
              <a:gd name="connsiteY441" fmla="*/ 4433063 h 6854893"/>
              <a:gd name="connsiteX442" fmla="*/ 3201212 w 8377613"/>
              <a:gd name="connsiteY442" fmla="*/ 4432873 h 6854893"/>
              <a:gd name="connsiteX443" fmla="*/ 2969306 w 8377613"/>
              <a:gd name="connsiteY443" fmla="*/ 4379110 h 6854893"/>
              <a:gd name="connsiteX444" fmla="*/ 3341166 w 8377613"/>
              <a:gd name="connsiteY444" fmla="*/ 4019430 h 6854893"/>
              <a:gd name="connsiteX445" fmla="*/ 3345346 w 8377613"/>
              <a:gd name="connsiteY445" fmla="*/ 4020380 h 6854893"/>
              <a:gd name="connsiteX446" fmla="*/ 3143330 w 8377613"/>
              <a:gd name="connsiteY446" fmla="*/ 3910639 h 6854893"/>
              <a:gd name="connsiteX447" fmla="*/ 3578264 w 8377613"/>
              <a:gd name="connsiteY447" fmla="*/ 3664435 h 6854893"/>
              <a:gd name="connsiteX448" fmla="*/ 3581938 w 8377613"/>
              <a:gd name="connsiteY448" fmla="*/ 3666398 h 6854893"/>
              <a:gd name="connsiteX449" fmla="*/ 3421592 w 8377613"/>
              <a:gd name="connsiteY449" fmla="*/ 3511190 h 6854893"/>
              <a:gd name="connsiteX450" fmla="*/ 3886797 w 8377613"/>
              <a:gd name="connsiteY450" fmla="*/ 3388343 h 6854893"/>
              <a:gd name="connsiteX451" fmla="*/ 3889710 w 8377613"/>
              <a:gd name="connsiteY451" fmla="*/ 3391128 h 6854893"/>
              <a:gd name="connsiteX452" fmla="*/ 3779456 w 8377613"/>
              <a:gd name="connsiteY452" fmla="*/ 3203438 h 6854893"/>
              <a:gd name="connsiteX453" fmla="*/ 4242128 w 8377613"/>
              <a:gd name="connsiteY453" fmla="*/ 3205147 h 6854893"/>
              <a:gd name="connsiteX454" fmla="*/ 4244091 w 8377613"/>
              <a:gd name="connsiteY454" fmla="*/ 3208566 h 6854893"/>
              <a:gd name="connsiteX455" fmla="*/ 4188363 w 8377613"/>
              <a:gd name="connsiteY455" fmla="*/ 3002891 h 6854893"/>
              <a:gd name="connsiteX456" fmla="*/ 4617661 w 8377613"/>
              <a:gd name="connsiteY456" fmla="*/ 3121876 h 6854893"/>
              <a:gd name="connsiteX457" fmla="*/ 4618674 w 8377613"/>
              <a:gd name="connsiteY457" fmla="*/ 3125612 h 6854893"/>
              <a:gd name="connsiteX458" fmla="*/ 4618104 w 8377613"/>
              <a:gd name="connsiteY458" fmla="*/ 2916706 h 6854893"/>
              <a:gd name="connsiteX459" fmla="*/ 4813343 w 8377613"/>
              <a:gd name="connsiteY459" fmla="*/ 3033919 h 6854893"/>
              <a:gd name="connsiteX460" fmla="*/ 4847604 w 8377613"/>
              <a:gd name="connsiteY460" fmla="*/ 2905308 h 6854893"/>
              <a:gd name="connsiteX461" fmla="*/ 4611898 w 8377613"/>
              <a:gd name="connsiteY461" fmla="*/ 2744464 h 6854893"/>
              <a:gd name="connsiteX462" fmla="*/ 4610885 w 8377613"/>
              <a:gd name="connsiteY462" fmla="*/ 2505860 h 6854893"/>
              <a:gd name="connsiteX463" fmla="*/ 4889843 w 8377613"/>
              <a:gd name="connsiteY463" fmla="*/ 2696210 h 6854893"/>
              <a:gd name="connsiteX464" fmla="*/ 4931766 w 8377613"/>
              <a:gd name="connsiteY464" fmla="*/ 2538345 h 6854893"/>
              <a:gd name="connsiteX465" fmla="*/ 4604932 w 8377613"/>
              <a:gd name="connsiteY465" fmla="*/ 2290495 h 6854893"/>
              <a:gd name="connsiteX466" fmla="*/ 4603666 w 8377613"/>
              <a:gd name="connsiteY466" fmla="*/ 2095076 h 6854893"/>
              <a:gd name="connsiteX467" fmla="*/ 4974766 w 8377613"/>
              <a:gd name="connsiteY467" fmla="*/ 2376487 h 6854893"/>
              <a:gd name="connsiteX468" fmla="*/ 5049936 w 8377613"/>
              <a:gd name="connsiteY468" fmla="*/ 2093367 h 6854893"/>
              <a:gd name="connsiteX469" fmla="*/ 5506971 w 8377613"/>
              <a:gd name="connsiteY469" fmla="*/ 2518399 h 6854893"/>
              <a:gd name="connsiteX470" fmla="*/ 5594110 w 8377613"/>
              <a:gd name="connsiteY470" fmla="*/ 2363695 h 6854893"/>
              <a:gd name="connsiteX471" fmla="*/ 5104017 w 8377613"/>
              <a:gd name="connsiteY471" fmla="*/ 1841970 h 6854893"/>
              <a:gd name="connsiteX472" fmla="*/ 4589100 w 8377613"/>
              <a:gd name="connsiteY472" fmla="*/ 1273385 h 6854893"/>
              <a:gd name="connsiteX473" fmla="*/ 5014915 w 8377613"/>
              <a:gd name="connsiteY473" fmla="*/ 1654534 h 6854893"/>
              <a:gd name="connsiteX474" fmla="*/ 5016688 w 8377613"/>
              <a:gd name="connsiteY474" fmla="*/ 1763704 h 6854893"/>
              <a:gd name="connsiteX475" fmla="*/ 4590873 w 8377613"/>
              <a:gd name="connsiteY475" fmla="*/ 1382492 h 6854893"/>
              <a:gd name="connsiteX476" fmla="*/ 2443813 w 8377613"/>
              <a:gd name="connsiteY476" fmla="*/ 1009004 h 6854893"/>
              <a:gd name="connsiteX477" fmla="*/ 3111920 w 8377613"/>
              <a:gd name="connsiteY477" fmla="*/ 1180486 h 6854893"/>
              <a:gd name="connsiteX478" fmla="*/ 3126105 w 8377613"/>
              <a:gd name="connsiteY478" fmla="*/ 1199863 h 6854893"/>
              <a:gd name="connsiteX479" fmla="*/ 2457935 w 8377613"/>
              <a:gd name="connsiteY479" fmla="*/ 1028381 h 6854893"/>
              <a:gd name="connsiteX480" fmla="*/ 3609738 w 8377613"/>
              <a:gd name="connsiteY480" fmla="*/ 988739 h 6854893"/>
              <a:gd name="connsiteX481" fmla="*/ 4162841 w 8377613"/>
              <a:gd name="connsiteY481" fmla="*/ 1285159 h 6854893"/>
              <a:gd name="connsiteX482" fmla="*/ 4182283 w 8377613"/>
              <a:gd name="connsiteY482" fmla="*/ 1349686 h 6854893"/>
              <a:gd name="connsiteX483" fmla="*/ 3629180 w 8377613"/>
              <a:gd name="connsiteY483" fmla="*/ 1053203 h 6854893"/>
              <a:gd name="connsiteX484" fmla="*/ 7735787 w 8377613"/>
              <a:gd name="connsiteY484" fmla="*/ 894517 h 6854893"/>
              <a:gd name="connsiteX485" fmla="*/ 7843127 w 8377613"/>
              <a:gd name="connsiteY485" fmla="*/ 1833109 h 6854893"/>
              <a:gd name="connsiteX486" fmla="*/ 7589247 w 8377613"/>
              <a:gd name="connsiteY486" fmla="*/ 2100019 h 6854893"/>
              <a:gd name="connsiteX487" fmla="*/ 7481906 w 8377613"/>
              <a:gd name="connsiteY487" fmla="*/ 1161429 h 6854893"/>
              <a:gd name="connsiteX488" fmla="*/ 6405780 w 8377613"/>
              <a:gd name="connsiteY488" fmla="*/ 872226 h 6854893"/>
              <a:gd name="connsiteX489" fmla="*/ 6776563 w 8377613"/>
              <a:gd name="connsiteY489" fmla="*/ 1686955 h 6854893"/>
              <a:gd name="connsiteX490" fmla="*/ 6550420 w 8377613"/>
              <a:gd name="connsiteY490" fmla="*/ 2090899 h 6854893"/>
              <a:gd name="connsiteX491" fmla="*/ 6179637 w 8377613"/>
              <a:gd name="connsiteY491" fmla="*/ 1276171 h 6854893"/>
              <a:gd name="connsiteX492" fmla="*/ 4581944 w 8377613"/>
              <a:gd name="connsiteY492" fmla="*/ 862537 h 6854893"/>
              <a:gd name="connsiteX493" fmla="*/ 5021881 w 8377613"/>
              <a:gd name="connsiteY493" fmla="*/ 1283580 h 6854893"/>
              <a:gd name="connsiteX494" fmla="*/ 5023844 w 8377613"/>
              <a:gd name="connsiteY494" fmla="*/ 1349627 h 6854893"/>
              <a:gd name="connsiteX495" fmla="*/ 4583907 w 8377613"/>
              <a:gd name="connsiteY495" fmla="*/ 928521 h 6854893"/>
              <a:gd name="connsiteX496" fmla="*/ 3494038 w 8377613"/>
              <a:gd name="connsiteY496" fmla="*/ 585871 h 6854893"/>
              <a:gd name="connsiteX497" fmla="*/ 4071903 w 8377613"/>
              <a:gd name="connsiteY497" fmla="*/ 917816 h 6854893"/>
              <a:gd name="connsiteX498" fmla="*/ 4080199 w 8377613"/>
              <a:gd name="connsiteY498" fmla="*/ 939726 h 6854893"/>
              <a:gd name="connsiteX499" fmla="*/ 3502334 w 8377613"/>
              <a:gd name="connsiteY499" fmla="*/ 607844 h 6854893"/>
              <a:gd name="connsiteX500" fmla="*/ 5444466 w 8377613"/>
              <a:gd name="connsiteY500" fmla="*/ 507352 h 6854893"/>
              <a:gd name="connsiteX501" fmla="*/ 6032020 w 8377613"/>
              <a:gd name="connsiteY501" fmla="*/ 1210314 h 6854893"/>
              <a:gd name="connsiteX502" fmla="*/ 5911444 w 8377613"/>
              <a:gd name="connsiteY502" fmla="*/ 1669160 h 6854893"/>
              <a:gd name="connsiteX503" fmla="*/ 5323890 w 8377613"/>
              <a:gd name="connsiteY503" fmla="*/ 966198 h 6854893"/>
              <a:gd name="connsiteX504" fmla="*/ 4574725 w 8377613"/>
              <a:gd name="connsiteY504" fmla="*/ 451691 h 6854893"/>
              <a:gd name="connsiteX505" fmla="*/ 5028847 w 8377613"/>
              <a:gd name="connsiteY505" fmla="*/ 912627 h 6854893"/>
              <a:gd name="connsiteX506" fmla="*/ 5031064 w 8377613"/>
              <a:gd name="connsiteY506" fmla="*/ 935486 h 6854893"/>
              <a:gd name="connsiteX507" fmla="*/ 4577005 w 8377613"/>
              <a:gd name="connsiteY507" fmla="*/ 474551 h 6854893"/>
              <a:gd name="connsiteX508" fmla="*/ 8263686 w 8377613"/>
              <a:gd name="connsiteY508" fmla="*/ 327323 h 6854893"/>
              <a:gd name="connsiteX509" fmla="*/ 8336766 w 8377613"/>
              <a:gd name="connsiteY509" fmla="*/ 1338990 h 6854893"/>
              <a:gd name="connsiteX510" fmla="*/ 8139627 w 8377613"/>
              <a:gd name="connsiteY510" fmla="*/ 1547706 h 6854893"/>
              <a:gd name="connsiteX511" fmla="*/ 8066484 w 8377613"/>
              <a:gd name="connsiteY511" fmla="*/ 536039 h 6854893"/>
              <a:gd name="connsiteX512" fmla="*/ 6786379 w 8377613"/>
              <a:gd name="connsiteY512" fmla="*/ 171355 h 6854893"/>
              <a:gd name="connsiteX513" fmla="*/ 7142027 w 8377613"/>
              <a:gd name="connsiteY513" fmla="*/ 1067265 h 6854893"/>
              <a:gd name="connsiteX514" fmla="*/ 6957427 w 8377613"/>
              <a:gd name="connsiteY514" fmla="*/ 1398577 h 6854893"/>
              <a:gd name="connsiteX515" fmla="*/ 6601779 w 8377613"/>
              <a:gd name="connsiteY515" fmla="*/ 502667 h 6854893"/>
              <a:gd name="connsiteX516" fmla="*/ 7767324 w 8377613"/>
              <a:gd name="connsiteY516" fmla="*/ 2 h 6854893"/>
              <a:gd name="connsiteX517" fmla="*/ 7779166 w 8377613"/>
              <a:gd name="connsiteY517" fmla="*/ 2 h 6854893"/>
              <a:gd name="connsiteX518" fmla="*/ 7771566 w 8377613"/>
              <a:gd name="connsiteY518" fmla="*/ 13870 h 6854893"/>
              <a:gd name="connsiteX519" fmla="*/ 7118406 w 8377613"/>
              <a:gd name="connsiteY519" fmla="*/ 2 h 6854893"/>
              <a:gd name="connsiteX520" fmla="*/ 7351578 w 8377613"/>
              <a:gd name="connsiteY520" fmla="*/ 2 h 6854893"/>
              <a:gd name="connsiteX521" fmla="*/ 7507491 w 8377613"/>
              <a:gd name="connsiteY521" fmla="*/ 447513 h 6854893"/>
              <a:gd name="connsiteX522" fmla="*/ 7364497 w 8377613"/>
              <a:gd name="connsiteY522" fmla="*/ 706191 h 6854893"/>
              <a:gd name="connsiteX523" fmla="*/ 6304645 w 8377613"/>
              <a:gd name="connsiteY523" fmla="*/ 1 h 6854893"/>
              <a:gd name="connsiteX524" fmla="*/ 6385768 w 8377613"/>
              <a:gd name="connsiteY524" fmla="*/ 1 h 6854893"/>
              <a:gd name="connsiteX525" fmla="*/ 6363730 w 8377613"/>
              <a:gd name="connsiteY525" fmla="*/ 85742 h 6854893"/>
              <a:gd name="connsiteX526" fmla="*/ 5567385 w 8377613"/>
              <a:gd name="connsiteY526" fmla="*/ 0 h 6854893"/>
              <a:gd name="connsiteX527" fmla="*/ 5857299 w 8377613"/>
              <a:gd name="connsiteY527" fmla="*/ 0 h 6854893"/>
              <a:gd name="connsiteX528" fmla="*/ 6235555 w 8377613"/>
              <a:gd name="connsiteY528" fmla="*/ 501337 h 6854893"/>
              <a:gd name="connsiteX529" fmla="*/ 6137587 w 8377613"/>
              <a:gd name="connsiteY529" fmla="*/ 877482 h 6854893"/>
              <a:gd name="connsiteX530" fmla="*/ 5543827 w 8377613"/>
              <a:gd name="connsiteY530" fmla="*/ 90490 h 68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8377613" h="6854893">
                <a:moveTo>
                  <a:pt x="820536" y="6758957"/>
                </a:moveTo>
                <a:lnTo>
                  <a:pt x="797675" y="6838999"/>
                </a:lnTo>
                <a:lnTo>
                  <a:pt x="779183" y="6838999"/>
                </a:lnTo>
                <a:lnTo>
                  <a:pt x="796978" y="6776815"/>
                </a:lnTo>
                <a:close/>
                <a:moveTo>
                  <a:pt x="5213067" y="6751421"/>
                </a:moveTo>
                <a:lnTo>
                  <a:pt x="5468657" y="6838998"/>
                </a:lnTo>
                <a:lnTo>
                  <a:pt x="5236688" y="6838998"/>
                </a:lnTo>
                <a:close/>
                <a:moveTo>
                  <a:pt x="3374160" y="6748192"/>
                </a:moveTo>
                <a:lnTo>
                  <a:pt x="3410446" y="6838999"/>
                </a:lnTo>
                <a:lnTo>
                  <a:pt x="3323814" y="6838999"/>
                </a:lnTo>
                <a:close/>
                <a:moveTo>
                  <a:pt x="4636849" y="6726535"/>
                </a:moveTo>
                <a:lnTo>
                  <a:pt x="4800931" y="6838999"/>
                </a:lnTo>
                <a:lnTo>
                  <a:pt x="4637102" y="6838999"/>
                </a:lnTo>
                <a:close/>
                <a:moveTo>
                  <a:pt x="7576834" y="6663020"/>
                </a:moveTo>
                <a:lnTo>
                  <a:pt x="7759218" y="6838998"/>
                </a:lnTo>
                <a:lnTo>
                  <a:pt x="6852176" y="6838998"/>
                </a:lnTo>
                <a:lnTo>
                  <a:pt x="6794358" y="6783209"/>
                </a:lnTo>
                <a:close/>
                <a:moveTo>
                  <a:pt x="2544314" y="6645290"/>
                </a:moveTo>
                <a:lnTo>
                  <a:pt x="2558689" y="6838998"/>
                </a:lnTo>
                <a:lnTo>
                  <a:pt x="2409679" y="6838998"/>
                </a:lnTo>
                <a:lnTo>
                  <a:pt x="2406196" y="6792011"/>
                </a:lnTo>
                <a:close/>
                <a:moveTo>
                  <a:pt x="5798468" y="6620847"/>
                </a:moveTo>
                <a:lnTo>
                  <a:pt x="6506345" y="6665110"/>
                </a:lnTo>
                <a:lnTo>
                  <a:pt x="6608429" y="6838998"/>
                </a:lnTo>
                <a:lnTo>
                  <a:pt x="5926453" y="6838998"/>
                </a:lnTo>
                <a:close/>
                <a:moveTo>
                  <a:pt x="4107873" y="6556763"/>
                </a:moveTo>
                <a:lnTo>
                  <a:pt x="4344909" y="6838998"/>
                </a:lnTo>
                <a:lnTo>
                  <a:pt x="4034350" y="6838998"/>
                </a:lnTo>
                <a:close/>
                <a:moveTo>
                  <a:pt x="1275228" y="6488942"/>
                </a:moveTo>
                <a:lnTo>
                  <a:pt x="1185429" y="6838998"/>
                </a:lnTo>
                <a:lnTo>
                  <a:pt x="1126788" y="6838998"/>
                </a:lnTo>
                <a:lnTo>
                  <a:pt x="1204618" y="6535485"/>
                </a:lnTo>
                <a:close/>
                <a:moveTo>
                  <a:pt x="8377613" y="6386674"/>
                </a:moveTo>
                <a:lnTo>
                  <a:pt x="8377613" y="6581333"/>
                </a:lnTo>
                <a:lnTo>
                  <a:pt x="8168758" y="6662387"/>
                </a:lnTo>
                <a:lnTo>
                  <a:pt x="7958194" y="6549480"/>
                </a:lnTo>
                <a:close/>
                <a:moveTo>
                  <a:pt x="3658881" y="6261736"/>
                </a:moveTo>
                <a:lnTo>
                  <a:pt x="3920297" y="6832919"/>
                </a:lnTo>
                <a:lnTo>
                  <a:pt x="3916877" y="6838998"/>
                </a:lnTo>
                <a:lnTo>
                  <a:pt x="3635006" y="6838998"/>
                </a:lnTo>
                <a:lnTo>
                  <a:pt x="3500688" y="6545491"/>
                </a:lnTo>
                <a:close/>
                <a:moveTo>
                  <a:pt x="2929726" y="6256860"/>
                </a:moveTo>
                <a:lnTo>
                  <a:pt x="2997550" y="6838998"/>
                </a:lnTo>
                <a:lnTo>
                  <a:pt x="2797878" y="6838998"/>
                </a:lnTo>
                <a:lnTo>
                  <a:pt x="2751965" y="6444553"/>
                </a:lnTo>
                <a:close/>
                <a:moveTo>
                  <a:pt x="1729921" y="6218929"/>
                </a:moveTo>
                <a:lnTo>
                  <a:pt x="1591423" y="6838999"/>
                </a:lnTo>
                <a:lnTo>
                  <a:pt x="1490479" y="6838999"/>
                </a:lnTo>
                <a:lnTo>
                  <a:pt x="1612195" y="6294158"/>
                </a:lnTo>
                <a:close/>
                <a:moveTo>
                  <a:pt x="7074899" y="6187710"/>
                </a:moveTo>
                <a:lnTo>
                  <a:pt x="7335619" y="6440500"/>
                </a:lnTo>
                <a:lnTo>
                  <a:pt x="6612797" y="6587348"/>
                </a:lnTo>
                <a:lnTo>
                  <a:pt x="6352014" y="6334622"/>
                </a:lnTo>
                <a:close/>
                <a:moveTo>
                  <a:pt x="5164749" y="6063342"/>
                </a:moveTo>
                <a:lnTo>
                  <a:pt x="5164749" y="6193726"/>
                </a:lnTo>
                <a:lnTo>
                  <a:pt x="5641416" y="6327023"/>
                </a:lnTo>
                <a:lnTo>
                  <a:pt x="5532049" y="6140027"/>
                </a:lnTo>
                <a:close/>
                <a:moveTo>
                  <a:pt x="4763251" y="6062708"/>
                </a:moveTo>
                <a:lnTo>
                  <a:pt x="4730701" y="6186190"/>
                </a:lnTo>
                <a:lnTo>
                  <a:pt x="4730764" y="6186190"/>
                </a:lnTo>
                <a:lnTo>
                  <a:pt x="5140304" y="6433344"/>
                </a:lnTo>
                <a:lnTo>
                  <a:pt x="5085272" y="6228491"/>
                </a:lnTo>
                <a:close/>
                <a:moveTo>
                  <a:pt x="4390441" y="5960250"/>
                </a:moveTo>
                <a:lnTo>
                  <a:pt x="4329520" y="6068914"/>
                </a:lnTo>
                <a:lnTo>
                  <a:pt x="4329520" y="6068978"/>
                </a:lnTo>
                <a:lnTo>
                  <a:pt x="4648375" y="6406938"/>
                </a:lnTo>
                <a:lnTo>
                  <a:pt x="4648248" y="6198982"/>
                </a:lnTo>
                <a:close/>
                <a:moveTo>
                  <a:pt x="2184613" y="5948851"/>
                </a:moveTo>
                <a:lnTo>
                  <a:pt x="2056944" y="6634397"/>
                </a:lnTo>
                <a:lnTo>
                  <a:pt x="1892166" y="6738376"/>
                </a:lnTo>
                <a:lnTo>
                  <a:pt x="2019835" y="6052829"/>
                </a:lnTo>
                <a:close/>
                <a:moveTo>
                  <a:pt x="5957547" y="5932577"/>
                </a:moveTo>
                <a:lnTo>
                  <a:pt x="5957484" y="5932641"/>
                </a:lnTo>
                <a:lnTo>
                  <a:pt x="5568335" y="5955944"/>
                </a:lnTo>
                <a:lnTo>
                  <a:pt x="5602722" y="6084429"/>
                </a:lnTo>
                <a:lnTo>
                  <a:pt x="6116753" y="6087405"/>
                </a:lnTo>
                <a:close/>
                <a:moveTo>
                  <a:pt x="8149696" y="5897559"/>
                </a:moveTo>
                <a:lnTo>
                  <a:pt x="8377612" y="6020851"/>
                </a:lnTo>
                <a:lnTo>
                  <a:pt x="8377612" y="6061632"/>
                </a:lnTo>
                <a:lnTo>
                  <a:pt x="7665050" y="6372426"/>
                </a:lnTo>
                <a:lnTo>
                  <a:pt x="7395401" y="6226591"/>
                </a:lnTo>
                <a:close/>
                <a:moveTo>
                  <a:pt x="3315201" y="5868430"/>
                </a:moveTo>
                <a:lnTo>
                  <a:pt x="3415893" y="6475645"/>
                </a:lnTo>
                <a:lnTo>
                  <a:pt x="3198362" y="6704308"/>
                </a:lnTo>
                <a:lnTo>
                  <a:pt x="3097671" y="6097094"/>
                </a:lnTo>
                <a:close/>
                <a:moveTo>
                  <a:pt x="4069814" y="5768568"/>
                </a:moveTo>
                <a:lnTo>
                  <a:pt x="3986158" y="5856019"/>
                </a:lnTo>
                <a:lnTo>
                  <a:pt x="4198179" y="6256987"/>
                </a:lnTo>
                <a:lnTo>
                  <a:pt x="4249854" y="6060049"/>
                </a:lnTo>
                <a:close/>
                <a:moveTo>
                  <a:pt x="2639306" y="5678837"/>
                </a:moveTo>
                <a:lnTo>
                  <a:pt x="2546657" y="6321894"/>
                </a:lnTo>
                <a:lnTo>
                  <a:pt x="2334763" y="6454494"/>
                </a:lnTo>
                <a:lnTo>
                  <a:pt x="2427411" y="5811438"/>
                </a:lnTo>
                <a:close/>
                <a:moveTo>
                  <a:pt x="555320" y="5619123"/>
                </a:moveTo>
                <a:lnTo>
                  <a:pt x="136977" y="6330063"/>
                </a:lnTo>
                <a:lnTo>
                  <a:pt x="110634" y="6341018"/>
                </a:lnTo>
                <a:lnTo>
                  <a:pt x="529039" y="5630078"/>
                </a:lnTo>
                <a:close/>
                <a:moveTo>
                  <a:pt x="6330040" y="5613741"/>
                </a:moveTo>
                <a:lnTo>
                  <a:pt x="5945262" y="5741465"/>
                </a:lnTo>
                <a:lnTo>
                  <a:pt x="6013710" y="5858790"/>
                </a:lnTo>
                <a:lnTo>
                  <a:pt x="6013655" y="5858805"/>
                </a:lnTo>
                <a:lnTo>
                  <a:pt x="6013719" y="5858805"/>
                </a:lnTo>
                <a:lnTo>
                  <a:pt x="6013710" y="5858790"/>
                </a:lnTo>
                <a:lnTo>
                  <a:pt x="6530852" y="5723418"/>
                </a:lnTo>
                <a:close/>
                <a:moveTo>
                  <a:pt x="7519966" y="5564348"/>
                </a:moveTo>
                <a:lnTo>
                  <a:pt x="7848636" y="5743175"/>
                </a:lnTo>
                <a:lnTo>
                  <a:pt x="7161278" y="6082466"/>
                </a:lnTo>
                <a:lnTo>
                  <a:pt x="6832608" y="5903702"/>
                </a:lnTo>
                <a:close/>
                <a:moveTo>
                  <a:pt x="3819669" y="5505710"/>
                </a:moveTo>
                <a:lnTo>
                  <a:pt x="3720182" y="5567324"/>
                </a:lnTo>
                <a:lnTo>
                  <a:pt x="3817326" y="6000841"/>
                </a:lnTo>
                <a:lnTo>
                  <a:pt x="3817390" y="6000778"/>
                </a:lnTo>
                <a:lnTo>
                  <a:pt x="3914344" y="5827396"/>
                </a:lnTo>
                <a:close/>
                <a:moveTo>
                  <a:pt x="1044842" y="5478797"/>
                </a:moveTo>
                <a:lnTo>
                  <a:pt x="669499" y="6158328"/>
                </a:lnTo>
                <a:lnTo>
                  <a:pt x="592303" y="6184481"/>
                </a:lnTo>
                <a:lnTo>
                  <a:pt x="967646" y="5504950"/>
                </a:lnTo>
                <a:close/>
                <a:moveTo>
                  <a:pt x="3093935" y="5408824"/>
                </a:moveTo>
                <a:lnTo>
                  <a:pt x="3036307" y="6009390"/>
                </a:lnTo>
                <a:lnTo>
                  <a:pt x="2777360" y="6170676"/>
                </a:lnTo>
                <a:lnTo>
                  <a:pt x="2834988" y="5570110"/>
                </a:lnTo>
                <a:close/>
                <a:moveTo>
                  <a:pt x="1534301" y="5338470"/>
                </a:moveTo>
                <a:lnTo>
                  <a:pt x="1202084" y="5986656"/>
                </a:lnTo>
                <a:lnTo>
                  <a:pt x="1074036" y="6028006"/>
                </a:lnTo>
                <a:lnTo>
                  <a:pt x="1406253" y="5379821"/>
                </a:lnTo>
                <a:close/>
                <a:moveTo>
                  <a:pt x="6620271" y="5199221"/>
                </a:moveTo>
                <a:lnTo>
                  <a:pt x="6267409" y="5428644"/>
                </a:lnTo>
                <a:lnTo>
                  <a:pt x="6367150" y="5525847"/>
                </a:lnTo>
                <a:lnTo>
                  <a:pt x="6850973" y="5253236"/>
                </a:lnTo>
                <a:close/>
                <a:moveTo>
                  <a:pt x="2023823" y="5198081"/>
                </a:moveTo>
                <a:lnTo>
                  <a:pt x="1734670" y="5814921"/>
                </a:lnTo>
                <a:lnTo>
                  <a:pt x="1555769" y="5871533"/>
                </a:lnTo>
                <a:lnTo>
                  <a:pt x="1844923" y="5254693"/>
                </a:lnTo>
                <a:close/>
                <a:moveTo>
                  <a:pt x="3652738" y="5193332"/>
                </a:moveTo>
                <a:lnTo>
                  <a:pt x="3545017" y="5226450"/>
                </a:lnTo>
                <a:lnTo>
                  <a:pt x="3527349" y="5661614"/>
                </a:lnTo>
                <a:lnTo>
                  <a:pt x="3660590" y="5521984"/>
                </a:lnTo>
                <a:close/>
                <a:moveTo>
                  <a:pt x="8377612" y="5103475"/>
                </a:moveTo>
                <a:lnTo>
                  <a:pt x="8377612" y="5417753"/>
                </a:lnTo>
                <a:lnTo>
                  <a:pt x="8161538" y="5587524"/>
                </a:lnTo>
                <a:lnTo>
                  <a:pt x="7852183" y="5516348"/>
                </a:lnTo>
                <a:close/>
                <a:moveTo>
                  <a:pt x="2513347" y="5057755"/>
                </a:moveTo>
                <a:lnTo>
                  <a:pt x="2267256" y="5643249"/>
                </a:lnTo>
                <a:lnTo>
                  <a:pt x="2037503" y="5715059"/>
                </a:lnTo>
                <a:lnTo>
                  <a:pt x="2283531" y="5129628"/>
                </a:lnTo>
                <a:close/>
                <a:moveTo>
                  <a:pt x="3002806" y="4917428"/>
                </a:moveTo>
                <a:lnTo>
                  <a:pt x="2799841" y="5471514"/>
                </a:lnTo>
                <a:lnTo>
                  <a:pt x="2519173" y="5558585"/>
                </a:lnTo>
                <a:lnTo>
                  <a:pt x="2722201" y="5004499"/>
                </a:lnTo>
                <a:close/>
                <a:moveTo>
                  <a:pt x="3575415" y="4855118"/>
                </a:moveTo>
                <a:lnTo>
                  <a:pt x="3467125" y="4859170"/>
                </a:lnTo>
                <a:lnTo>
                  <a:pt x="3342432" y="5266788"/>
                </a:lnTo>
                <a:lnTo>
                  <a:pt x="3500942" y="5168382"/>
                </a:lnTo>
                <a:close/>
                <a:moveTo>
                  <a:pt x="7802471" y="4830421"/>
                </a:moveTo>
                <a:lnTo>
                  <a:pt x="8179904" y="4918125"/>
                </a:lnTo>
                <a:lnTo>
                  <a:pt x="7578988" y="5437446"/>
                </a:lnTo>
                <a:lnTo>
                  <a:pt x="7201618" y="5349679"/>
                </a:lnTo>
                <a:close/>
                <a:moveTo>
                  <a:pt x="7048366" y="4703900"/>
                </a:moveTo>
                <a:lnTo>
                  <a:pt x="6802338" y="4712765"/>
                </a:lnTo>
                <a:lnTo>
                  <a:pt x="6802401" y="4712828"/>
                </a:lnTo>
                <a:lnTo>
                  <a:pt x="6508498" y="5033818"/>
                </a:lnTo>
                <a:lnTo>
                  <a:pt x="6634330" y="5102715"/>
                </a:lnTo>
                <a:close/>
                <a:moveTo>
                  <a:pt x="3486250" y="4491637"/>
                </a:moveTo>
                <a:lnTo>
                  <a:pt x="3268972" y="4845999"/>
                </a:lnTo>
                <a:lnTo>
                  <a:pt x="3269036" y="4846063"/>
                </a:lnTo>
                <a:lnTo>
                  <a:pt x="3440717" y="4793060"/>
                </a:lnTo>
                <a:lnTo>
                  <a:pt x="3587827" y="4515321"/>
                </a:lnTo>
                <a:close/>
                <a:moveTo>
                  <a:pt x="592683" y="4472450"/>
                </a:moveTo>
                <a:lnTo>
                  <a:pt x="27168" y="5039517"/>
                </a:lnTo>
                <a:lnTo>
                  <a:pt x="0" y="5043190"/>
                </a:lnTo>
                <a:lnTo>
                  <a:pt x="565516" y="4476123"/>
                </a:lnTo>
                <a:close/>
                <a:moveTo>
                  <a:pt x="1082269" y="4463774"/>
                </a:moveTo>
                <a:lnTo>
                  <a:pt x="564566" y="5012034"/>
                </a:lnTo>
                <a:lnTo>
                  <a:pt x="486356" y="5017227"/>
                </a:lnTo>
                <a:lnTo>
                  <a:pt x="1004059" y="4468967"/>
                </a:lnTo>
                <a:close/>
                <a:moveTo>
                  <a:pt x="1571791" y="4455036"/>
                </a:moveTo>
                <a:lnTo>
                  <a:pt x="1101900" y="4984552"/>
                </a:lnTo>
                <a:lnTo>
                  <a:pt x="972712" y="4991264"/>
                </a:lnTo>
                <a:lnTo>
                  <a:pt x="1442603" y="4461748"/>
                </a:lnTo>
                <a:close/>
                <a:moveTo>
                  <a:pt x="2061377" y="4446360"/>
                </a:moveTo>
                <a:lnTo>
                  <a:pt x="1639298" y="4957132"/>
                </a:lnTo>
                <a:lnTo>
                  <a:pt x="1459068" y="4965301"/>
                </a:lnTo>
                <a:lnTo>
                  <a:pt x="1881083" y="4454592"/>
                </a:lnTo>
                <a:close/>
                <a:moveTo>
                  <a:pt x="2550900" y="4437685"/>
                </a:moveTo>
                <a:lnTo>
                  <a:pt x="2176633" y="4929650"/>
                </a:lnTo>
                <a:lnTo>
                  <a:pt x="1945361" y="4939402"/>
                </a:lnTo>
                <a:lnTo>
                  <a:pt x="2319627" y="4447374"/>
                </a:lnTo>
                <a:close/>
                <a:moveTo>
                  <a:pt x="3040486" y="4428946"/>
                </a:moveTo>
                <a:lnTo>
                  <a:pt x="2714032" y="4902167"/>
                </a:lnTo>
                <a:lnTo>
                  <a:pt x="2431717" y="4913439"/>
                </a:lnTo>
                <a:lnTo>
                  <a:pt x="2758171" y="4440218"/>
                </a:lnTo>
                <a:close/>
                <a:moveTo>
                  <a:pt x="8377612" y="4361190"/>
                </a:moveTo>
                <a:lnTo>
                  <a:pt x="8377612" y="4683509"/>
                </a:lnTo>
                <a:lnTo>
                  <a:pt x="8123605" y="4693705"/>
                </a:lnTo>
                <a:close/>
                <a:moveTo>
                  <a:pt x="3595426" y="4148357"/>
                </a:moveTo>
                <a:lnTo>
                  <a:pt x="3305449" y="4428820"/>
                </a:lnTo>
                <a:lnTo>
                  <a:pt x="3478080" y="4422234"/>
                </a:lnTo>
                <a:lnTo>
                  <a:pt x="3683832" y="4196547"/>
                </a:lnTo>
                <a:close/>
                <a:moveTo>
                  <a:pt x="7101561" y="4109603"/>
                </a:moveTo>
                <a:lnTo>
                  <a:pt x="7101546" y="4109627"/>
                </a:lnTo>
                <a:lnTo>
                  <a:pt x="6856800" y="4184579"/>
                </a:lnTo>
                <a:lnTo>
                  <a:pt x="6646299" y="4579911"/>
                </a:lnTo>
                <a:lnTo>
                  <a:pt x="6790939" y="4613916"/>
                </a:lnTo>
                <a:lnTo>
                  <a:pt x="7101546" y="4109627"/>
                </a:lnTo>
                <a:lnTo>
                  <a:pt x="7101624" y="4109603"/>
                </a:lnTo>
                <a:close/>
                <a:moveTo>
                  <a:pt x="8294843" y="4016073"/>
                </a:moveTo>
                <a:lnTo>
                  <a:pt x="7828309" y="4689461"/>
                </a:lnTo>
                <a:lnTo>
                  <a:pt x="7425988" y="4704596"/>
                </a:lnTo>
                <a:lnTo>
                  <a:pt x="7892523" y="4031207"/>
                </a:lnTo>
                <a:close/>
                <a:moveTo>
                  <a:pt x="2932006" y="3914945"/>
                </a:moveTo>
                <a:lnTo>
                  <a:pt x="3197032" y="3975926"/>
                </a:lnTo>
                <a:lnTo>
                  <a:pt x="2776030" y="4341243"/>
                </a:lnTo>
                <a:lnTo>
                  <a:pt x="2511067" y="4280262"/>
                </a:lnTo>
                <a:close/>
                <a:moveTo>
                  <a:pt x="3782306" y="3851051"/>
                </a:moveTo>
                <a:lnTo>
                  <a:pt x="3782306" y="3851114"/>
                </a:lnTo>
                <a:lnTo>
                  <a:pt x="3443123" y="4043113"/>
                </a:lnTo>
                <a:lnTo>
                  <a:pt x="3605116" y="4080664"/>
                </a:lnTo>
                <a:lnTo>
                  <a:pt x="3852410" y="3919124"/>
                </a:lnTo>
                <a:close/>
                <a:moveTo>
                  <a:pt x="2522973" y="3810460"/>
                </a:moveTo>
                <a:lnTo>
                  <a:pt x="2740187" y="3859979"/>
                </a:lnTo>
                <a:lnTo>
                  <a:pt x="2270106" y="4230869"/>
                </a:lnTo>
                <a:lnTo>
                  <a:pt x="2052892" y="4181413"/>
                </a:lnTo>
                <a:close/>
                <a:moveTo>
                  <a:pt x="2113876" y="3706038"/>
                </a:moveTo>
                <a:lnTo>
                  <a:pt x="2283277" y="3743969"/>
                </a:lnTo>
                <a:lnTo>
                  <a:pt x="1764181" y="4120558"/>
                </a:lnTo>
                <a:lnTo>
                  <a:pt x="1594716" y="4082626"/>
                </a:lnTo>
                <a:close/>
                <a:moveTo>
                  <a:pt x="4029854" y="3616815"/>
                </a:moveTo>
                <a:lnTo>
                  <a:pt x="3667050" y="3712624"/>
                </a:lnTo>
                <a:lnTo>
                  <a:pt x="3808144" y="3789310"/>
                </a:lnTo>
                <a:lnTo>
                  <a:pt x="4078046" y="3699136"/>
                </a:lnTo>
                <a:lnTo>
                  <a:pt x="4029854" y="3616878"/>
                </a:lnTo>
                <a:close/>
                <a:moveTo>
                  <a:pt x="1704780" y="3601554"/>
                </a:moveTo>
                <a:lnTo>
                  <a:pt x="1826432" y="3628023"/>
                </a:lnTo>
                <a:lnTo>
                  <a:pt x="1258257" y="4010248"/>
                </a:lnTo>
                <a:lnTo>
                  <a:pt x="1136541" y="3983778"/>
                </a:lnTo>
                <a:close/>
                <a:moveTo>
                  <a:pt x="6998147" y="3509607"/>
                </a:moveTo>
                <a:lnTo>
                  <a:pt x="6772004" y="3649363"/>
                </a:lnTo>
                <a:lnTo>
                  <a:pt x="6664917" y="4095545"/>
                </a:lnTo>
                <a:lnTo>
                  <a:pt x="6819183" y="4090162"/>
                </a:lnTo>
                <a:lnTo>
                  <a:pt x="6998084" y="3509671"/>
                </a:lnTo>
                <a:close/>
                <a:moveTo>
                  <a:pt x="1295683" y="3497132"/>
                </a:moveTo>
                <a:lnTo>
                  <a:pt x="1369586" y="3512013"/>
                </a:lnTo>
                <a:lnTo>
                  <a:pt x="752268" y="3899873"/>
                </a:lnTo>
                <a:lnTo>
                  <a:pt x="678365" y="3884992"/>
                </a:lnTo>
                <a:close/>
                <a:moveTo>
                  <a:pt x="3224262" y="3461671"/>
                </a:moveTo>
                <a:lnTo>
                  <a:pt x="3455155" y="3586610"/>
                </a:lnTo>
                <a:lnTo>
                  <a:pt x="2973295" y="3825785"/>
                </a:lnTo>
                <a:lnTo>
                  <a:pt x="2742339" y="3700783"/>
                </a:lnTo>
                <a:close/>
                <a:moveTo>
                  <a:pt x="3957344" y="3456542"/>
                </a:moveTo>
                <a:lnTo>
                  <a:pt x="4069307" y="3564952"/>
                </a:lnTo>
                <a:lnTo>
                  <a:pt x="4342376" y="3548045"/>
                </a:lnTo>
                <a:lnTo>
                  <a:pt x="4318058" y="3457935"/>
                </a:lnTo>
                <a:lnTo>
                  <a:pt x="4318121" y="3457871"/>
                </a:lnTo>
                <a:close/>
                <a:moveTo>
                  <a:pt x="886586" y="3392648"/>
                </a:moveTo>
                <a:lnTo>
                  <a:pt x="912741" y="3396068"/>
                </a:lnTo>
                <a:lnTo>
                  <a:pt x="246345" y="3789563"/>
                </a:lnTo>
                <a:lnTo>
                  <a:pt x="220255" y="3786144"/>
                </a:lnTo>
                <a:close/>
                <a:moveTo>
                  <a:pt x="8377612" y="3340344"/>
                </a:moveTo>
                <a:lnTo>
                  <a:pt x="8377612" y="3748466"/>
                </a:lnTo>
                <a:lnTo>
                  <a:pt x="8179017" y="3810080"/>
                </a:lnTo>
                <a:close/>
                <a:moveTo>
                  <a:pt x="4290511" y="3287721"/>
                </a:moveTo>
                <a:lnTo>
                  <a:pt x="4367517" y="3418801"/>
                </a:lnTo>
                <a:lnTo>
                  <a:pt x="4625387" y="3472056"/>
                </a:lnTo>
                <a:lnTo>
                  <a:pt x="4625260" y="3380553"/>
                </a:lnTo>
                <a:close/>
                <a:moveTo>
                  <a:pt x="2870261" y="3258911"/>
                </a:moveTo>
                <a:lnTo>
                  <a:pt x="3059737" y="3360923"/>
                </a:lnTo>
                <a:lnTo>
                  <a:pt x="2530825" y="3592878"/>
                </a:lnTo>
                <a:lnTo>
                  <a:pt x="2341412" y="3490927"/>
                </a:lnTo>
                <a:close/>
                <a:moveTo>
                  <a:pt x="4641916" y="3212429"/>
                </a:moveTo>
                <a:lnTo>
                  <a:pt x="4680862" y="3356110"/>
                </a:lnTo>
                <a:lnTo>
                  <a:pt x="4680862" y="3356046"/>
                </a:lnTo>
                <a:lnTo>
                  <a:pt x="4721645" y="3376943"/>
                </a:lnTo>
                <a:lnTo>
                  <a:pt x="4748433" y="3276387"/>
                </a:lnTo>
                <a:close/>
                <a:moveTo>
                  <a:pt x="3608408" y="3106554"/>
                </a:moveTo>
                <a:lnTo>
                  <a:pt x="3791805" y="3283480"/>
                </a:lnTo>
                <a:lnTo>
                  <a:pt x="3284741" y="3387646"/>
                </a:lnTo>
                <a:lnTo>
                  <a:pt x="3101344" y="3210722"/>
                </a:lnTo>
                <a:close/>
                <a:moveTo>
                  <a:pt x="8172114" y="3096359"/>
                </a:moveTo>
                <a:lnTo>
                  <a:pt x="7881250" y="3885372"/>
                </a:lnTo>
                <a:lnTo>
                  <a:pt x="7481146" y="4008601"/>
                </a:lnTo>
                <a:lnTo>
                  <a:pt x="7772010" y="3219588"/>
                </a:lnTo>
                <a:close/>
                <a:moveTo>
                  <a:pt x="2516324" y="3056211"/>
                </a:moveTo>
                <a:lnTo>
                  <a:pt x="2664257" y="3135177"/>
                </a:lnTo>
                <a:lnTo>
                  <a:pt x="2088355" y="3360037"/>
                </a:lnTo>
                <a:lnTo>
                  <a:pt x="1940422" y="3281137"/>
                </a:lnTo>
                <a:close/>
                <a:moveTo>
                  <a:pt x="6735844" y="2946469"/>
                </a:moveTo>
                <a:lnTo>
                  <a:pt x="6735781" y="2946531"/>
                </a:lnTo>
                <a:lnTo>
                  <a:pt x="6545544" y="3145052"/>
                </a:lnTo>
                <a:lnTo>
                  <a:pt x="6555803" y="3613459"/>
                </a:lnTo>
                <a:lnTo>
                  <a:pt x="6709373" y="3566599"/>
                </a:lnTo>
                <a:close/>
                <a:moveTo>
                  <a:pt x="2162385" y="2853512"/>
                </a:moveTo>
                <a:lnTo>
                  <a:pt x="2268838" y="2909426"/>
                </a:lnTo>
                <a:lnTo>
                  <a:pt x="1645948" y="3127198"/>
                </a:lnTo>
                <a:lnTo>
                  <a:pt x="1539494" y="3071283"/>
                </a:lnTo>
                <a:close/>
                <a:moveTo>
                  <a:pt x="3556733" y="2837743"/>
                </a:moveTo>
                <a:lnTo>
                  <a:pt x="4053665" y="2867760"/>
                </a:lnTo>
                <a:lnTo>
                  <a:pt x="4179940" y="3081857"/>
                </a:lnTo>
                <a:lnTo>
                  <a:pt x="3683008" y="3051843"/>
                </a:lnTo>
                <a:close/>
                <a:moveTo>
                  <a:pt x="3330146" y="2824762"/>
                </a:moveTo>
                <a:lnTo>
                  <a:pt x="3480739" y="2969394"/>
                </a:lnTo>
                <a:lnTo>
                  <a:pt x="2931752" y="3054882"/>
                </a:lnTo>
                <a:lnTo>
                  <a:pt x="2781159" y="2910314"/>
                </a:lnTo>
                <a:close/>
                <a:moveTo>
                  <a:pt x="1808447" y="2650810"/>
                </a:moveTo>
                <a:lnTo>
                  <a:pt x="1873358" y="2683675"/>
                </a:lnTo>
                <a:lnTo>
                  <a:pt x="1203478" y="2894357"/>
                </a:lnTo>
                <a:lnTo>
                  <a:pt x="1138567" y="2861491"/>
                </a:lnTo>
                <a:close/>
                <a:moveTo>
                  <a:pt x="4072536" y="2600024"/>
                </a:moveTo>
                <a:lnTo>
                  <a:pt x="4526595" y="2754536"/>
                </a:lnTo>
                <a:lnTo>
                  <a:pt x="4590619" y="2989341"/>
                </a:lnTo>
                <a:lnTo>
                  <a:pt x="4136560" y="2834831"/>
                </a:lnTo>
                <a:close/>
                <a:moveTo>
                  <a:pt x="3051822" y="2542972"/>
                </a:moveTo>
                <a:lnTo>
                  <a:pt x="3169611" y="2655244"/>
                </a:lnTo>
                <a:lnTo>
                  <a:pt x="2578764" y="2722114"/>
                </a:lnTo>
                <a:lnTo>
                  <a:pt x="2461038" y="2609840"/>
                </a:lnTo>
                <a:close/>
                <a:moveTo>
                  <a:pt x="3334136" y="2471985"/>
                </a:moveTo>
                <a:lnTo>
                  <a:pt x="3865328" y="2530307"/>
                </a:lnTo>
                <a:lnTo>
                  <a:pt x="3969186" y="2705459"/>
                </a:lnTo>
                <a:lnTo>
                  <a:pt x="3438057" y="2647136"/>
                </a:lnTo>
                <a:close/>
                <a:moveTo>
                  <a:pt x="6323644" y="2462165"/>
                </a:moveTo>
                <a:lnTo>
                  <a:pt x="6323662" y="2462248"/>
                </a:lnTo>
                <a:lnTo>
                  <a:pt x="6185020" y="2709004"/>
                </a:lnTo>
                <a:lnTo>
                  <a:pt x="6318958" y="3167722"/>
                </a:lnTo>
                <a:lnTo>
                  <a:pt x="6460812" y="3080272"/>
                </a:lnTo>
                <a:lnTo>
                  <a:pt x="6323662" y="2462248"/>
                </a:lnTo>
                <a:lnTo>
                  <a:pt x="6323708" y="2462165"/>
                </a:lnTo>
                <a:close/>
                <a:moveTo>
                  <a:pt x="1454445" y="2448107"/>
                </a:moveTo>
                <a:lnTo>
                  <a:pt x="1477877" y="2457922"/>
                </a:lnTo>
                <a:lnTo>
                  <a:pt x="761071" y="2661508"/>
                </a:lnTo>
                <a:lnTo>
                  <a:pt x="737640" y="2651630"/>
                </a:lnTo>
                <a:close/>
                <a:moveTo>
                  <a:pt x="2773559" y="2261241"/>
                </a:moveTo>
                <a:lnTo>
                  <a:pt x="2858482" y="2341154"/>
                </a:lnTo>
                <a:lnTo>
                  <a:pt x="2225775" y="2389347"/>
                </a:lnTo>
                <a:lnTo>
                  <a:pt x="2140853" y="2309430"/>
                </a:lnTo>
                <a:close/>
                <a:moveTo>
                  <a:pt x="7806081" y="2223312"/>
                </a:moveTo>
                <a:lnTo>
                  <a:pt x="7722172" y="3078945"/>
                </a:lnTo>
                <a:lnTo>
                  <a:pt x="7352781" y="3308051"/>
                </a:lnTo>
                <a:lnTo>
                  <a:pt x="7436690" y="2452419"/>
                </a:lnTo>
                <a:close/>
                <a:moveTo>
                  <a:pt x="3956837" y="2197219"/>
                </a:moveTo>
                <a:lnTo>
                  <a:pt x="4435657" y="2387189"/>
                </a:lnTo>
                <a:lnTo>
                  <a:pt x="4488536" y="2579443"/>
                </a:lnTo>
                <a:lnTo>
                  <a:pt x="4009715" y="2389471"/>
                </a:lnTo>
                <a:close/>
                <a:moveTo>
                  <a:pt x="3111603" y="2106224"/>
                </a:moveTo>
                <a:lnTo>
                  <a:pt x="3676992" y="2192851"/>
                </a:lnTo>
                <a:lnTo>
                  <a:pt x="3758368" y="2329060"/>
                </a:lnTo>
                <a:lnTo>
                  <a:pt x="3192979" y="2242432"/>
                </a:lnTo>
                <a:close/>
                <a:moveTo>
                  <a:pt x="5781750" y="2095963"/>
                </a:moveTo>
                <a:lnTo>
                  <a:pt x="5707593" y="2376487"/>
                </a:lnTo>
                <a:lnTo>
                  <a:pt x="5963247" y="2792400"/>
                </a:lnTo>
                <a:lnTo>
                  <a:pt x="6082683" y="2668031"/>
                </a:lnTo>
                <a:close/>
                <a:moveTo>
                  <a:pt x="2495298" y="1979451"/>
                </a:moveTo>
                <a:lnTo>
                  <a:pt x="2547417" y="2027072"/>
                </a:lnTo>
                <a:lnTo>
                  <a:pt x="1872851" y="2056580"/>
                </a:lnTo>
                <a:lnTo>
                  <a:pt x="1820669" y="2008961"/>
                </a:lnTo>
                <a:close/>
                <a:moveTo>
                  <a:pt x="8377613" y="1857548"/>
                </a:moveTo>
                <a:lnTo>
                  <a:pt x="8377613" y="2230399"/>
                </a:lnTo>
                <a:lnTo>
                  <a:pt x="8303646" y="2736295"/>
                </a:lnTo>
                <a:lnTo>
                  <a:pt x="8001383" y="2924622"/>
                </a:lnTo>
                <a:lnTo>
                  <a:pt x="8135321" y="2008513"/>
                </a:lnTo>
                <a:close/>
                <a:moveTo>
                  <a:pt x="3841137" y="1794411"/>
                </a:moveTo>
                <a:lnTo>
                  <a:pt x="4344718" y="2019845"/>
                </a:lnTo>
                <a:lnTo>
                  <a:pt x="4386451" y="2169480"/>
                </a:lnTo>
                <a:lnTo>
                  <a:pt x="3882870" y="1944046"/>
                </a:lnTo>
                <a:close/>
                <a:moveTo>
                  <a:pt x="2889006" y="1740524"/>
                </a:moveTo>
                <a:lnTo>
                  <a:pt x="3488655" y="1855394"/>
                </a:lnTo>
                <a:lnTo>
                  <a:pt x="3547613" y="1952660"/>
                </a:lnTo>
                <a:lnTo>
                  <a:pt x="2947964" y="1837790"/>
                </a:lnTo>
                <a:close/>
                <a:moveTo>
                  <a:pt x="2216973" y="1697653"/>
                </a:moveTo>
                <a:lnTo>
                  <a:pt x="2236289" y="1712914"/>
                </a:lnTo>
                <a:lnTo>
                  <a:pt x="1519863" y="1723806"/>
                </a:lnTo>
                <a:lnTo>
                  <a:pt x="1500548" y="1708545"/>
                </a:lnTo>
                <a:close/>
                <a:moveTo>
                  <a:pt x="4596319" y="1684169"/>
                </a:moveTo>
                <a:lnTo>
                  <a:pt x="5007949" y="2025486"/>
                </a:lnTo>
                <a:lnTo>
                  <a:pt x="5009468" y="2177779"/>
                </a:lnTo>
                <a:lnTo>
                  <a:pt x="4597839" y="1836527"/>
                </a:lnTo>
                <a:close/>
                <a:moveTo>
                  <a:pt x="7207825" y="1461648"/>
                </a:moveTo>
                <a:lnTo>
                  <a:pt x="7349425" y="2327223"/>
                </a:lnTo>
                <a:lnTo>
                  <a:pt x="7038867" y="2652392"/>
                </a:lnTo>
                <a:lnTo>
                  <a:pt x="6897266" y="1786755"/>
                </a:lnTo>
                <a:close/>
                <a:moveTo>
                  <a:pt x="3725438" y="1391544"/>
                </a:moveTo>
                <a:lnTo>
                  <a:pt x="4253780" y="1652503"/>
                </a:lnTo>
                <a:lnTo>
                  <a:pt x="4284367" y="1759584"/>
                </a:lnTo>
                <a:lnTo>
                  <a:pt x="3756025" y="1498625"/>
                </a:lnTo>
                <a:close/>
                <a:moveTo>
                  <a:pt x="2666409" y="1374763"/>
                </a:moveTo>
                <a:lnTo>
                  <a:pt x="3300319" y="1517939"/>
                </a:lnTo>
                <a:lnTo>
                  <a:pt x="3336859" y="1576260"/>
                </a:lnTo>
                <a:lnTo>
                  <a:pt x="2702949" y="1433084"/>
                </a:lnTo>
                <a:close/>
                <a:moveTo>
                  <a:pt x="5247201" y="1300358"/>
                </a:moveTo>
                <a:lnTo>
                  <a:pt x="5828549" y="1919225"/>
                </a:lnTo>
                <a:lnTo>
                  <a:pt x="5826649" y="1926508"/>
                </a:lnTo>
                <a:lnTo>
                  <a:pt x="6025244" y="1573096"/>
                </a:lnTo>
                <a:lnTo>
                  <a:pt x="6411163" y="2306640"/>
                </a:lnTo>
                <a:lnTo>
                  <a:pt x="6407553" y="2313037"/>
                </a:lnTo>
                <a:lnTo>
                  <a:pt x="6679925" y="2028776"/>
                </a:lnTo>
                <a:lnTo>
                  <a:pt x="6855786" y="2821403"/>
                </a:lnTo>
                <a:lnTo>
                  <a:pt x="6850847" y="2826532"/>
                </a:lnTo>
                <a:lnTo>
                  <a:pt x="7174578" y="2626427"/>
                </a:lnTo>
                <a:lnTo>
                  <a:pt x="7140634" y="3421650"/>
                </a:lnTo>
                <a:lnTo>
                  <a:pt x="7134808" y="3425260"/>
                </a:lnTo>
                <a:lnTo>
                  <a:pt x="7485263" y="3317926"/>
                </a:lnTo>
                <a:lnTo>
                  <a:pt x="7255827" y="4062363"/>
                </a:lnTo>
                <a:lnTo>
                  <a:pt x="7249494" y="4064326"/>
                </a:lnTo>
                <a:lnTo>
                  <a:pt x="7601723" y="4051598"/>
                </a:lnTo>
                <a:lnTo>
                  <a:pt x="7203392" y="4698391"/>
                </a:lnTo>
                <a:lnTo>
                  <a:pt x="7197059" y="4698644"/>
                </a:lnTo>
                <a:lnTo>
                  <a:pt x="7527376" y="4775963"/>
                </a:lnTo>
                <a:lnTo>
                  <a:pt x="6996437" y="5287368"/>
                </a:lnTo>
                <a:lnTo>
                  <a:pt x="6990484" y="5285975"/>
                </a:lnTo>
                <a:lnTo>
                  <a:pt x="7277992" y="5443019"/>
                </a:lnTo>
                <a:lnTo>
                  <a:pt x="6657571" y="5792568"/>
                </a:lnTo>
                <a:lnTo>
                  <a:pt x="6652378" y="5789718"/>
                </a:lnTo>
                <a:lnTo>
                  <a:pt x="6880357" y="6011353"/>
                </a:lnTo>
                <a:lnTo>
                  <a:pt x="6217127" y="6184987"/>
                </a:lnTo>
                <a:lnTo>
                  <a:pt x="6213011" y="6180998"/>
                </a:lnTo>
                <a:lnTo>
                  <a:pt x="6369557" y="6448732"/>
                </a:lnTo>
                <a:lnTo>
                  <a:pt x="5710379" y="6444869"/>
                </a:lnTo>
                <a:lnTo>
                  <a:pt x="5710443" y="6444996"/>
                </a:lnTo>
                <a:lnTo>
                  <a:pt x="5707593" y="6440120"/>
                </a:lnTo>
                <a:lnTo>
                  <a:pt x="5786372" y="6733437"/>
                </a:lnTo>
                <a:lnTo>
                  <a:pt x="5175071" y="6562525"/>
                </a:lnTo>
                <a:lnTo>
                  <a:pt x="5173615" y="6557206"/>
                </a:lnTo>
                <a:lnTo>
                  <a:pt x="5173804" y="6839062"/>
                </a:lnTo>
                <a:lnTo>
                  <a:pt x="5173804" y="6854893"/>
                </a:lnTo>
                <a:lnTo>
                  <a:pt x="5147524" y="6839062"/>
                </a:lnTo>
                <a:lnTo>
                  <a:pt x="4648565" y="6537956"/>
                </a:lnTo>
                <a:lnTo>
                  <a:pt x="4648565" y="6532573"/>
                </a:lnTo>
                <a:lnTo>
                  <a:pt x="4574662" y="6814556"/>
                </a:lnTo>
                <a:lnTo>
                  <a:pt x="4165755" y="6381165"/>
                </a:lnTo>
                <a:lnTo>
                  <a:pt x="4167085" y="6376100"/>
                </a:lnTo>
                <a:lnTo>
                  <a:pt x="4028208" y="6624393"/>
                </a:lnTo>
                <a:lnTo>
                  <a:pt x="3756279" y="6110201"/>
                </a:lnTo>
                <a:lnTo>
                  <a:pt x="3758812" y="6105706"/>
                </a:lnTo>
                <a:lnTo>
                  <a:pt x="3568069" y="6305620"/>
                </a:lnTo>
                <a:lnTo>
                  <a:pt x="3443440" y="5749697"/>
                </a:lnTo>
                <a:lnTo>
                  <a:pt x="3446860" y="5746088"/>
                </a:lnTo>
                <a:lnTo>
                  <a:pt x="3219957" y="5886984"/>
                </a:lnTo>
                <a:lnTo>
                  <a:pt x="3242565" y="5328909"/>
                </a:lnTo>
                <a:lnTo>
                  <a:pt x="3246681" y="5326376"/>
                </a:lnTo>
                <a:lnTo>
                  <a:pt x="3000906" y="5402238"/>
                </a:lnTo>
                <a:lnTo>
                  <a:pt x="3160809" y="4879498"/>
                </a:lnTo>
                <a:lnTo>
                  <a:pt x="3165242" y="4878105"/>
                </a:lnTo>
                <a:lnTo>
                  <a:pt x="2918074" y="4887540"/>
                </a:lnTo>
                <a:lnTo>
                  <a:pt x="3196716" y="4433063"/>
                </a:lnTo>
                <a:lnTo>
                  <a:pt x="3201212" y="4432873"/>
                </a:lnTo>
                <a:lnTo>
                  <a:pt x="2969306" y="4379110"/>
                </a:lnTo>
                <a:lnTo>
                  <a:pt x="3341166" y="4019430"/>
                </a:lnTo>
                <a:lnTo>
                  <a:pt x="3345346" y="4020380"/>
                </a:lnTo>
                <a:lnTo>
                  <a:pt x="3143330" y="3910639"/>
                </a:lnTo>
                <a:lnTo>
                  <a:pt x="3578264" y="3664435"/>
                </a:lnTo>
                <a:lnTo>
                  <a:pt x="3581938" y="3666398"/>
                </a:lnTo>
                <a:lnTo>
                  <a:pt x="3421592" y="3511190"/>
                </a:lnTo>
                <a:lnTo>
                  <a:pt x="3886797" y="3388343"/>
                </a:lnTo>
                <a:lnTo>
                  <a:pt x="3889710" y="3391128"/>
                </a:lnTo>
                <a:lnTo>
                  <a:pt x="3779456" y="3203438"/>
                </a:lnTo>
                <a:lnTo>
                  <a:pt x="4242128" y="3205147"/>
                </a:lnTo>
                <a:lnTo>
                  <a:pt x="4244091" y="3208566"/>
                </a:lnTo>
                <a:lnTo>
                  <a:pt x="4188363" y="3002891"/>
                </a:lnTo>
                <a:lnTo>
                  <a:pt x="4617661" y="3121876"/>
                </a:lnTo>
                <a:lnTo>
                  <a:pt x="4618674" y="3125612"/>
                </a:lnTo>
                <a:lnTo>
                  <a:pt x="4618104" y="2916706"/>
                </a:lnTo>
                <a:lnTo>
                  <a:pt x="4813343" y="3033919"/>
                </a:lnTo>
                <a:lnTo>
                  <a:pt x="4847604" y="2905308"/>
                </a:lnTo>
                <a:lnTo>
                  <a:pt x="4611898" y="2744464"/>
                </a:lnTo>
                <a:lnTo>
                  <a:pt x="4610885" y="2505860"/>
                </a:lnTo>
                <a:lnTo>
                  <a:pt x="4889843" y="2696210"/>
                </a:lnTo>
                <a:lnTo>
                  <a:pt x="4931766" y="2538345"/>
                </a:lnTo>
                <a:lnTo>
                  <a:pt x="4604932" y="2290495"/>
                </a:lnTo>
                <a:lnTo>
                  <a:pt x="4603666" y="2095076"/>
                </a:lnTo>
                <a:lnTo>
                  <a:pt x="4974766" y="2376487"/>
                </a:lnTo>
                <a:lnTo>
                  <a:pt x="5049936" y="2093367"/>
                </a:lnTo>
                <a:lnTo>
                  <a:pt x="5506971" y="2518399"/>
                </a:lnTo>
                <a:lnTo>
                  <a:pt x="5594110" y="2363695"/>
                </a:lnTo>
                <a:lnTo>
                  <a:pt x="5104017" y="1841970"/>
                </a:lnTo>
                <a:close/>
                <a:moveTo>
                  <a:pt x="4589100" y="1273385"/>
                </a:moveTo>
                <a:lnTo>
                  <a:pt x="5014915" y="1654534"/>
                </a:lnTo>
                <a:lnTo>
                  <a:pt x="5016688" y="1763704"/>
                </a:lnTo>
                <a:lnTo>
                  <a:pt x="4590873" y="1382492"/>
                </a:lnTo>
                <a:close/>
                <a:moveTo>
                  <a:pt x="2443813" y="1009004"/>
                </a:moveTo>
                <a:lnTo>
                  <a:pt x="3111920" y="1180486"/>
                </a:lnTo>
                <a:lnTo>
                  <a:pt x="3126105" y="1199863"/>
                </a:lnTo>
                <a:lnTo>
                  <a:pt x="2457935" y="1028381"/>
                </a:lnTo>
                <a:close/>
                <a:moveTo>
                  <a:pt x="3609738" y="988739"/>
                </a:moveTo>
                <a:lnTo>
                  <a:pt x="4162841" y="1285159"/>
                </a:lnTo>
                <a:lnTo>
                  <a:pt x="4182283" y="1349686"/>
                </a:lnTo>
                <a:lnTo>
                  <a:pt x="3629180" y="1053203"/>
                </a:lnTo>
                <a:close/>
                <a:moveTo>
                  <a:pt x="7735787" y="894517"/>
                </a:moveTo>
                <a:lnTo>
                  <a:pt x="7843127" y="1833109"/>
                </a:lnTo>
                <a:lnTo>
                  <a:pt x="7589247" y="2100019"/>
                </a:lnTo>
                <a:lnTo>
                  <a:pt x="7481906" y="1161429"/>
                </a:lnTo>
                <a:close/>
                <a:moveTo>
                  <a:pt x="6405780" y="872226"/>
                </a:moveTo>
                <a:lnTo>
                  <a:pt x="6776563" y="1686955"/>
                </a:lnTo>
                <a:lnTo>
                  <a:pt x="6550420" y="2090899"/>
                </a:lnTo>
                <a:lnTo>
                  <a:pt x="6179637" y="1276171"/>
                </a:lnTo>
                <a:close/>
                <a:moveTo>
                  <a:pt x="4581944" y="862537"/>
                </a:moveTo>
                <a:lnTo>
                  <a:pt x="5021881" y="1283580"/>
                </a:lnTo>
                <a:lnTo>
                  <a:pt x="5023844" y="1349627"/>
                </a:lnTo>
                <a:lnTo>
                  <a:pt x="4583907" y="928521"/>
                </a:lnTo>
                <a:close/>
                <a:moveTo>
                  <a:pt x="3494038" y="585871"/>
                </a:moveTo>
                <a:lnTo>
                  <a:pt x="4071903" y="917816"/>
                </a:lnTo>
                <a:lnTo>
                  <a:pt x="4080199" y="939726"/>
                </a:lnTo>
                <a:lnTo>
                  <a:pt x="3502334" y="607844"/>
                </a:lnTo>
                <a:close/>
                <a:moveTo>
                  <a:pt x="5444466" y="507352"/>
                </a:moveTo>
                <a:lnTo>
                  <a:pt x="6032020" y="1210314"/>
                </a:lnTo>
                <a:lnTo>
                  <a:pt x="5911444" y="1669160"/>
                </a:lnTo>
                <a:lnTo>
                  <a:pt x="5323890" y="966198"/>
                </a:lnTo>
                <a:close/>
                <a:moveTo>
                  <a:pt x="4574725" y="451691"/>
                </a:moveTo>
                <a:lnTo>
                  <a:pt x="5028847" y="912627"/>
                </a:lnTo>
                <a:lnTo>
                  <a:pt x="5031064" y="935486"/>
                </a:lnTo>
                <a:lnTo>
                  <a:pt x="4577005" y="474551"/>
                </a:lnTo>
                <a:close/>
                <a:moveTo>
                  <a:pt x="8263686" y="327323"/>
                </a:moveTo>
                <a:lnTo>
                  <a:pt x="8336766" y="1338990"/>
                </a:lnTo>
                <a:lnTo>
                  <a:pt x="8139627" y="1547706"/>
                </a:lnTo>
                <a:lnTo>
                  <a:pt x="8066484" y="536039"/>
                </a:lnTo>
                <a:close/>
                <a:moveTo>
                  <a:pt x="6786379" y="171355"/>
                </a:moveTo>
                <a:lnTo>
                  <a:pt x="7142027" y="1067265"/>
                </a:lnTo>
                <a:lnTo>
                  <a:pt x="6957427" y="1398577"/>
                </a:lnTo>
                <a:lnTo>
                  <a:pt x="6601779" y="502667"/>
                </a:lnTo>
                <a:close/>
                <a:moveTo>
                  <a:pt x="7767324" y="2"/>
                </a:moveTo>
                <a:lnTo>
                  <a:pt x="7779166" y="2"/>
                </a:lnTo>
                <a:lnTo>
                  <a:pt x="7771566" y="13870"/>
                </a:lnTo>
                <a:close/>
                <a:moveTo>
                  <a:pt x="7118406" y="2"/>
                </a:moveTo>
                <a:lnTo>
                  <a:pt x="7351578" y="2"/>
                </a:lnTo>
                <a:lnTo>
                  <a:pt x="7507491" y="447513"/>
                </a:lnTo>
                <a:lnTo>
                  <a:pt x="7364497" y="706191"/>
                </a:lnTo>
                <a:close/>
                <a:moveTo>
                  <a:pt x="6304645" y="1"/>
                </a:moveTo>
                <a:lnTo>
                  <a:pt x="6385768" y="1"/>
                </a:lnTo>
                <a:lnTo>
                  <a:pt x="6363730" y="85742"/>
                </a:lnTo>
                <a:close/>
                <a:moveTo>
                  <a:pt x="5567385" y="0"/>
                </a:moveTo>
                <a:lnTo>
                  <a:pt x="5857299" y="0"/>
                </a:lnTo>
                <a:lnTo>
                  <a:pt x="6235555" y="501337"/>
                </a:lnTo>
                <a:lnTo>
                  <a:pt x="6137587" y="877482"/>
                </a:lnTo>
                <a:lnTo>
                  <a:pt x="5543827" y="90490"/>
                </a:lnTo>
                <a:close/>
              </a:path>
            </a:pathLst>
          </a:custGeom>
        </p:spPr>
        <p:txBody>
          <a:bodyPr wrap="square" anchor="ctr">
            <a:noAutofit/>
          </a:bodyPr>
          <a:lstStyle>
            <a:lvl1pPr marL="0" indent="0" algn="ctr">
              <a:buNone/>
              <a:defRPr sz="1200"/>
            </a:lvl1pPr>
          </a:lstStyle>
          <a:p>
            <a:endParaRPr lang="en-US"/>
          </a:p>
        </p:txBody>
      </p:sp>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0" name="Picture 9" descr="Text&#10;&#10;Description automatically generated">
            <a:extLst>
              <a:ext uri="{FF2B5EF4-FFF2-40B4-BE49-F238E27FC236}">
                <a16:creationId xmlns:a16="http://schemas.microsoft.com/office/drawing/2014/main" id="{C941124A-CF9A-BC00-61DB-5D6E5359718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1" name="TextBox 10">
            <a:extLst>
              <a:ext uri="{FF2B5EF4-FFF2-40B4-BE49-F238E27FC236}">
                <a16:creationId xmlns:a16="http://schemas.microsoft.com/office/drawing/2014/main" id="{269DFD76-F8BE-B383-F2CB-FD881A7180E6}"/>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5225CFFB-FF9E-47C5-8A38-CBE27EAF4C0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F87D1B13-C418-4B54-A88F-089CED815103}" type="datetime3">
              <a:rPr lang="en-US" smtClean="0"/>
              <a:t>7 May 2026</a:t>
            </a:fld>
            <a:endParaRPr lang="en-GB"/>
          </a:p>
        </p:txBody>
      </p:sp>
    </p:spTree>
    <p:extLst>
      <p:ext uri="{BB962C8B-B14F-4D97-AF65-F5344CB8AC3E}">
        <p14:creationId xmlns:p14="http://schemas.microsoft.com/office/powerpoint/2010/main" val="385520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hasCustomPrompt="1"/>
          </p:nvPr>
        </p:nvSpPr>
        <p:spPr>
          <a:xfrm>
            <a:off x="383908" y="2643127"/>
            <a:ext cx="7239024" cy="1325563"/>
          </a:xfrm>
        </p:spPr>
        <p:txBody>
          <a:bodyPr anchor="b"/>
          <a:lstStyle>
            <a:lvl1pPr>
              <a:defRPr>
                <a:solidFill>
                  <a:schemeClr val="bg1"/>
                </a:solidFill>
              </a:defRPr>
            </a:lvl1pPr>
          </a:lstStyle>
          <a:p>
            <a:r>
              <a:rPr lang="en-GB"/>
              <a:t>Thank you</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6" name="Text Placeholder 5">
            <a:extLst>
              <a:ext uri="{FF2B5EF4-FFF2-40B4-BE49-F238E27FC236}">
                <a16:creationId xmlns:a16="http://schemas.microsoft.com/office/drawing/2014/main" id="{A88DEC64-D764-8A4C-D43B-2AB8EB9B3423}"/>
              </a:ext>
            </a:extLst>
          </p:cNvPr>
          <p:cNvSpPr>
            <a:spLocks noGrp="1"/>
          </p:cNvSpPr>
          <p:nvPr>
            <p:ph type="body" sz="quarter" idx="10" hasCustomPrompt="1"/>
          </p:nvPr>
        </p:nvSpPr>
        <p:spPr>
          <a:xfrm>
            <a:off x="384176" y="5534568"/>
            <a:ext cx="7238755" cy="632870"/>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 Ut convallis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a:t>
            </a:r>
            <a:r>
              <a:rPr lang="en-GB" err="1">
                <a:effectLst/>
                <a:latin typeface="Arial" panose="020B0604020202020204" pitchFamily="34" charset="0"/>
              </a:rPr>
              <a:t>Suspendisse</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id eros a </a:t>
            </a:r>
            <a:r>
              <a:rPr lang="en-GB" err="1">
                <a:effectLst/>
                <a:latin typeface="Arial" panose="020B0604020202020204" pitchFamily="34" charset="0"/>
              </a:rPr>
              <a:t>ultricies</a:t>
            </a:r>
            <a:r>
              <a:rPr lang="en-GB">
                <a:effectLst/>
                <a:latin typeface="Arial" panose="020B0604020202020204" pitchFamily="34" charset="0"/>
              </a:rPr>
              <a:t>. Vestibulum </a:t>
            </a:r>
            <a:r>
              <a:rPr lang="en-GB" err="1">
                <a:effectLst/>
                <a:latin typeface="Arial" panose="020B0604020202020204" pitchFamily="34" charset="0"/>
              </a:rPr>
              <a:t>iaculis</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vitae fermentum </a:t>
            </a:r>
            <a:r>
              <a:rPr lang="en-GB" err="1">
                <a:effectLst/>
                <a:latin typeface="Arial" panose="020B0604020202020204" pitchFamily="34" charset="0"/>
              </a:rPr>
              <a:t>felis</a:t>
            </a:r>
            <a:r>
              <a:rPr lang="en-GB">
                <a:effectLst/>
                <a:latin typeface="Arial" panose="020B0604020202020204" pitchFamily="34" charset="0"/>
              </a:rPr>
              <a:t> </a:t>
            </a:r>
            <a:r>
              <a:rPr lang="en-GB" err="1">
                <a:effectLst/>
                <a:latin typeface="Arial" panose="020B0604020202020204" pitchFamily="34" charset="0"/>
              </a:rPr>
              <a:t>sollicitudin</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Pellentesque</a:t>
            </a:r>
            <a:r>
              <a:rPr lang="en-GB">
                <a:effectLst/>
                <a:latin typeface="Arial" panose="020B0604020202020204" pitchFamily="34" charset="0"/>
              </a:rPr>
              <a:t> tempus libero </a:t>
            </a:r>
            <a:r>
              <a:rPr lang="en-GB" err="1">
                <a:effectLst/>
                <a:latin typeface="Arial" panose="020B0604020202020204" pitchFamily="34" charset="0"/>
              </a:rPr>
              <a:t>nibh</a:t>
            </a:r>
            <a:r>
              <a:rPr lang="en-GB">
                <a:effectLst/>
                <a:latin typeface="Arial" panose="020B0604020202020204" pitchFamily="34" charset="0"/>
              </a:rPr>
              <a:t>, </a:t>
            </a:r>
            <a:r>
              <a:rPr lang="en-GB" err="1">
                <a:effectLst/>
                <a:latin typeface="Arial" panose="020B0604020202020204" pitchFamily="34" charset="0"/>
              </a:rPr>
              <a:t>nec</a:t>
            </a:r>
            <a:r>
              <a:rPr lang="en-GB">
                <a:effectLst/>
                <a:latin typeface="Arial" panose="020B0604020202020204" pitchFamily="34" charset="0"/>
              </a:rPr>
              <a:t> </a:t>
            </a:r>
            <a:r>
              <a:rPr lang="en-GB" err="1">
                <a:effectLst/>
                <a:latin typeface="Arial" panose="020B0604020202020204" pitchFamily="34" charset="0"/>
              </a:rPr>
              <a:t>interdum</a:t>
            </a:r>
            <a:r>
              <a:rPr lang="en-GB">
                <a:effectLst/>
                <a:latin typeface="Arial" panose="020B0604020202020204" pitchFamily="34" charset="0"/>
              </a:rPr>
              <a:t> </a:t>
            </a:r>
            <a:r>
              <a:rPr lang="en-GB" err="1">
                <a:effectLst/>
                <a:latin typeface="Arial" panose="020B0604020202020204" pitchFamily="34" charset="0"/>
              </a:rPr>
              <a:t>urna</a:t>
            </a:r>
            <a:r>
              <a:rPr lang="en-GB">
                <a:effectLst/>
                <a:latin typeface="Arial" panose="020B0604020202020204" pitchFamily="34" charset="0"/>
              </a:rPr>
              <a:t> fermentum vel. Nunc </a:t>
            </a:r>
            <a:r>
              <a:rPr lang="en-GB" err="1">
                <a:effectLst/>
                <a:latin typeface="Arial" panose="020B0604020202020204" pitchFamily="34" charset="0"/>
              </a:rPr>
              <a:t>dignissim</a:t>
            </a:r>
            <a:r>
              <a:rPr lang="en-GB">
                <a:effectLst/>
                <a:latin typeface="Arial" panose="020B0604020202020204" pitchFamily="34" charset="0"/>
              </a:rPr>
              <a:t> </a:t>
            </a:r>
            <a:r>
              <a:rPr lang="en-GB" err="1">
                <a:effectLst/>
                <a:latin typeface="Arial" panose="020B0604020202020204" pitchFamily="34" charset="0"/>
              </a:rPr>
              <a:t>lacus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a:t>
            </a:r>
            <a:r>
              <a:rPr lang="en-GB" err="1">
                <a:effectLst/>
                <a:latin typeface="Arial" panose="020B0604020202020204" pitchFamily="34" charset="0"/>
              </a:rPr>
              <a:t>eu</a:t>
            </a:r>
            <a:r>
              <a:rPr lang="en-GB">
                <a:effectLst/>
                <a:latin typeface="Arial" panose="020B0604020202020204" pitchFamily="34" charset="0"/>
              </a:rPr>
              <a:t> </a:t>
            </a:r>
            <a:r>
              <a:rPr lang="en-GB" err="1">
                <a:effectLst/>
                <a:latin typeface="Arial" panose="020B0604020202020204" pitchFamily="34" charset="0"/>
              </a:rPr>
              <a:t>hendrerit</a:t>
            </a:r>
            <a:r>
              <a:rPr lang="en-GB">
                <a:effectLst/>
                <a:latin typeface="Arial" panose="020B0604020202020204" pitchFamily="34" charset="0"/>
              </a:rPr>
              <a:t> magna </a:t>
            </a:r>
            <a:r>
              <a:rPr lang="en-GB" err="1">
                <a:effectLst/>
                <a:latin typeface="Arial" panose="020B0604020202020204" pitchFamily="34" charset="0"/>
              </a:rPr>
              <a:t>commodo</a:t>
            </a:r>
            <a:r>
              <a:rPr lang="en-GB">
                <a:effectLst/>
                <a:latin typeface="Arial" panose="020B0604020202020204" pitchFamily="34" charset="0"/>
              </a:rPr>
              <a:t> et.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suscipit</a:t>
            </a:r>
            <a:r>
              <a:rPr lang="en-GB">
                <a:effectLst/>
                <a:latin typeface="Arial" panose="020B0604020202020204" pitchFamily="34" charset="0"/>
              </a:rPr>
              <a:t>, </a:t>
            </a:r>
            <a:r>
              <a:rPr lang="en-GB" err="1">
                <a:effectLst/>
                <a:latin typeface="Arial" panose="020B0604020202020204" pitchFamily="34" charset="0"/>
              </a:rPr>
              <a:t>tellus</a:t>
            </a:r>
            <a:r>
              <a:rPr lang="en-GB">
                <a:effectLst/>
                <a:latin typeface="Arial" panose="020B0604020202020204" pitchFamily="34" charset="0"/>
              </a:rPr>
              <a:t> ac auctor </a:t>
            </a:r>
            <a:r>
              <a:rPr lang="en-GB" err="1">
                <a:effectLst/>
                <a:latin typeface="Arial" panose="020B0604020202020204" pitchFamily="34" charset="0"/>
              </a:rPr>
              <a:t>egestas</a:t>
            </a:r>
            <a:r>
              <a:rPr lang="en-GB">
                <a:effectLst/>
                <a:latin typeface="Arial" panose="020B0604020202020204" pitchFamily="34" charset="0"/>
              </a:rPr>
              <a:t>, </a:t>
            </a:r>
            <a:r>
              <a:rPr lang="en-GB" err="1">
                <a:effectLst/>
                <a:latin typeface="Arial" panose="020B0604020202020204" pitchFamily="34" charset="0"/>
              </a:rPr>
              <a:t>arcu</a:t>
            </a:r>
            <a:r>
              <a:rPr lang="en-GB">
                <a:effectLst/>
                <a:latin typeface="Arial" panose="020B0604020202020204" pitchFamily="34" charset="0"/>
              </a:rPr>
              <a:t> </a:t>
            </a:r>
            <a:r>
              <a:rPr lang="en-GB" err="1">
                <a:effectLst/>
                <a:latin typeface="Arial" panose="020B0604020202020204" pitchFamily="34" charset="0"/>
              </a:rPr>
              <a:t>leo</a:t>
            </a:r>
            <a:r>
              <a:rPr lang="en-GB">
                <a:effectLst/>
                <a:latin typeface="Arial" panose="020B0604020202020204" pitchFamily="34" charset="0"/>
              </a:rPr>
              <a:t> </a:t>
            </a:r>
            <a:r>
              <a:rPr lang="en-GB" err="1">
                <a:effectLst/>
                <a:latin typeface="Arial" panose="020B0604020202020204" pitchFamily="34" charset="0"/>
              </a:rPr>
              <a:t>molestie</a:t>
            </a:r>
            <a:r>
              <a:rPr lang="en-GB">
                <a:effectLst/>
                <a:latin typeface="Arial" panose="020B0604020202020204" pitchFamily="34" charset="0"/>
              </a:rPr>
              <a:t> </a:t>
            </a:r>
            <a:r>
              <a:rPr lang="en-GB" err="1">
                <a:effectLst/>
                <a:latin typeface="Arial" panose="020B0604020202020204" pitchFamily="34" charset="0"/>
              </a:rPr>
              <a:t>augue</a:t>
            </a:r>
            <a:r>
              <a:rPr lang="en-GB">
                <a:effectLst/>
                <a:latin typeface="Arial" panose="020B0604020202020204" pitchFamily="34" charset="0"/>
              </a:rPr>
              <a:t>, at porta </a:t>
            </a:r>
            <a:r>
              <a:rPr lang="en-GB" err="1">
                <a:effectLst/>
                <a:latin typeface="Arial" panose="020B0604020202020204" pitchFamily="34" charset="0"/>
              </a:rPr>
              <a:t>dolor</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lectus</a:t>
            </a:r>
            <a:r>
              <a:rPr lang="en-GB">
                <a:effectLst/>
                <a:latin typeface="Arial" panose="020B0604020202020204" pitchFamily="34" charset="0"/>
              </a:rPr>
              <a:t>. Integer </a:t>
            </a:r>
            <a:r>
              <a:rPr lang="en-GB" err="1">
                <a:effectLst/>
                <a:latin typeface="Arial" panose="020B0604020202020204" pitchFamily="34" charset="0"/>
              </a:rPr>
              <a:t>justo</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vulputate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laoreet</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imperdiet</a:t>
            </a:r>
            <a:r>
              <a:rPr lang="en-GB">
                <a:effectLst/>
                <a:latin typeface="Arial" panose="020B0604020202020204" pitchFamily="34" charset="0"/>
              </a:rPr>
              <a:t> id </a:t>
            </a:r>
            <a:r>
              <a:rPr lang="en-GB" err="1">
                <a:effectLst/>
                <a:latin typeface="Arial" panose="020B0604020202020204" pitchFamily="34" charset="0"/>
              </a:rPr>
              <a:t>neque</a:t>
            </a:r>
            <a:r>
              <a:rPr lang="en-GB">
                <a:effectLst/>
                <a:latin typeface="Arial" panose="020B0604020202020204" pitchFamily="34" charset="0"/>
              </a:rPr>
              <a:t>. Vestibulum ante ipsum </a:t>
            </a:r>
            <a:r>
              <a:rPr lang="en-GB" err="1">
                <a:effectLst/>
                <a:latin typeface="Arial" panose="020B0604020202020204" pitchFamily="34" charset="0"/>
              </a:rPr>
              <a:t>primis</a:t>
            </a:r>
            <a:r>
              <a:rPr lang="en-GB">
                <a:effectLst/>
                <a:latin typeface="Arial" panose="020B0604020202020204" pitchFamily="34" charset="0"/>
              </a:rPr>
              <a:t> in </a:t>
            </a:r>
            <a:r>
              <a:rPr lang="en-GB" err="1">
                <a:effectLst/>
                <a:latin typeface="Arial" panose="020B0604020202020204" pitchFamily="34" charset="0"/>
              </a:rPr>
              <a:t>faucibus</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et </a:t>
            </a:r>
            <a:r>
              <a:rPr lang="en-GB" err="1">
                <a:effectLst/>
                <a:latin typeface="Arial" panose="020B0604020202020204" pitchFamily="34" charset="0"/>
              </a:rPr>
              <a:t>ultrices</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a:t>
            </a:r>
            <a:r>
              <a:rPr lang="en-GB" err="1">
                <a:effectLst/>
                <a:latin typeface="Arial" panose="020B0604020202020204" pitchFamily="34" charset="0"/>
              </a:rPr>
              <a:t>cubilia</a:t>
            </a:r>
            <a:r>
              <a:rPr lang="en-GB">
                <a:effectLst/>
                <a:latin typeface="Arial" panose="020B0604020202020204" pitchFamily="34" charset="0"/>
              </a:rPr>
              <a:t> </a:t>
            </a:r>
            <a:r>
              <a:rPr lang="en-GB" err="1">
                <a:effectLst/>
                <a:latin typeface="Arial" panose="020B0604020202020204" pitchFamily="34" charset="0"/>
              </a:rPr>
              <a:t>curae</a:t>
            </a:r>
            <a:r>
              <a:rPr lang="en-GB">
                <a:effectLst/>
                <a:latin typeface="Arial" panose="020B0604020202020204" pitchFamily="34" charset="0"/>
              </a:rPr>
              <a:t>; Nam gravida </a:t>
            </a:r>
            <a:r>
              <a:rPr lang="en-GB" err="1">
                <a:effectLst/>
                <a:latin typeface="Arial" panose="020B0604020202020204" pitchFamily="34" charset="0"/>
              </a:rPr>
              <a:t>odio</a:t>
            </a:r>
            <a:r>
              <a:rPr lang="en-GB">
                <a:effectLst/>
                <a:latin typeface="Arial" panose="020B0604020202020204" pitchFamily="34" charset="0"/>
              </a:rPr>
              <a:t> id </a:t>
            </a:r>
            <a:r>
              <a:rPr lang="en-GB" err="1">
                <a:effectLst/>
                <a:latin typeface="Arial" panose="020B0604020202020204" pitchFamily="34" charset="0"/>
              </a:rPr>
              <a:t>bibendum</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Nunc </a:t>
            </a:r>
            <a:r>
              <a:rPr lang="en-GB" err="1">
                <a:effectLst/>
                <a:latin typeface="Arial" panose="020B0604020202020204" pitchFamily="34" charset="0"/>
              </a:rPr>
              <a:t>massa</a:t>
            </a:r>
            <a:r>
              <a:rPr lang="en-GB">
                <a:effectLst/>
                <a:latin typeface="Arial" panose="020B0604020202020204" pitchFamily="34" charset="0"/>
              </a:rPr>
              <a:t> ante, </a:t>
            </a:r>
            <a:r>
              <a:rPr lang="en-GB" err="1">
                <a:effectLst/>
                <a:latin typeface="Arial" panose="020B0604020202020204" pitchFamily="34" charset="0"/>
              </a:rPr>
              <a:t>elementum</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massa</a:t>
            </a:r>
            <a:r>
              <a:rPr lang="en-GB">
                <a:effectLst/>
                <a:latin typeface="Arial" panose="020B0604020202020204" pitchFamily="34" charset="0"/>
              </a:rPr>
              <a:t> vitae, maximus porta </a:t>
            </a:r>
            <a:r>
              <a:rPr lang="en-GB" err="1">
                <a:effectLst/>
                <a:latin typeface="Arial" panose="020B0604020202020204" pitchFamily="34" charset="0"/>
              </a:rPr>
              <a:t>nunc</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in </a:t>
            </a:r>
            <a:r>
              <a:rPr lang="en-GB" err="1">
                <a:effectLst/>
                <a:latin typeface="Arial" panose="020B0604020202020204" pitchFamily="34" charset="0"/>
              </a:rPr>
              <a:t>tempor</a:t>
            </a:r>
            <a:r>
              <a:rPr lang="en-GB">
                <a:effectLst/>
                <a:latin typeface="Arial" panose="020B0604020202020204" pitchFamily="34" charset="0"/>
              </a:rPr>
              <a:t> ligula.</a:t>
            </a:r>
          </a:p>
        </p:txBody>
      </p:sp>
      <p:sp>
        <p:nvSpPr>
          <p:cNvPr id="13" name="Text Placeholder 5">
            <a:extLst>
              <a:ext uri="{FF2B5EF4-FFF2-40B4-BE49-F238E27FC236}">
                <a16:creationId xmlns:a16="http://schemas.microsoft.com/office/drawing/2014/main" id="{A4464583-1239-FB82-9175-7322CF8AE613}"/>
              </a:ext>
            </a:extLst>
          </p:cNvPr>
          <p:cNvSpPr>
            <a:spLocks noGrp="1"/>
          </p:cNvSpPr>
          <p:nvPr>
            <p:ph type="body" sz="quarter" idx="11" hasCustomPrompt="1"/>
          </p:nvPr>
        </p:nvSpPr>
        <p:spPr>
          <a:xfrm>
            <a:off x="383907" y="4832854"/>
            <a:ext cx="7239024"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a:extLst>
              <a:ext uri="{FF2B5EF4-FFF2-40B4-BE49-F238E27FC236}">
                <a16:creationId xmlns:a16="http://schemas.microsoft.com/office/drawing/2014/main" id="{27A24E46-427A-7DEC-DE9C-066068F7BE7A}"/>
              </a:ext>
            </a:extLst>
          </p:cNvPr>
          <p:cNvSpPr txBox="1"/>
          <p:nvPr userDrawn="1"/>
        </p:nvSpPr>
        <p:spPr>
          <a:xfrm>
            <a:off x="383907" y="4460488"/>
            <a:ext cx="7239024" cy="369332"/>
          </a:xfrm>
          <a:prstGeom prst="rect">
            <a:avLst/>
          </a:prstGeom>
          <a:noFill/>
        </p:spPr>
        <p:txBody>
          <a:bodyPr wrap="square" rtlCol="0">
            <a:spAutoFit/>
          </a:bodyPr>
          <a:lstStyle/>
          <a:p>
            <a:r>
              <a:rPr lang="en-US" sz="1800" b="1">
                <a:solidFill>
                  <a:schemeClr val="bg1"/>
                </a:solidFill>
                <a:latin typeface="Arial" panose="020B0604020202020204" pitchFamily="34" charset="0"/>
                <a:cs typeface="Arial" panose="020B0604020202020204" pitchFamily="34" charset="0"/>
              </a:rPr>
              <a:t>Contact</a:t>
            </a:r>
          </a:p>
        </p:txBody>
      </p:sp>
      <p:sp>
        <p:nvSpPr>
          <p:cNvPr id="10" name="TextBox 9">
            <a:extLst>
              <a:ext uri="{FF2B5EF4-FFF2-40B4-BE49-F238E27FC236}">
                <a16:creationId xmlns:a16="http://schemas.microsoft.com/office/drawing/2014/main" id="{3F0E9EBB-6A53-3F7B-9800-BBA831116867}"/>
              </a:ext>
            </a:extLst>
          </p:cNvPr>
          <p:cNvSpPr txBox="1"/>
          <p:nvPr userDrawn="1"/>
        </p:nvSpPr>
        <p:spPr>
          <a:xfrm>
            <a:off x="1" y="-825190"/>
            <a:ext cx="2389352" cy="646331"/>
          </a:xfrm>
          <a:prstGeom prst="rect">
            <a:avLst/>
          </a:prstGeom>
          <a:solidFill>
            <a:srgbClr val="FFFF00"/>
          </a:solidFill>
        </p:spPr>
        <p:txBody>
          <a:bodyPr wrap="square" rtlCol="0">
            <a:spAutoFit/>
          </a:bodyPr>
          <a:lstStyle/>
          <a:p>
            <a:r>
              <a:rPr lang="en-US"/>
              <a:t>Change background to match front cover</a:t>
            </a:r>
          </a:p>
        </p:txBody>
      </p:sp>
      <p:sp>
        <p:nvSpPr>
          <p:cNvPr id="14" name="TextBox 13">
            <a:extLst>
              <a:ext uri="{FF2B5EF4-FFF2-40B4-BE49-F238E27FC236}">
                <a16:creationId xmlns:a16="http://schemas.microsoft.com/office/drawing/2014/main" id="{F5A26425-6CAA-69B2-B0CC-EA6F39B1F0F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325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gradFill>
          <a:gsLst>
            <a:gs pos="100000">
              <a:schemeClr val="bg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140F33-259D-7446-718A-78A220058B33}"/>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9" name="Title 1">
            <a:extLst>
              <a:ext uri="{FF2B5EF4-FFF2-40B4-BE49-F238E27FC236}">
                <a16:creationId xmlns:a16="http://schemas.microsoft.com/office/drawing/2014/main" id="{D489B4EE-AB58-1B67-920F-E0F53870E222}"/>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0" name="Text Placeholder 5">
            <a:extLst>
              <a:ext uri="{FF2B5EF4-FFF2-40B4-BE49-F238E27FC236}">
                <a16:creationId xmlns:a16="http://schemas.microsoft.com/office/drawing/2014/main" id="{9FEAFE57-5891-68F2-F447-7AB66F140890}"/>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9733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2">
    <p:bg>
      <p:bgPr>
        <a:gradFill>
          <a:gsLst>
            <a:gs pos="100000">
              <a:schemeClr val="bg2"/>
            </a:gs>
            <a:gs pos="0">
              <a:schemeClr val="accent1"/>
            </a:gs>
          </a:gsLst>
          <a:lin ang="18000000" scaled="0"/>
        </a:gra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3788DA-DE75-41BB-6898-9B846EF6A7FA}"/>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FB68BBD0-59EF-E044-3130-E0FB52C100C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DBE841F6-81B0-43AD-9FAA-09FCB34B6894}"/>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960352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3">
    <p:bg>
      <p:bgPr>
        <a:gradFill>
          <a:gsLst>
            <a:gs pos="100000">
              <a:schemeClr val="bg2"/>
            </a:gs>
            <a:gs pos="0">
              <a:schemeClr val="accent4"/>
            </a:gs>
          </a:gsLst>
          <a:lin ang="18000000" scaled="0"/>
        </a:gradFill>
        <a:effectLst/>
      </p:bgPr>
    </p:bg>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0D3EA405-9AA2-6DF3-26B5-065FD20DC8F6}"/>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11F5DD3E-9084-57CA-934F-DACFD96A688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4E7D8B52-3B12-98D4-87C7-1483DE307E3B}"/>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285286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4">
    <p:bg>
      <p:bgPr>
        <a:gradFill>
          <a:gsLst>
            <a:gs pos="100000">
              <a:schemeClr val="accent1"/>
            </a:gs>
            <a:gs pos="0">
              <a:schemeClr val="accent2"/>
            </a:gs>
          </a:gsLst>
          <a:lin ang="18000000" scaled="0"/>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446C7FB5-39AD-8C0E-E87A-EE4C44161CA5}"/>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6" name="Title 1">
            <a:extLst>
              <a:ext uri="{FF2B5EF4-FFF2-40B4-BE49-F238E27FC236}">
                <a16:creationId xmlns:a16="http://schemas.microsoft.com/office/drawing/2014/main" id="{07F1C92F-FBB3-D752-4F65-06141650B569}"/>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7" name="Text Placeholder 5">
            <a:extLst>
              <a:ext uri="{FF2B5EF4-FFF2-40B4-BE49-F238E27FC236}">
                <a16:creationId xmlns:a16="http://schemas.microsoft.com/office/drawing/2014/main" id="{30E86F6E-0AEE-8488-A8BE-6A321E93074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610669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5">
    <p:bg>
      <p:bgPr>
        <a:gradFill>
          <a:gsLst>
            <a:gs pos="100000">
              <a:schemeClr val="tx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4B47816-320C-698C-851B-8495FA7D6B3F}"/>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4F9763B-5716-C024-3177-3131F4374793}"/>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BD3960FE-A1B3-03CD-033B-FBE2EF105265}"/>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900090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6">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9911699-419B-B02B-28CB-8242E71D6B74}"/>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DC4A258-C603-25FF-B1FA-7B2541545EAC}"/>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3CB13B10-87FC-65F6-7ADB-0BBD37121779}"/>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5214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7">
    <p:bg>
      <p:bgPr>
        <a:gradFill>
          <a:gsLst>
            <a:gs pos="100000">
              <a:schemeClr val="accent1"/>
            </a:gs>
            <a:gs pos="0">
              <a:schemeClr val="accent4"/>
            </a:gs>
          </a:gsLst>
          <a:lin ang="1800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E790C48-70A6-9376-165F-D52E6AA69699}"/>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2DBDBBA1-3402-0052-1F0C-E4C4C6313A67}"/>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36447244-4CF9-599C-0D61-CE5DB10FDE6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1663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8">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5101FE6E-834E-643B-24B7-AA38CF9BF773}"/>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3" name="Title 1">
            <a:extLst>
              <a:ext uri="{FF2B5EF4-FFF2-40B4-BE49-F238E27FC236}">
                <a16:creationId xmlns:a16="http://schemas.microsoft.com/office/drawing/2014/main" id="{3B62BC16-C903-E86D-9F1A-49E3253BFF48}"/>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4" name="Text Placeholder 5">
            <a:extLst>
              <a:ext uri="{FF2B5EF4-FFF2-40B4-BE49-F238E27FC236}">
                <a16:creationId xmlns:a16="http://schemas.microsoft.com/office/drawing/2014/main" id="{04494ABE-C38E-1DCA-E4AF-99343FFF4D0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82384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211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Lis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35F4A639-08E5-4A72-BA2B-5D8928765784}"/>
              </a:ext>
            </a:extLst>
          </p:cNvPr>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a:extLst>
              <a:ext uri="{FF2B5EF4-FFF2-40B4-BE49-F238E27FC236}">
                <a16:creationId xmlns:a16="http://schemas.microsoft.com/office/drawing/2014/main" id="{A5396A93-7AB1-4528-BDE2-D0E1DC0A5A80}"/>
              </a:ext>
            </a:extLst>
          </p:cNvPr>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a:extLst>
              <a:ext uri="{FF2B5EF4-FFF2-40B4-BE49-F238E27FC236}">
                <a16:creationId xmlns:a16="http://schemas.microsoft.com/office/drawing/2014/main" id="{E30C33A4-A8F3-469E-93A7-19A441E2BA24}"/>
              </a:ext>
            </a:extLst>
          </p:cNvPr>
          <p:cNvSpPr>
            <a:spLocks noGrp="1"/>
          </p:cNvSpPr>
          <p:nvPr>
            <p:ph idx="16"/>
          </p:nvPr>
        </p:nvSpPr>
        <p:spPr>
          <a:xfrm>
            <a:off x="381000" y="22942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a:extLst>
              <a:ext uri="{FF2B5EF4-FFF2-40B4-BE49-F238E27FC236}">
                <a16:creationId xmlns:a16="http://schemas.microsoft.com/office/drawing/2014/main" id="{D1F859AA-70B4-408C-8676-499785F4375E}"/>
              </a:ext>
            </a:extLst>
          </p:cNvPr>
          <p:cNvSpPr>
            <a:spLocks noGrp="1"/>
          </p:cNvSpPr>
          <p:nvPr>
            <p:ph type="body" sz="quarter" idx="17" hasCustomPrompt="1"/>
          </p:nvPr>
        </p:nvSpPr>
        <p:spPr>
          <a:xfrm>
            <a:off x="587106" y="22028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a:extLst>
              <a:ext uri="{FF2B5EF4-FFF2-40B4-BE49-F238E27FC236}">
                <a16:creationId xmlns:a16="http://schemas.microsoft.com/office/drawing/2014/main" id="{C4AB91E0-7E1F-4409-BB3A-4EB7D9F983C2}"/>
              </a:ext>
            </a:extLst>
          </p:cNvPr>
          <p:cNvSpPr>
            <a:spLocks noGrp="1"/>
          </p:cNvSpPr>
          <p:nvPr>
            <p:ph idx="22"/>
          </p:nvPr>
        </p:nvSpPr>
        <p:spPr>
          <a:xfrm>
            <a:off x="381000" y="2987430"/>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a:extLst>
              <a:ext uri="{FF2B5EF4-FFF2-40B4-BE49-F238E27FC236}">
                <a16:creationId xmlns:a16="http://schemas.microsoft.com/office/drawing/2014/main" id="{BB0C74E1-3AAA-43C1-9D8C-25E131BD5FDF}"/>
              </a:ext>
            </a:extLst>
          </p:cNvPr>
          <p:cNvSpPr>
            <a:spLocks noGrp="1"/>
          </p:cNvSpPr>
          <p:nvPr>
            <p:ph type="body" sz="quarter" idx="19" hasCustomPrompt="1"/>
          </p:nvPr>
        </p:nvSpPr>
        <p:spPr>
          <a:xfrm>
            <a:off x="587106" y="2895990"/>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a:extLst>
              <a:ext uri="{FF2B5EF4-FFF2-40B4-BE49-F238E27FC236}">
                <a16:creationId xmlns:a16="http://schemas.microsoft.com/office/drawing/2014/main" id="{DCC4BA1A-C1C2-4373-85B3-130A825754CB}"/>
              </a:ext>
            </a:extLst>
          </p:cNvPr>
          <p:cNvSpPr>
            <a:spLocks noGrp="1"/>
          </p:cNvSpPr>
          <p:nvPr>
            <p:ph idx="23"/>
          </p:nvPr>
        </p:nvSpPr>
        <p:spPr>
          <a:xfrm>
            <a:off x="381000" y="3680569"/>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a:extLst>
              <a:ext uri="{FF2B5EF4-FFF2-40B4-BE49-F238E27FC236}">
                <a16:creationId xmlns:a16="http://schemas.microsoft.com/office/drawing/2014/main" id="{AF6E2320-1437-4667-BC1B-C44C85F221A4}"/>
              </a:ext>
            </a:extLst>
          </p:cNvPr>
          <p:cNvSpPr>
            <a:spLocks noGrp="1"/>
          </p:cNvSpPr>
          <p:nvPr>
            <p:ph type="body" sz="quarter" idx="21" hasCustomPrompt="1"/>
          </p:nvPr>
        </p:nvSpPr>
        <p:spPr>
          <a:xfrm>
            <a:off x="587106" y="3589129"/>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a:extLst>
              <a:ext uri="{FF2B5EF4-FFF2-40B4-BE49-F238E27FC236}">
                <a16:creationId xmlns:a16="http://schemas.microsoft.com/office/drawing/2014/main" id="{8CEE9F9E-25AB-C5BE-F769-7BA667C17B3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6942263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and Sub-hea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06122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Full Width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2BA0D954-5225-045F-26B5-0A16C31D582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16068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A4ACF05-52EB-BCC1-FEFA-A3B7609A520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58346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85F1CBE-C749-BAE8-58C3-8907FE86D6D0}"/>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903578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71D9B11-C747-5E07-B1CE-ED5C2A76589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28972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6989DCD3-7782-2E0F-4D86-1B85B298096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638638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8FDEEC17-B41C-86B7-7B3C-2C2804DE7BA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31759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4" name="Content Placeholder 3">
            <a:extLst>
              <a:ext uri="{FF2B5EF4-FFF2-40B4-BE49-F238E27FC236}">
                <a16:creationId xmlns:a16="http://schemas.microsoft.com/office/drawing/2014/main" id="{397DD4FF-7BBA-F189-9117-A86040E7B1C1}"/>
              </a:ext>
            </a:extLst>
          </p:cNvPr>
          <p:cNvSpPr>
            <a:spLocks noGrp="1"/>
          </p:cNvSpPr>
          <p:nvPr>
            <p:ph sz="half" idx="2"/>
          </p:nvPr>
        </p:nvSpPr>
        <p:spPr>
          <a:xfrm>
            <a:off x="6184632"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C7F75CB3-3B29-7D02-83C1-CA93F03D3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CC67DF-D3E9-F120-66D8-83C3BD61EE09}"/>
              </a:ext>
            </a:extLst>
          </p:cNvPr>
          <p:cNvSpPr>
            <a:spLocks noGrp="1"/>
          </p:cNvSpPr>
          <p:nvPr>
            <p:ph sz="half" idx="1"/>
          </p:nvPr>
        </p:nvSpPr>
        <p:spPr>
          <a:xfrm>
            <a:off x="383908"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476699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Char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5" name="Text Placeholder 14">
            <a:extLst>
              <a:ext uri="{FF2B5EF4-FFF2-40B4-BE49-F238E27FC236}">
                <a16:creationId xmlns:a16="http://schemas.microsoft.com/office/drawing/2014/main" id="{738A748E-34A1-4E46-B7C8-B3C068148C21}"/>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endParaRPr lang="en-US"/>
          </a:p>
        </p:txBody>
      </p:sp>
      <p:sp>
        <p:nvSpPr>
          <p:cNvPr id="2" name="Title 1">
            <a:extLst>
              <a:ext uri="{FF2B5EF4-FFF2-40B4-BE49-F238E27FC236}">
                <a16:creationId xmlns:a16="http://schemas.microsoft.com/office/drawing/2014/main" id="{10C5B72B-3232-8BD1-A8F9-6A31A5F194BD}"/>
              </a:ext>
            </a:extLst>
          </p:cNvPr>
          <p:cNvSpPr>
            <a:spLocks noGrp="1"/>
          </p:cNvSpPr>
          <p:nvPr>
            <p:ph type="title"/>
          </p:nvPr>
        </p:nvSpPr>
        <p:spPr/>
        <p:txBody>
          <a:bodyPr/>
          <a:lstStyle/>
          <a:p>
            <a:r>
              <a:rPr lang="en-US"/>
              <a:t>Click to edit Master title style</a:t>
            </a:r>
            <a:endParaRPr lang="en-IN"/>
          </a:p>
        </p:txBody>
      </p:sp>
      <p:sp>
        <p:nvSpPr>
          <p:cNvPr id="14" name="Chart Placeholder 13">
            <a:extLst>
              <a:ext uri="{FF2B5EF4-FFF2-40B4-BE49-F238E27FC236}">
                <a16:creationId xmlns:a16="http://schemas.microsoft.com/office/drawing/2014/main" id="{AA837C17-AB25-405F-9D1A-88B85BADF0CF}"/>
              </a:ext>
            </a:extLst>
          </p:cNvPr>
          <p:cNvSpPr>
            <a:spLocks noGrp="1"/>
          </p:cNvSpPr>
          <p:nvPr>
            <p:ph type="chart" sz="quarter" idx="12"/>
          </p:nvPr>
        </p:nvSpPr>
        <p:spPr>
          <a:xfrm>
            <a:off x="381000" y="2305879"/>
            <a:ext cx="11430000" cy="3853622"/>
          </a:xfrm>
        </p:spPr>
        <p:txBody>
          <a:bodyPr anchor="ctr">
            <a:normAutofit/>
          </a:bodyPr>
          <a:lstStyle>
            <a:lvl1pPr marL="0" indent="0" algn="ctr">
              <a:buNone/>
              <a:defRPr sz="1200" baseline="0"/>
            </a:lvl1pPr>
          </a:lstStyle>
          <a:p>
            <a:endParaRPr lang="en-GB"/>
          </a:p>
        </p:txBody>
      </p:sp>
    </p:spTree>
    <p:extLst>
      <p:ext uri="{BB962C8B-B14F-4D97-AF65-F5344CB8AC3E}">
        <p14:creationId xmlns:p14="http://schemas.microsoft.com/office/powerpoint/2010/main" val="20273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part proces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38" name="Text Placeholder 37">
            <a:extLst>
              <a:ext uri="{FF2B5EF4-FFF2-40B4-BE49-F238E27FC236}">
                <a16:creationId xmlns:a16="http://schemas.microsoft.com/office/drawing/2014/main" id="{01FA3BE7-440C-4567-9737-E766215F7907}"/>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9" name="Text Placeholder 33">
            <a:extLst>
              <a:ext uri="{FF2B5EF4-FFF2-40B4-BE49-F238E27FC236}">
                <a16:creationId xmlns:a16="http://schemas.microsoft.com/office/drawing/2014/main" id="{2D29DC9E-0F32-4CC5-8A57-6F047FD124AF}"/>
              </a:ext>
            </a:extLst>
          </p:cNvPr>
          <p:cNvSpPr>
            <a:spLocks noGrp="1"/>
          </p:cNvSpPr>
          <p:nvPr>
            <p:ph type="body" sz="quarter" idx="17" hasCustomPrompt="1"/>
          </p:nvPr>
        </p:nvSpPr>
        <p:spPr>
          <a:xfrm>
            <a:off x="381000"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0" name="Text Placeholder 7">
            <a:extLst>
              <a:ext uri="{FF2B5EF4-FFF2-40B4-BE49-F238E27FC236}">
                <a16:creationId xmlns:a16="http://schemas.microsoft.com/office/drawing/2014/main" id="{5B116856-F0BC-4944-B5E5-80DAC5BCAD77}"/>
              </a:ext>
            </a:extLst>
          </p:cNvPr>
          <p:cNvSpPr>
            <a:spLocks noGrp="1"/>
          </p:cNvSpPr>
          <p:nvPr>
            <p:ph type="body" sz="quarter" idx="18" hasCustomPrompt="1"/>
          </p:nvPr>
        </p:nvSpPr>
        <p:spPr>
          <a:xfrm>
            <a:off x="952500"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5" name="Text Placeholder 33">
            <a:extLst>
              <a:ext uri="{FF2B5EF4-FFF2-40B4-BE49-F238E27FC236}">
                <a16:creationId xmlns:a16="http://schemas.microsoft.com/office/drawing/2014/main" id="{7D99B4F2-3364-424A-8BD7-EEE0BE410B15}"/>
              </a:ext>
            </a:extLst>
          </p:cNvPr>
          <p:cNvSpPr>
            <a:spLocks noGrp="1"/>
          </p:cNvSpPr>
          <p:nvPr userDrawn="1">
            <p:ph type="body" sz="quarter" idx="19" hasCustomPrompt="1"/>
          </p:nvPr>
        </p:nvSpPr>
        <p:spPr>
          <a:xfrm>
            <a:off x="4338372"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6" name="Text Placeholder 7">
            <a:extLst>
              <a:ext uri="{FF2B5EF4-FFF2-40B4-BE49-F238E27FC236}">
                <a16:creationId xmlns:a16="http://schemas.microsoft.com/office/drawing/2014/main" id="{73EF1D9E-C3FA-40B4-BE61-216DACCD3DE3}"/>
              </a:ext>
            </a:extLst>
          </p:cNvPr>
          <p:cNvSpPr>
            <a:spLocks noGrp="1"/>
          </p:cNvSpPr>
          <p:nvPr userDrawn="1">
            <p:ph type="body" sz="quarter" idx="20" hasCustomPrompt="1"/>
          </p:nvPr>
        </p:nvSpPr>
        <p:spPr>
          <a:xfrm>
            <a:off x="4909872"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7" name="Text Placeholder 33">
            <a:extLst>
              <a:ext uri="{FF2B5EF4-FFF2-40B4-BE49-F238E27FC236}">
                <a16:creationId xmlns:a16="http://schemas.microsoft.com/office/drawing/2014/main" id="{6CD580D2-ACCF-451D-AABB-8DF1E53D3B73}"/>
              </a:ext>
            </a:extLst>
          </p:cNvPr>
          <p:cNvSpPr>
            <a:spLocks noGrp="1"/>
          </p:cNvSpPr>
          <p:nvPr userDrawn="1">
            <p:ph type="body" sz="quarter" idx="21" hasCustomPrompt="1"/>
          </p:nvPr>
        </p:nvSpPr>
        <p:spPr>
          <a:xfrm>
            <a:off x="8295746"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8" name="Text Placeholder 7">
            <a:extLst>
              <a:ext uri="{FF2B5EF4-FFF2-40B4-BE49-F238E27FC236}">
                <a16:creationId xmlns:a16="http://schemas.microsoft.com/office/drawing/2014/main" id="{AC072118-4B94-45EC-AA92-8B824DFF3B6E}"/>
              </a:ext>
            </a:extLst>
          </p:cNvPr>
          <p:cNvSpPr>
            <a:spLocks noGrp="1"/>
          </p:cNvSpPr>
          <p:nvPr userDrawn="1">
            <p:ph type="body" sz="quarter" idx="22" hasCustomPrompt="1"/>
          </p:nvPr>
        </p:nvSpPr>
        <p:spPr>
          <a:xfrm>
            <a:off x="8867246"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39" name="Text Placeholder 38">
            <a:extLst>
              <a:ext uri="{FF2B5EF4-FFF2-40B4-BE49-F238E27FC236}">
                <a16:creationId xmlns:a16="http://schemas.microsoft.com/office/drawing/2014/main" id="{8B05212D-AC3C-4B83-8E54-95BFED51015A}"/>
              </a:ext>
            </a:extLst>
          </p:cNvPr>
          <p:cNvSpPr>
            <a:spLocks noGrp="1"/>
          </p:cNvSpPr>
          <p:nvPr>
            <p:ph type="body" sz="quarter" idx="31"/>
          </p:nvPr>
        </p:nvSpPr>
        <p:spPr>
          <a:xfrm>
            <a:off x="381000" y="4482204"/>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25" name="Text Placeholder 7">
            <a:extLst>
              <a:ext uri="{FF2B5EF4-FFF2-40B4-BE49-F238E27FC236}">
                <a16:creationId xmlns:a16="http://schemas.microsoft.com/office/drawing/2014/main" id="{04537093-CB2A-43BF-B751-47818D589D4B}"/>
              </a:ext>
            </a:extLst>
          </p:cNvPr>
          <p:cNvSpPr>
            <a:spLocks noGrp="1"/>
          </p:cNvSpPr>
          <p:nvPr>
            <p:ph type="body" sz="quarter" idx="24"/>
          </p:nvPr>
        </p:nvSpPr>
        <p:spPr>
          <a:xfrm>
            <a:off x="411956"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26" name="Text Placeholder 33">
            <a:extLst>
              <a:ext uri="{FF2B5EF4-FFF2-40B4-BE49-F238E27FC236}">
                <a16:creationId xmlns:a16="http://schemas.microsoft.com/office/drawing/2014/main" id="{3C16867A-C60E-43B4-B09F-F311F28C58DB}"/>
              </a:ext>
            </a:extLst>
          </p:cNvPr>
          <p:cNvSpPr>
            <a:spLocks noGrp="1"/>
          </p:cNvSpPr>
          <p:nvPr>
            <p:ph type="body" sz="quarter" idx="25" hasCustomPrompt="1"/>
          </p:nvPr>
        </p:nvSpPr>
        <p:spPr>
          <a:xfrm>
            <a:off x="381000"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1" name="Text Placeholder 7">
            <a:extLst>
              <a:ext uri="{FF2B5EF4-FFF2-40B4-BE49-F238E27FC236}">
                <a16:creationId xmlns:a16="http://schemas.microsoft.com/office/drawing/2014/main" id="{BEFEFEF0-23A5-4EE1-BC9C-F15C3234DCFC}"/>
              </a:ext>
            </a:extLst>
          </p:cNvPr>
          <p:cNvSpPr>
            <a:spLocks noGrp="1"/>
          </p:cNvSpPr>
          <p:nvPr>
            <p:ph type="body" sz="quarter" idx="26"/>
          </p:nvPr>
        </p:nvSpPr>
        <p:spPr>
          <a:xfrm>
            <a:off x="4369328"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2" name="Text Placeholder 33">
            <a:extLst>
              <a:ext uri="{FF2B5EF4-FFF2-40B4-BE49-F238E27FC236}">
                <a16:creationId xmlns:a16="http://schemas.microsoft.com/office/drawing/2014/main" id="{DAB87D3B-8786-44FE-8911-3CC50380320A}"/>
              </a:ext>
            </a:extLst>
          </p:cNvPr>
          <p:cNvSpPr>
            <a:spLocks noGrp="1"/>
          </p:cNvSpPr>
          <p:nvPr>
            <p:ph type="body" sz="quarter" idx="27" hasCustomPrompt="1"/>
          </p:nvPr>
        </p:nvSpPr>
        <p:spPr>
          <a:xfrm>
            <a:off x="4338372"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3" name="Text Placeholder 7">
            <a:extLst>
              <a:ext uri="{FF2B5EF4-FFF2-40B4-BE49-F238E27FC236}">
                <a16:creationId xmlns:a16="http://schemas.microsoft.com/office/drawing/2014/main" id="{2CBD6C4B-7454-4CAA-94A2-346564DBADA9}"/>
              </a:ext>
            </a:extLst>
          </p:cNvPr>
          <p:cNvSpPr>
            <a:spLocks noGrp="1"/>
          </p:cNvSpPr>
          <p:nvPr>
            <p:ph type="body" sz="quarter" idx="28"/>
          </p:nvPr>
        </p:nvSpPr>
        <p:spPr>
          <a:xfrm>
            <a:off x="8326700"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4" name="Text Placeholder 33">
            <a:extLst>
              <a:ext uri="{FF2B5EF4-FFF2-40B4-BE49-F238E27FC236}">
                <a16:creationId xmlns:a16="http://schemas.microsoft.com/office/drawing/2014/main" id="{95F6ACA5-F54D-4926-B176-77EB495C3C9A}"/>
              </a:ext>
            </a:extLst>
          </p:cNvPr>
          <p:cNvSpPr>
            <a:spLocks noGrp="1"/>
          </p:cNvSpPr>
          <p:nvPr>
            <p:ph type="body" sz="quarter" idx="29" hasCustomPrompt="1"/>
          </p:nvPr>
        </p:nvSpPr>
        <p:spPr>
          <a:xfrm>
            <a:off x="8295744"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2" name="Title 1">
            <a:extLst>
              <a:ext uri="{FF2B5EF4-FFF2-40B4-BE49-F238E27FC236}">
                <a16:creationId xmlns:a16="http://schemas.microsoft.com/office/drawing/2014/main" id="{9A786C44-7D06-8B20-4C66-3CD8542D411D}"/>
              </a:ext>
            </a:extLst>
          </p:cNvPr>
          <p:cNvSpPr>
            <a:spLocks noGrp="1"/>
          </p:cNvSpPr>
          <p:nvPr>
            <p:ph type="title"/>
          </p:nvPr>
        </p:nvSpPr>
        <p:spPr/>
        <p:txBody>
          <a:bodyPr>
            <a:noAutofit/>
          </a:bodyPr>
          <a:lstStyle/>
          <a:p>
            <a:r>
              <a:rPr lang="en-US"/>
              <a:t>Click to edit Master title style</a:t>
            </a:r>
            <a:endParaRPr lang="en-IN"/>
          </a:p>
        </p:txBody>
      </p:sp>
      <p:sp>
        <p:nvSpPr>
          <p:cNvPr id="20" name="Text Placeholder 33">
            <a:extLst>
              <a:ext uri="{FF2B5EF4-FFF2-40B4-BE49-F238E27FC236}">
                <a16:creationId xmlns:a16="http://schemas.microsoft.com/office/drawing/2014/main" id="{BB48EF12-FABA-4764-BFE6-5D5C961B2D9C}"/>
              </a:ext>
            </a:extLst>
          </p:cNvPr>
          <p:cNvSpPr>
            <a:spLocks noGrp="1"/>
          </p:cNvSpPr>
          <p:nvPr>
            <p:ph type="body" sz="quarter" idx="32" hasCustomPrompt="1"/>
          </p:nvPr>
        </p:nvSpPr>
        <p:spPr>
          <a:xfrm rot="5400000" flipH="1">
            <a:off x="3834606"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29DA67F7-9E06-49BD-A8F7-907C889C5102}"/>
              </a:ext>
            </a:extLst>
          </p:cNvPr>
          <p:cNvSpPr>
            <a:spLocks noGrp="1"/>
          </p:cNvSpPr>
          <p:nvPr>
            <p:ph type="body" sz="quarter" idx="33" hasCustomPrompt="1"/>
          </p:nvPr>
        </p:nvSpPr>
        <p:spPr>
          <a:xfrm rot="5400000" flipH="1">
            <a:off x="7791978"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66844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ird conta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C784EB7-0D22-4F5B-5100-1CBED4089EA5}"/>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3429809" cy="4410075"/>
          </a:xfrm>
        </p:spPr>
        <p:txBody>
          <a:bodyPr>
            <a:normAutofit/>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DA8D3A63-E32D-AC27-6C75-32269B5E6D88}"/>
              </a:ext>
            </a:extLst>
          </p:cNvPr>
          <p:cNvSpPr>
            <a:spLocks noGrp="1"/>
          </p:cNvSpPr>
          <p:nvPr>
            <p:ph idx="11"/>
          </p:nvPr>
        </p:nvSpPr>
        <p:spPr>
          <a:xfrm>
            <a:off x="3957819" y="1749425"/>
            <a:ext cx="7853181"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CB3D49C-A884-FC35-712A-3A7F137AB67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65487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3231000" y="1749425"/>
            <a:ext cx="2880000" cy="5040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6081000" y="1749425"/>
            <a:ext cx="2880000" cy="5040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8931000" y="1749425"/>
            <a:ext cx="2880000" cy="5040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32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60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a:extLst>
              <a:ext uri="{FF2B5EF4-FFF2-40B4-BE49-F238E27FC236}">
                <a16:creationId xmlns:a16="http://schemas.microsoft.com/office/drawing/2014/main" id="{27CFCDD1-7300-49D4-B6A4-17076059AC61}"/>
              </a:ext>
            </a:extLst>
          </p:cNvPr>
          <p:cNvSpPr>
            <a:spLocks noGrp="1"/>
          </p:cNvSpPr>
          <p:nvPr>
            <p:ph type="body" sz="quarter" idx="27"/>
          </p:nvPr>
        </p:nvSpPr>
        <p:spPr>
          <a:xfrm>
            <a:off x="89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9583713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style 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parallelogram">
            <a:avLst/>
          </a:prstGeom>
          <a:solidFill>
            <a:schemeClr val="bg2"/>
          </a:solidFill>
          <a:ln>
            <a:noFill/>
          </a:ln>
        </p:spPr>
        <p:txBody>
          <a:bodyPr anchor="ctr">
            <a:normAutofit/>
          </a:bodyPr>
          <a:lstStyle>
            <a:lvl1pPr marL="0" indent="0" algn="ctr">
              <a:buNone/>
              <a:defRPr sz="1400" b="1" i="0" baseline="0">
                <a:solidFill>
                  <a:schemeClr val="bg1"/>
                </a:solidFill>
              </a:defRPr>
            </a:lvl1pPr>
          </a:lstStyle>
          <a:p>
            <a:endParaRPr lang="en-GB"/>
          </a:p>
        </p:txBody>
      </p:sp>
      <p:sp>
        <p:nvSpPr>
          <p:cNvPr id="7" name="Text Placeholder 6">
            <a:extLst>
              <a:ext uri="{FF2B5EF4-FFF2-40B4-BE49-F238E27FC236}">
                <a16:creationId xmlns:a16="http://schemas.microsoft.com/office/drawing/2014/main" id="{2ED6BD6F-3D42-44DD-B3DF-271B085640E4}"/>
              </a:ext>
            </a:extLst>
          </p:cNvPr>
          <p:cNvSpPr>
            <a:spLocks noGrp="1"/>
          </p:cNvSpPr>
          <p:nvPr>
            <p:ph type="body" sz="quarter" idx="19"/>
          </p:nvPr>
        </p:nvSpPr>
        <p:spPr>
          <a:xfrm>
            <a:off x="381000" y="2350632"/>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18" name="Text Placeholder 17">
            <a:extLst>
              <a:ext uri="{FF2B5EF4-FFF2-40B4-BE49-F238E27FC236}">
                <a16:creationId xmlns:a16="http://schemas.microsoft.com/office/drawing/2014/main" id="{CAE43DB4-051C-4304-9631-9084EA035E83}"/>
              </a:ext>
            </a:extLst>
          </p:cNvPr>
          <p:cNvSpPr>
            <a:spLocks noGrp="1"/>
          </p:cNvSpPr>
          <p:nvPr>
            <p:ph type="body" sz="quarter" idx="26"/>
          </p:nvPr>
        </p:nvSpPr>
        <p:spPr>
          <a:xfrm>
            <a:off x="3210262" y="2350632"/>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0" name="Text Placeholder 6">
            <a:extLst>
              <a:ext uri="{FF2B5EF4-FFF2-40B4-BE49-F238E27FC236}">
                <a16:creationId xmlns:a16="http://schemas.microsoft.com/office/drawing/2014/main" id="{90544517-A048-40DF-932A-B75E18619A69}"/>
              </a:ext>
            </a:extLst>
          </p:cNvPr>
          <p:cNvSpPr>
            <a:spLocks noGrp="1"/>
          </p:cNvSpPr>
          <p:nvPr>
            <p:ph type="body" sz="quarter" idx="21"/>
          </p:nvPr>
        </p:nvSpPr>
        <p:spPr>
          <a:xfrm>
            <a:off x="381000" y="335145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2" name="Text Placeholder 17">
            <a:extLst>
              <a:ext uri="{FF2B5EF4-FFF2-40B4-BE49-F238E27FC236}">
                <a16:creationId xmlns:a16="http://schemas.microsoft.com/office/drawing/2014/main" id="{9347B8D2-A3BC-46D3-B7D9-A5AB1CA5E6F3}"/>
              </a:ext>
            </a:extLst>
          </p:cNvPr>
          <p:cNvSpPr>
            <a:spLocks noGrp="1"/>
          </p:cNvSpPr>
          <p:nvPr>
            <p:ph type="body" sz="quarter" idx="27"/>
          </p:nvPr>
        </p:nvSpPr>
        <p:spPr>
          <a:xfrm>
            <a:off x="3210262" y="335145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2" name="Text Placeholder 6">
            <a:extLst>
              <a:ext uri="{FF2B5EF4-FFF2-40B4-BE49-F238E27FC236}">
                <a16:creationId xmlns:a16="http://schemas.microsoft.com/office/drawing/2014/main" id="{7C0B73FD-94B8-46D0-A27E-A927E824AF71}"/>
              </a:ext>
            </a:extLst>
          </p:cNvPr>
          <p:cNvSpPr>
            <a:spLocks noGrp="1"/>
          </p:cNvSpPr>
          <p:nvPr>
            <p:ph type="body" sz="quarter" idx="23"/>
          </p:nvPr>
        </p:nvSpPr>
        <p:spPr>
          <a:xfrm>
            <a:off x="381000" y="4352274"/>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3" name="Text Placeholder 17">
            <a:extLst>
              <a:ext uri="{FF2B5EF4-FFF2-40B4-BE49-F238E27FC236}">
                <a16:creationId xmlns:a16="http://schemas.microsoft.com/office/drawing/2014/main" id="{3C71A331-AA90-4DD1-A4A6-8BB65ADFF2C2}"/>
              </a:ext>
            </a:extLst>
          </p:cNvPr>
          <p:cNvSpPr>
            <a:spLocks noGrp="1"/>
          </p:cNvSpPr>
          <p:nvPr>
            <p:ph type="body" sz="quarter" idx="28"/>
          </p:nvPr>
        </p:nvSpPr>
        <p:spPr>
          <a:xfrm>
            <a:off x="3210262" y="4352274"/>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8" name="Text Placeholder 6">
            <a:extLst>
              <a:ext uri="{FF2B5EF4-FFF2-40B4-BE49-F238E27FC236}">
                <a16:creationId xmlns:a16="http://schemas.microsoft.com/office/drawing/2014/main" id="{A14452FE-099F-4196-9B11-FB7762D34F2E}"/>
              </a:ext>
            </a:extLst>
          </p:cNvPr>
          <p:cNvSpPr>
            <a:spLocks noGrp="1"/>
          </p:cNvSpPr>
          <p:nvPr>
            <p:ph type="body" sz="quarter" idx="25"/>
          </p:nvPr>
        </p:nvSpPr>
        <p:spPr>
          <a:xfrm>
            <a:off x="381000" y="535309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4" name="Text Placeholder 17">
            <a:extLst>
              <a:ext uri="{FF2B5EF4-FFF2-40B4-BE49-F238E27FC236}">
                <a16:creationId xmlns:a16="http://schemas.microsoft.com/office/drawing/2014/main" id="{AEA2D9F8-B0E3-41C4-8EFC-C18EDA4454FB}"/>
              </a:ext>
            </a:extLst>
          </p:cNvPr>
          <p:cNvSpPr>
            <a:spLocks noGrp="1"/>
          </p:cNvSpPr>
          <p:nvPr>
            <p:ph type="body" sz="quarter" idx="29"/>
          </p:nvPr>
        </p:nvSpPr>
        <p:spPr>
          <a:xfrm>
            <a:off x="3210262" y="535309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cxnSp>
        <p:nvCxnSpPr>
          <p:cNvPr id="36" name="Straight Connector 35">
            <a:extLst>
              <a:ext uri="{FF2B5EF4-FFF2-40B4-BE49-F238E27FC236}">
                <a16:creationId xmlns:a16="http://schemas.microsoft.com/office/drawing/2014/main" id="{2AA6A895-2040-4C3E-9A1B-8C415045D378}"/>
              </a:ext>
            </a:extLst>
          </p:cNvPr>
          <p:cNvCxnSpPr>
            <a:cxnSpLocks/>
          </p:cNvCxnSpPr>
          <p:nvPr userDrawn="1"/>
        </p:nvCxnSpPr>
        <p:spPr>
          <a:xfrm>
            <a:off x="381000" y="3254246"/>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EBF287A-0B2E-4BAB-B9FC-B2A7EB6D6166}"/>
              </a:ext>
            </a:extLst>
          </p:cNvPr>
          <p:cNvCxnSpPr>
            <a:cxnSpLocks/>
          </p:cNvCxnSpPr>
          <p:nvPr userDrawn="1"/>
        </p:nvCxnSpPr>
        <p:spPr>
          <a:xfrm>
            <a:off x="381000" y="4255067"/>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B68DB3D-437D-438E-8167-4A133275C366}"/>
              </a:ext>
            </a:extLst>
          </p:cNvPr>
          <p:cNvCxnSpPr>
            <a:cxnSpLocks/>
          </p:cNvCxnSpPr>
          <p:nvPr userDrawn="1"/>
        </p:nvCxnSpPr>
        <p:spPr>
          <a:xfrm>
            <a:off x="381000" y="5255888"/>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8E31A0D-2EED-DF92-2B80-3CF38A89ABF8}"/>
              </a:ext>
            </a:extLst>
          </p:cNvPr>
          <p:cNvSpPr>
            <a:spLocks noGrp="1"/>
          </p:cNvSpPr>
          <p:nvPr>
            <p:ph type="title"/>
          </p:nvPr>
        </p:nvSpPr>
        <p:spPr/>
        <p:txBody>
          <a:bodyPr/>
          <a:lstStyle/>
          <a:p>
            <a:r>
              <a:rPr lang="en-US"/>
              <a:t>Click to edit Master title style</a:t>
            </a:r>
            <a:endParaRPr lang="en-IN"/>
          </a:p>
        </p:txBody>
      </p:sp>
      <p:sp>
        <p:nvSpPr>
          <p:cNvPr id="16" name="Text Placeholder 15">
            <a:extLst>
              <a:ext uri="{FF2B5EF4-FFF2-40B4-BE49-F238E27FC236}">
                <a16:creationId xmlns:a16="http://schemas.microsoft.com/office/drawing/2014/main" id="{D501CDF0-53BC-4002-9AFF-A24B6D4F2433}"/>
              </a:ext>
            </a:extLst>
          </p:cNvPr>
          <p:cNvSpPr>
            <a:spLocks noGrp="1"/>
          </p:cNvSpPr>
          <p:nvPr>
            <p:ph type="body" sz="quarter" idx="18"/>
          </p:nvPr>
        </p:nvSpPr>
        <p:spPr>
          <a:xfrm>
            <a:off x="3210262" y="1749425"/>
            <a:ext cx="8600738" cy="504000"/>
          </a:xfrm>
          <a:custGeom>
            <a:avLst/>
            <a:gdLst>
              <a:gd name="connsiteX0" fmla="*/ 126000 w 8600738"/>
              <a:gd name="connsiteY0" fmla="*/ 0 h 504000"/>
              <a:gd name="connsiteX1" fmla="*/ 8600738 w 8600738"/>
              <a:gd name="connsiteY1" fmla="*/ 0 h 504000"/>
              <a:gd name="connsiteX2" fmla="*/ 8474738 w 8600738"/>
              <a:gd name="connsiteY2" fmla="*/ 504000 h 504000"/>
              <a:gd name="connsiteX3" fmla="*/ 0 w 8600738"/>
              <a:gd name="connsiteY3" fmla="*/ 504000 h 504000"/>
            </a:gdLst>
            <a:ahLst/>
            <a:cxnLst>
              <a:cxn ang="0">
                <a:pos x="connsiteX0" y="connsiteY0"/>
              </a:cxn>
              <a:cxn ang="0">
                <a:pos x="connsiteX1" y="connsiteY1"/>
              </a:cxn>
              <a:cxn ang="0">
                <a:pos x="connsiteX2" y="connsiteY2"/>
              </a:cxn>
              <a:cxn ang="0">
                <a:pos x="connsiteX3" y="connsiteY3"/>
              </a:cxn>
            </a:cxnLst>
            <a:rect l="l" t="t" r="r" b="b"/>
            <a:pathLst>
              <a:path w="8600738" h="504000">
                <a:moveTo>
                  <a:pt x="126000" y="0"/>
                </a:moveTo>
                <a:lnTo>
                  <a:pt x="8600738" y="0"/>
                </a:lnTo>
                <a:lnTo>
                  <a:pt x="8474738" y="504000"/>
                </a:lnTo>
                <a:lnTo>
                  <a:pt x="0" y="504000"/>
                </a:lnTo>
                <a:close/>
              </a:path>
            </a:pathLst>
          </a:custGeom>
          <a:solidFill>
            <a:schemeClr val="bg2"/>
          </a:solidFill>
          <a:ln>
            <a:noFill/>
          </a:ln>
        </p:spPr>
        <p:txBody>
          <a:bodyPr wrap="square" lIns="228600" tIns="45720" rIns="228600" bIns="45720" anchor="ctr">
            <a:noAutofit/>
          </a:bodyPr>
          <a:lstStyle>
            <a:lvl1pPr marL="0" indent="0" algn="l">
              <a:buNone/>
              <a:defRPr sz="1400" b="1" i="0" baseline="0">
                <a:solidFill>
                  <a:schemeClr val="bg1"/>
                </a:solidFill>
              </a:defRPr>
            </a:lvl1pPr>
          </a:lstStyle>
          <a:p>
            <a:endParaRPr lang="en-GB"/>
          </a:p>
        </p:txBody>
      </p:sp>
    </p:spTree>
    <p:extLst>
      <p:ext uri="{BB962C8B-B14F-4D97-AF65-F5344CB8AC3E}">
        <p14:creationId xmlns:p14="http://schemas.microsoft.com/office/powerpoint/2010/main" val="3769834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Spli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52912"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124825"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9853CAFF-F64F-99F3-1C15-2943F43BCD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33207624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ext three parts v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5" name="Text Placeholder 4">
            <a:extLst>
              <a:ext uri="{FF2B5EF4-FFF2-40B4-BE49-F238E27FC236}">
                <a16:creationId xmlns:a16="http://schemas.microsoft.com/office/drawing/2014/main" id="{4C8178B9-9CAB-4111-AFE4-FCD91FCB3423}"/>
              </a:ext>
            </a:extLst>
          </p:cNvPr>
          <p:cNvSpPr>
            <a:spLocks noGrp="1"/>
          </p:cNvSpPr>
          <p:nvPr>
            <p:ph type="body" sz="quarter" idx="20"/>
          </p:nvPr>
        </p:nvSpPr>
        <p:spPr>
          <a:xfrm>
            <a:off x="381000" y="1755073"/>
            <a:ext cx="3749261" cy="595140"/>
          </a:xfrm>
          <a:prstGeom prst="homePlate">
            <a:avLst>
              <a:gd name="adj" fmla="val 27594"/>
            </a:avLst>
          </a:prstGeom>
          <a:solidFill>
            <a:schemeClr val="bg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8E43C7D5-1AE2-4969-8D61-6E81FFDA495F}"/>
              </a:ext>
            </a:extLst>
          </p:cNvPr>
          <p:cNvSpPr>
            <a:spLocks noGrp="1"/>
          </p:cNvSpPr>
          <p:nvPr>
            <p:ph type="body" sz="quarter" idx="21" hasCustomPrompt="1"/>
          </p:nvPr>
        </p:nvSpPr>
        <p:spPr>
          <a:xfrm>
            <a:off x="439565" y="1813638"/>
            <a:ext cx="478010" cy="478010"/>
          </a:xfrm>
          <a:solidFill>
            <a:schemeClr val="bg1"/>
          </a:solidFill>
        </p:spPr>
        <p:txBody>
          <a:bodyPr anchor="ctr">
            <a:noAutofit/>
          </a:bodyPr>
          <a:lstStyle>
            <a:lvl1pPr marL="0" indent="0" algn="ctr">
              <a:buNone/>
              <a:defRPr sz="1400" b="1" i="0" baseline="0">
                <a:solidFill>
                  <a:schemeClr val="bg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29" name="Text Placeholder 4">
            <a:extLst>
              <a:ext uri="{FF2B5EF4-FFF2-40B4-BE49-F238E27FC236}">
                <a16:creationId xmlns:a16="http://schemas.microsoft.com/office/drawing/2014/main" id="{3C12ACDB-7F6E-4D69-AC7C-B8CB4866B410}"/>
              </a:ext>
            </a:extLst>
          </p:cNvPr>
          <p:cNvSpPr>
            <a:spLocks noGrp="1"/>
          </p:cNvSpPr>
          <p:nvPr>
            <p:ph type="body" sz="quarter" idx="22"/>
          </p:nvPr>
        </p:nvSpPr>
        <p:spPr>
          <a:xfrm>
            <a:off x="4221370" y="1755073"/>
            <a:ext cx="3749261" cy="595140"/>
          </a:xfrm>
          <a:prstGeom prst="homePlate">
            <a:avLst>
              <a:gd name="adj" fmla="val 27594"/>
            </a:avLst>
          </a:prstGeom>
          <a:solidFill>
            <a:schemeClr val="tx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0" name="Text Placeholder 6">
            <a:extLst>
              <a:ext uri="{FF2B5EF4-FFF2-40B4-BE49-F238E27FC236}">
                <a16:creationId xmlns:a16="http://schemas.microsoft.com/office/drawing/2014/main" id="{382F72FC-E817-4134-991D-E5C6F62508B5}"/>
              </a:ext>
            </a:extLst>
          </p:cNvPr>
          <p:cNvSpPr>
            <a:spLocks noGrp="1"/>
          </p:cNvSpPr>
          <p:nvPr>
            <p:ph type="body" sz="quarter" idx="23" hasCustomPrompt="1"/>
          </p:nvPr>
        </p:nvSpPr>
        <p:spPr>
          <a:xfrm>
            <a:off x="4279935" y="1813638"/>
            <a:ext cx="478010" cy="478010"/>
          </a:xfrm>
          <a:solidFill>
            <a:schemeClr val="bg1"/>
          </a:solidFill>
        </p:spPr>
        <p:txBody>
          <a:bodyPr anchor="ctr">
            <a:noAutofit/>
          </a:bodyPr>
          <a:lstStyle>
            <a:lvl1pPr marL="0" indent="0" algn="ctr">
              <a:buNone/>
              <a:defRPr sz="1400" b="1" i="0" baseline="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31" name="Text Placeholder 4">
            <a:extLst>
              <a:ext uri="{FF2B5EF4-FFF2-40B4-BE49-F238E27FC236}">
                <a16:creationId xmlns:a16="http://schemas.microsoft.com/office/drawing/2014/main" id="{4718546A-E34E-48A7-97E3-DA30E04D45C6}"/>
              </a:ext>
            </a:extLst>
          </p:cNvPr>
          <p:cNvSpPr>
            <a:spLocks noGrp="1"/>
          </p:cNvSpPr>
          <p:nvPr>
            <p:ph type="body" sz="quarter" idx="24"/>
          </p:nvPr>
        </p:nvSpPr>
        <p:spPr>
          <a:xfrm>
            <a:off x="8061739" y="1755073"/>
            <a:ext cx="3749261" cy="595140"/>
          </a:xfrm>
          <a:prstGeom prst="homePlate">
            <a:avLst>
              <a:gd name="adj" fmla="val 27594"/>
            </a:avLst>
          </a:prstGeom>
          <a:solidFill>
            <a:schemeClr val="accent1"/>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2" name="Text Placeholder 6">
            <a:extLst>
              <a:ext uri="{FF2B5EF4-FFF2-40B4-BE49-F238E27FC236}">
                <a16:creationId xmlns:a16="http://schemas.microsoft.com/office/drawing/2014/main" id="{C416119A-9667-46B0-9AAA-E60DFF5910ED}"/>
              </a:ext>
            </a:extLst>
          </p:cNvPr>
          <p:cNvSpPr>
            <a:spLocks noGrp="1"/>
          </p:cNvSpPr>
          <p:nvPr>
            <p:ph type="body" sz="quarter" idx="25" hasCustomPrompt="1"/>
          </p:nvPr>
        </p:nvSpPr>
        <p:spPr>
          <a:xfrm>
            <a:off x="8120304" y="1813638"/>
            <a:ext cx="478010" cy="478010"/>
          </a:xfrm>
          <a:solidFill>
            <a:schemeClr val="bg1"/>
          </a:solidFill>
        </p:spPr>
        <p:txBody>
          <a:bodyPr anchor="ctr">
            <a:noAutofit/>
          </a:bodyPr>
          <a:lstStyle>
            <a:lvl1pPr marL="0" indent="0" algn="ctr">
              <a:buNone/>
              <a:defRPr sz="1400" b="1" i="0" baseline="0">
                <a:solidFill>
                  <a:schemeClr val="accent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2137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061739"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AD172E33-86F4-7F47-E721-D74AD614F6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0478515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text three parts v3 Horizontal">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4" name="Text Placeholder 5">
            <a:extLst>
              <a:ext uri="{FF2B5EF4-FFF2-40B4-BE49-F238E27FC236}">
                <a16:creationId xmlns:a16="http://schemas.microsoft.com/office/drawing/2014/main" id="{9B318FCF-7489-8375-35A6-A98945A34F8E}"/>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9">
            <a:extLst>
              <a:ext uri="{FF2B5EF4-FFF2-40B4-BE49-F238E27FC236}">
                <a16:creationId xmlns:a16="http://schemas.microsoft.com/office/drawing/2014/main" id="{30EB2423-B41D-3C94-04F2-9092D0613BB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17">
            <a:extLst>
              <a:ext uri="{FF2B5EF4-FFF2-40B4-BE49-F238E27FC236}">
                <a16:creationId xmlns:a16="http://schemas.microsoft.com/office/drawing/2014/main" id="{8B6DF26C-F1B7-F178-5867-9BC9A16A6682}"/>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33">
            <a:extLst>
              <a:ext uri="{FF2B5EF4-FFF2-40B4-BE49-F238E27FC236}">
                <a16:creationId xmlns:a16="http://schemas.microsoft.com/office/drawing/2014/main" id="{C52984A1-1010-4A2E-A163-00FE56218E9C}"/>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1" name="Text Placeholder 33">
            <a:extLst>
              <a:ext uri="{FF2B5EF4-FFF2-40B4-BE49-F238E27FC236}">
                <a16:creationId xmlns:a16="http://schemas.microsoft.com/office/drawing/2014/main" id="{1C2A04E1-F1A7-4E26-B64E-64699EDF58E9}"/>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2" name="Text Placeholder 33">
            <a:extLst>
              <a:ext uri="{FF2B5EF4-FFF2-40B4-BE49-F238E27FC236}">
                <a16:creationId xmlns:a16="http://schemas.microsoft.com/office/drawing/2014/main" id="{C13C4474-FFB3-4752-8C38-E108CE01360D}"/>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14209781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text three parts v3 Horizontal">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5">
            <a:extLst>
              <a:ext uri="{FF2B5EF4-FFF2-40B4-BE49-F238E27FC236}">
                <a16:creationId xmlns:a16="http://schemas.microsoft.com/office/drawing/2014/main" id="{5C1B5B8F-8F7F-4A26-BA85-D4BA4E0DD80B}"/>
              </a:ext>
            </a:extLst>
          </p:cNvPr>
          <p:cNvSpPr>
            <a:spLocks noGrp="1"/>
          </p:cNvSpPr>
          <p:nvPr>
            <p:ph type="body" sz="quarter" idx="13" hasCustomPrompt="1"/>
          </p:nvPr>
        </p:nvSpPr>
        <p:spPr>
          <a:xfrm>
            <a:off x="381000"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3" name="Text Placeholder 22">
            <a:extLst>
              <a:ext uri="{FF2B5EF4-FFF2-40B4-BE49-F238E27FC236}">
                <a16:creationId xmlns:a16="http://schemas.microsoft.com/office/drawing/2014/main" id="{D5696695-91BA-4DC5-8AD3-6D6316100058}"/>
              </a:ext>
            </a:extLst>
          </p:cNvPr>
          <p:cNvSpPr>
            <a:spLocks noGrp="1"/>
          </p:cNvSpPr>
          <p:nvPr>
            <p:ph type="body" sz="quarter" idx="20" hasCustomPrompt="1"/>
          </p:nvPr>
        </p:nvSpPr>
        <p:spPr>
          <a:xfrm>
            <a:off x="466725"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6" name="Text Placeholder 15">
            <a:extLst>
              <a:ext uri="{FF2B5EF4-FFF2-40B4-BE49-F238E27FC236}">
                <a16:creationId xmlns:a16="http://schemas.microsoft.com/office/drawing/2014/main" id="{93437A52-D8B5-4EC5-893E-8E9C14C9782A}"/>
              </a:ext>
            </a:extLst>
          </p:cNvPr>
          <p:cNvSpPr>
            <a:spLocks noGrp="1"/>
          </p:cNvSpPr>
          <p:nvPr>
            <p:ph type="body" sz="quarter" idx="14" hasCustomPrompt="1"/>
          </p:nvPr>
        </p:nvSpPr>
        <p:spPr>
          <a:xfrm>
            <a:off x="4252914"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4" name="Text Placeholder 22">
            <a:extLst>
              <a:ext uri="{FF2B5EF4-FFF2-40B4-BE49-F238E27FC236}">
                <a16:creationId xmlns:a16="http://schemas.microsoft.com/office/drawing/2014/main" id="{AD406D3A-5C08-4C2E-95C7-B4F54419389D}"/>
              </a:ext>
            </a:extLst>
          </p:cNvPr>
          <p:cNvSpPr>
            <a:spLocks noGrp="1"/>
          </p:cNvSpPr>
          <p:nvPr>
            <p:ph type="body" sz="quarter" idx="21" hasCustomPrompt="1"/>
          </p:nvPr>
        </p:nvSpPr>
        <p:spPr>
          <a:xfrm>
            <a:off x="4338639"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9" name="Text Placeholder 15">
            <a:extLst>
              <a:ext uri="{FF2B5EF4-FFF2-40B4-BE49-F238E27FC236}">
                <a16:creationId xmlns:a16="http://schemas.microsoft.com/office/drawing/2014/main" id="{754A8B8C-8F54-4392-A714-5B1F21C6F90D}"/>
              </a:ext>
            </a:extLst>
          </p:cNvPr>
          <p:cNvSpPr>
            <a:spLocks noGrp="1"/>
          </p:cNvSpPr>
          <p:nvPr>
            <p:ph type="body" sz="quarter" idx="15" hasCustomPrompt="1"/>
          </p:nvPr>
        </p:nvSpPr>
        <p:spPr>
          <a:xfrm>
            <a:off x="8124829"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5" name="Text Placeholder 22">
            <a:extLst>
              <a:ext uri="{FF2B5EF4-FFF2-40B4-BE49-F238E27FC236}">
                <a16:creationId xmlns:a16="http://schemas.microsoft.com/office/drawing/2014/main" id="{5A82B1AE-89C0-4198-9AA9-402DB3406A54}"/>
              </a:ext>
            </a:extLst>
          </p:cNvPr>
          <p:cNvSpPr>
            <a:spLocks noGrp="1"/>
          </p:cNvSpPr>
          <p:nvPr>
            <p:ph type="body" sz="quarter" idx="22" hasCustomPrompt="1"/>
          </p:nvPr>
        </p:nvSpPr>
        <p:spPr>
          <a:xfrm>
            <a:off x="8210554"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20" name="Text Placeholder 5">
            <a:extLst>
              <a:ext uri="{FF2B5EF4-FFF2-40B4-BE49-F238E27FC236}">
                <a16:creationId xmlns:a16="http://schemas.microsoft.com/office/drawing/2014/main" id="{83BEE76C-FDC0-4E76-8723-9E9D8A5D989F}"/>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9">
            <a:extLst>
              <a:ext uri="{FF2B5EF4-FFF2-40B4-BE49-F238E27FC236}">
                <a16:creationId xmlns:a16="http://schemas.microsoft.com/office/drawing/2014/main" id="{5278850B-74B2-4F43-8452-FEE8AEA3003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17">
            <a:extLst>
              <a:ext uri="{FF2B5EF4-FFF2-40B4-BE49-F238E27FC236}">
                <a16:creationId xmlns:a16="http://schemas.microsoft.com/office/drawing/2014/main" id="{43C9F12F-ED06-41E8-99FD-389F9E094854}"/>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1">
            <a:extLst>
              <a:ext uri="{FF2B5EF4-FFF2-40B4-BE49-F238E27FC236}">
                <a16:creationId xmlns:a16="http://schemas.microsoft.com/office/drawing/2014/main" id="{32BFFA38-4355-040C-6637-C75BBF684907}"/>
              </a:ext>
            </a:extLst>
          </p:cNvPr>
          <p:cNvSpPr>
            <a:spLocks noGrp="1"/>
          </p:cNvSpPr>
          <p:nvPr>
            <p:ph type="title"/>
          </p:nvPr>
        </p:nvSpPr>
        <p:spPr/>
        <p:txBody>
          <a:bodyPr/>
          <a:lstStyle/>
          <a:p>
            <a:r>
              <a:rPr lang="en-US"/>
              <a:t>Click to edit Master title style</a:t>
            </a:r>
            <a:endParaRPr lang="en-IN"/>
          </a:p>
        </p:txBody>
      </p:sp>
      <p:sp>
        <p:nvSpPr>
          <p:cNvPr id="17" name="Text Placeholder 33">
            <a:extLst>
              <a:ext uri="{FF2B5EF4-FFF2-40B4-BE49-F238E27FC236}">
                <a16:creationId xmlns:a16="http://schemas.microsoft.com/office/drawing/2014/main" id="{581B735E-0A7D-404F-AF50-ECD0DF6C38EF}"/>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FA067AC5-AD8D-44E6-8C58-DC1EFE6D56B8}"/>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9" name="Text Placeholder 33">
            <a:extLst>
              <a:ext uri="{FF2B5EF4-FFF2-40B4-BE49-F238E27FC236}">
                <a16:creationId xmlns:a16="http://schemas.microsoft.com/office/drawing/2014/main" id="{CC3191A3-6685-4D82-8271-A0BD93145843}"/>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524486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9" name="Text Placeholder 2">
            <a:extLst>
              <a:ext uri="{FF2B5EF4-FFF2-40B4-BE49-F238E27FC236}">
                <a16:creationId xmlns:a16="http://schemas.microsoft.com/office/drawing/2014/main" id="{C6052DD7-6318-B41C-E822-0A9B0261D4B8}"/>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1" name="Text Placeholder 2">
            <a:extLst>
              <a:ext uri="{FF2B5EF4-FFF2-40B4-BE49-F238E27FC236}">
                <a16:creationId xmlns:a16="http://schemas.microsoft.com/office/drawing/2014/main" id="{0B295A86-55EA-E45B-DE4B-3A4F945641B0}"/>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3" name="Text Placeholder 2">
            <a:extLst>
              <a:ext uri="{FF2B5EF4-FFF2-40B4-BE49-F238E27FC236}">
                <a16:creationId xmlns:a16="http://schemas.microsoft.com/office/drawing/2014/main" id="{36C08BA1-17A1-DE85-A338-38E67AB59160}"/>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6" name="Text Placeholder 2">
            <a:extLst>
              <a:ext uri="{FF2B5EF4-FFF2-40B4-BE49-F238E27FC236}">
                <a16:creationId xmlns:a16="http://schemas.microsoft.com/office/drawing/2014/main" id="{C146AFD0-EB4E-19A1-2B98-AF43D3C42456}"/>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8" name="Text Placeholder 2">
            <a:extLst>
              <a:ext uri="{FF2B5EF4-FFF2-40B4-BE49-F238E27FC236}">
                <a16:creationId xmlns:a16="http://schemas.microsoft.com/office/drawing/2014/main" id="{249BE5BE-1B8E-A14C-8514-E56E51B79317}"/>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Text Placeholder 33">
            <a:extLst>
              <a:ext uri="{FF2B5EF4-FFF2-40B4-BE49-F238E27FC236}">
                <a16:creationId xmlns:a16="http://schemas.microsoft.com/office/drawing/2014/main" id="{D0FA5101-23ED-4274-8DE4-4D15014FC2FA}"/>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C8AB2199-85DF-43D2-9C91-C454A629DC2B}"/>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2" name="Text Placeholder 33">
            <a:extLst>
              <a:ext uri="{FF2B5EF4-FFF2-40B4-BE49-F238E27FC236}">
                <a16:creationId xmlns:a16="http://schemas.microsoft.com/office/drawing/2014/main" id="{31187B0D-2526-43B5-9BA9-02DDEAC64A1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3" name="Text Placeholder 33">
            <a:extLst>
              <a:ext uri="{FF2B5EF4-FFF2-40B4-BE49-F238E27FC236}">
                <a16:creationId xmlns:a16="http://schemas.microsoft.com/office/drawing/2014/main" id="{FA307AD5-7634-4142-A822-22527C29404B}"/>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4" name="Text Placeholder 33">
            <a:extLst>
              <a:ext uri="{FF2B5EF4-FFF2-40B4-BE49-F238E27FC236}">
                <a16:creationId xmlns:a16="http://schemas.microsoft.com/office/drawing/2014/main" id="{A906489B-C890-41CB-99F1-DC3F60AFDE6D}"/>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22957223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1" name="Text Placeholder 2">
            <a:extLst>
              <a:ext uri="{FF2B5EF4-FFF2-40B4-BE49-F238E27FC236}">
                <a16:creationId xmlns:a16="http://schemas.microsoft.com/office/drawing/2014/main" id="{A6F900C4-405C-454A-81EA-4FC1885A6314}"/>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32" name="Text Placeholder 2">
            <a:extLst>
              <a:ext uri="{FF2B5EF4-FFF2-40B4-BE49-F238E27FC236}">
                <a16:creationId xmlns:a16="http://schemas.microsoft.com/office/drawing/2014/main" id="{997A4ED5-09F6-4AC5-B3A5-FD24DC74614B}"/>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33" name="Text Placeholder 2">
            <a:extLst>
              <a:ext uri="{FF2B5EF4-FFF2-40B4-BE49-F238E27FC236}">
                <a16:creationId xmlns:a16="http://schemas.microsoft.com/office/drawing/2014/main" id="{79396707-D59D-4E31-8254-C1705CE2FA24}"/>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34" name="Text Placeholder 2">
            <a:extLst>
              <a:ext uri="{FF2B5EF4-FFF2-40B4-BE49-F238E27FC236}">
                <a16:creationId xmlns:a16="http://schemas.microsoft.com/office/drawing/2014/main" id="{89C41724-B810-40DF-B21C-7339CC94BC91}"/>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35" name="Text Placeholder 2">
            <a:extLst>
              <a:ext uri="{FF2B5EF4-FFF2-40B4-BE49-F238E27FC236}">
                <a16:creationId xmlns:a16="http://schemas.microsoft.com/office/drawing/2014/main" id="{D0FB2364-CFBD-4EE3-BDB9-9EEFA34847CA}"/>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 name="Title 1">
            <a:extLst>
              <a:ext uri="{FF2B5EF4-FFF2-40B4-BE49-F238E27FC236}">
                <a16:creationId xmlns:a16="http://schemas.microsoft.com/office/drawing/2014/main" id="{7D018A2A-AA09-8E73-1A10-68723CDBF6C0}"/>
              </a:ext>
            </a:extLst>
          </p:cNvPr>
          <p:cNvSpPr>
            <a:spLocks noGrp="1"/>
          </p:cNvSpPr>
          <p:nvPr>
            <p:ph type="title"/>
          </p:nvPr>
        </p:nvSpPr>
        <p:spPr/>
        <p:txBody>
          <a:bodyPr/>
          <a:lstStyle/>
          <a:p>
            <a:r>
              <a:rPr lang="en-US"/>
              <a:t>Click to edit Master title style</a:t>
            </a:r>
            <a:endParaRPr lang="en-IN"/>
          </a:p>
        </p:txBody>
      </p:sp>
      <p:sp>
        <p:nvSpPr>
          <p:cNvPr id="26" name="Text Placeholder 33">
            <a:extLst>
              <a:ext uri="{FF2B5EF4-FFF2-40B4-BE49-F238E27FC236}">
                <a16:creationId xmlns:a16="http://schemas.microsoft.com/office/drawing/2014/main" id="{7B373DA1-EE0E-40AC-A266-BBB7F53A396B}"/>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6" name="Text Placeholder 33">
            <a:extLst>
              <a:ext uri="{FF2B5EF4-FFF2-40B4-BE49-F238E27FC236}">
                <a16:creationId xmlns:a16="http://schemas.microsoft.com/office/drawing/2014/main" id="{4A2A1A34-D52D-48FF-AD62-A25E52FB122E}"/>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7" name="Text Placeholder 33">
            <a:extLst>
              <a:ext uri="{FF2B5EF4-FFF2-40B4-BE49-F238E27FC236}">
                <a16:creationId xmlns:a16="http://schemas.microsoft.com/office/drawing/2014/main" id="{D19256F3-2F9A-4BB4-9D4E-F4875722DB4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8" name="Text Placeholder 33">
            <a:extLst>
              <a:ext uri="{FF2B5EF4-FFF2-40B4-BE49-F238E27FC236}">
                <a16:creationId xmlns:a16="http://schemas.microsoft.com/office/drawing/2014/main" id="{337D84D3-3CB5-488A-ACEF-978A1569D8DF}"/>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9" name="Text Placeholder 33">
            <a:extLst>
              <a:ext uri="{FF2B5EF4-FFF2-40B4-BE49-F238E27FC236}">
                <a16:creationId xmlns:a16="http://schemas.microsoft.com/office/drawing/2014/main" id="{EEA7829B-5B85-4045-9F1C-B7C185E2DF45}"/>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35176105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14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Picture Placeholder 2">
            <a:extLst>
              <a:ext uri="{FF2B5EF4-FFF2-40B4-BE49-F238E27FC236}">
                <a16:creationId xmlns:a16="http://schemas.microsoft.com/office/drawing/2014/main" id="{EEEDCDFB-8BFA-E782-A4FE-F57140A82D4D}"/>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21" name="Picture Placeholder 2">
            <a:extLst>
              <a:ext uri="{FF2B5EF4-FFF2-40B4-BE49-F238E27FC236}">
                <a16:creationId xmlns:a16="http://schemas.microsoft.com/office/drawing/2014/main" id="{0490B643-0E6F-61C3-B22E-B373203F25B9}"/>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22" name="Picture Placeholder 2">
            <a:extLst>
              <a:ext uri="{FF2B5EF4-FFF2-40B4-BE49-F238E27FC236}">
                <a16:creationId xmlns:a16="http://schemas.microsoft.com/office/drawing/2014/main" id="{947C2B64-F15F-E98D-12A4-0BE98D5CDDD3}"/>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23" name="Picture Placeholder 2">
            <a:extLst>
              <a:ext uri="{FF2B5EF4-FFF2-40B4-BE49-F238E27FC236}">
                <a16:creationId xmlns:a16="http://schemas.microsoft.com/office/drawing/2014/main" id="{7A29A00E-12C5-4793-95DB-72DB4148ED0B}"/>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24" name="Picture Placeholder 2">
            <a:extLst>
              <a:ext uri="{FF2B5EF4-FFF2-40B4-BE49-F238E27FC236}">
                <a16:creationId xmlns:a16="http://schemas.microsoft.com/office/drawing/2014/main" id="{5462CFCE-2CA7-9DA4-54BC-0A51F2736FE2}"/>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16" name="Text Placeholder 33">
            <a:extLst>
              <a:ext uri="{FF2B5EF4-FFF2-40B4-BE49-F238E27FC236}">
                <a16:creationId xmlns:a16="http://schemas.microsoft.com/office/drawing/2014/main" id="{CBCD294F-BC81-4BDC-8BB1-094D4D81B14A}"/>
              </a:ext>
            </a:extLst>
          </p:cNvPr>
          <p:cNvSpPr>
            <a:spLocks noGrp="1"/>
          </p:cNvSpPr>
          <p:nvPr>
            <p:ph type="body" sz="quarter" idx="44"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32ECDF77-2C22-4C0D-9D55-3035E0A755AB}"/>
              </a:ext>
            </a:extLst>
          </p:cNvPr>
          <p:cNvSpPr>
            <a:spLocks noGrp="1"/>
          </p:cNvSpPr>
          <p:nvPr>
            <p:ph type="body" sz="quarter" idx="45"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5" name="Text Placeholder 33">
            <a:extLst>
              <a:ext uri="{FF2B5EF4-FFF2-40B4-BE49-F238E27FC236}">
                <a16:creationId xmlns:a16="http://schemas.microsoft.com/office/drawing/2014/main" id="{29DC7404-43FF-4B4D-9E8D-8A8B73D38E3E}"/>
              </a:ext>
            </a:extLst>
          </p:cNvPr>
          <p:cNvSpPr>
            <a:spLocks noGrp="1"/>
          </p:cNvSpPr>
          <p:nvPr>
            <p:ph type="body" sz="quarter" idx="46"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6" name="Text Placeholder 33">
            <a:extLst>
              <a:ext uri="{FF2B5EF4-FFF2-40B4-BE49-F238E27FC236}">
                <a16:creationId xmlns:a16="http://schemas.microsoft.com/office/drawing/2014/main" id="{1DF62F19-4861-4FE3-8611-11A886CDEE0A}"/>
              </a:ext>
            </a:extLst>
          </p:cNvPr>
          <p:cNvSpPr>
            <a:spLocks noGrp="1"/>
          </p:cNvSpPr>
          <p:nvPr>
            <p:ph type="body" sz="quarter" idx="47"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7" name="Text Placeholder 33">
            <a:extLst>
              <a:ext uri="{FF2B5EF4-FFF2-40B4-BE49-F238E27FC236}">
                <a16:creationId xmlns:a16="http://schemas.microsoft.com/office/drawing/2014/main" id="{636E88C3-4213-4CBC-BA6E-A568099F3ACE}"/>
              </a:ext>
            </a:extLst>
          </p:cNvPr>
          <p:cNvSpPr>
            <a:spLocks noGrp="1"/>
          </p:cNvSpPr>
          <p:nvPr>
            <p:ph type="body" sz="quarter" idx="48"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098346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vl1pPr>
          </a:lstStyle>
          <a:p>
            <a:pPr lvl="0"/>
            <a:r>
              <a:rPr lang="en-US"/>
              <a:t>Click to edit Master text styles</a:t>
            </a:r>
          </a:p>
        </p:txBody>
      </p:sp>
      <p:sp>
        <p:nvSpPr>
          <p:cNvPr id="3" name="Picture Placeholder 2">
            <a:extLst>
              <a:ext uri="{FF2B5EF4-FFF2-40B4-BE49-F238E27FC236}">
                <a16:creationId xmlns:a16="http://schemas.microsoft.com/office/drawing/2014/main" id="{5F470996-A4F8-449B-B340-983A6DBC894C}"/>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28" name="Picture Placeholder 2">
            <a:extLst>
              <a:ext uri="{FF2B5EF4-FFF2-40B4-BE49-F238E27FC236}">
                <a16:creationId xmlns:a16="http://schemas.microsoft.com/office/drawing/2014/main" id="{74615E4E-BED6-4C53-B144-CF882C2FA46D}"/>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6" name="Picture Placeholder 2">
            <a:extLst>
              <a:ext uri="{FF2B5EF4-FFF2-40B4-BE49-F238E27FC236}">
                <a16:creationId xmlns:a16="http://schemas.microsoft.com/office/drawing/2014/main" id="{249F7BF1-EA28-4401-A283-1F22667C13A0}"/>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7" name="Picture Placeholder 2">
            <a:extLst>
              <a:ext uri="{FF2B5EF4-FFF2-40B4-BE49-F238E27FC236}">
                <a16:creationId xmlns:a16="http://schemas.microsoft.com/office/drawing/2014/main" id="{AA8A5F31-9D52-42DF-BA9B-F65F5293264A}"/>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8" name="Picture Placeholder 2">
            <a:extLst>
              <a:ext uri="{FF2B5EF4-FFF2-40B4-BE49-F238E27FC236}">
                <a16:creationId xmlns:a16="http://schemas.microsoft.com/office/drawing/2014/main" id="{77ED4AAD-A9EA-4EF0-80DC-97350707DB14}"/>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18" name="Isosceles Triangle 17">
            <a:extLst>
              <a:ext uri="{FF2B5EF4-FFF2-40B4-BE49-F238E27FC236}">
                <a16:creationId xmlns:a16="http://schemas.microsoft.com/office/drawing/2014/main" id="{429169CD-DA8D-4C23-8F64-2CDCF3497FA1}"/>
              </a:ext>
            </a:extLst>
          </p:cNvPr>
          <p:cNvSpPr/>
          <p:nvPr userDrawn="1"/>
        </p:nvSpPr>
        <p:spPr>
          <a:xfrm rot="5400000">
            <a:off x="7136906" y="2454688"/>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1592CE64-9654-45B2-8AC9-D669D961B4E1}"/>
              </a:ext>
            </a:extLst>
          </p:cNvPr>
          <p:cNvSpPr/>
          <p:nvPr userDrawn="1"/>
        </p:nvSpPr>
        <p:spPr>
          <a:xfrm rot="5400000">
            <a:off x="7136906" y="3274405"/>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80FFE2C3-79D1-48F2-AF54-2E690202A016}"/>
              </a:ext>
            </a:extLst>
          </p:cNvPr>
          <p:cNvSpPr/>
          <p:nvPr userDrawn="1"/>
        </p:nvSpPr>
        <p:spPr>
          <a:xfrm rot="5400000">
            <a:off x="7136906" y="4094122"/>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C5AE279A-BB08-432F-BBA7-44CB03317E10}"/>
              </a:ext>
            </a:extLst>
          </p:cNvPr>
          <p:cNvSpPr/>
          <p:nvPr userDrawn="1"/>
        </p:nvSpPr>
        <p:spPr>
          <a:xfrm rot="5400000">
            <a:off x="7136906" y="4913839"/>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0EB4584D-9B06-4BB2-B971-BA987A0DEAFA}"/>
              </a:ext>
            </a:extLst>
          </p:cNvPr>
          <p:cNvSpPr/>
          <p:nvPr userDrawn="1"/>
        </p:nvSpPr>
        <p:spPr>
          <a:xfrm rot="5400000">
            <a:off x="7136906" y="5733557"/>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612C692-5886-DB72-F174-06C0B46629F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76551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split - Ico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C6E1C4F-6A0A-E048-517F-DE70EFB0D152}"/>
              </a:ext>
            </a:extLst>
          </p:cNvPr>
          <p:cNvSpPr>
            <a:spLocks noGrp="1"/>
          </p:cNvSpPr>
          <p:nvPr>
            <p:ph type="body" sz="quarter" idx="19"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5" name="Picture Placeholder 4">
            <a:extLst>
              <a:ext uri="{FF2B5EF4-FFF2-40B4-BE49-F238E27FC236}">
                <a16:creationId xmlns:a16="http://schemas.microsoft.com/office/drawing/2014/main" id="{30E87CA4-DF8B-A4B2-C104-A83381D20488}"/>
              </a:ext>
            </a:extLst>
          </p:cNvPr>
          <p:cNvSpPr>
            <a:spLocks noGrp="1"/>
          </p:cNvSpPr>
          <p:nvPr>
            <p:ph type="pic" sz="quarter" idx="16" hasCustomPrompt="1"/>
          </p:nvPr>
        </p:nvSpPr>
        <p:spPr>
          <a:xfrm>
            <a:off x="1812131" y="2108200"/>
            <a:ext cx="823912" cy="823913"/>
          </a:xfrm>
        </p:spPr>
        <p:txBody>
          <a:bodyPr anchor="ctr">
            <a:normAutofit/>
          </a:bodyPr>
          <a:lstStyle>
            <a:lvl1pPr marL="0" indent="0" algn="ctr">
              <a:buNone/>
              <a:defRPr sz="1200"/>
            </a:lvl1pPr>
          </a:lstStyle>
          <a:p>
            <a:r>
              <a:rPr lang="en-US"/>
              <a:t>Icon</a:t>
            </a:r>
          </a:p>
        </p:txBody>
      </p:sp>
      <p:sp>
        <p:nvSpPr>
          <p:cNvPr id="15" name="Picture Placeholder 4">
            <a:extLst>
              <a:ext uri="{FF2B5EF4-FFF2-40B4-BE49-F238E27FC236}">
                <a16:creationId xmlns:a16="http://schemas.microsoft.com/office/drawing/2014/main" id="{FCC34BF6-3093-6B2E-E777-84264269CA9B}"/>
              </a:ext>
            </a:extLst>
          </p:cNvPr>
          <p:cNvSpPr>
            <a:spLocks noGrp="1"/>
          </p:cNvSpPr>
          <p:nvPr>
            <p:ph type="pic" sz="quarter" idx="17" hasCustomPrompt="1"/>
          </p:nvPr>
        </p:nvSpPr>
        <p:spPr>
          <a:xfrm>
            <a:off x="5684044" y="2118266"/>
            <a:ext cx="823912" cy="823913"/>
          </a:xfrm>
        </p:spPr>
        <p:txBody>
          <a:bodyPr anchor="ctr">
            <a:normAutofit/>
          </a:bodyPr>
          <a:lstStyle>
            <a:lvl1pPr marL="0" indent="0" algn="ctr">
              <a:buNone/>
              <a:defRPr sz="1200"/>
            </a:lvl1pPr>
          </a:lstStyle>
          <a:p>
            <a:r>
              <a:rPr lang="en-US"/>
              <a:t>Icon</a:t>
            </a:r>
          </a:p>
        </p:txBody>
      </p:sp>
      <p:sp>
        <p:nvSpPr>
          <p:cNvPr id="17" name="Picture Placeholder 4">
            <a:extLst>
              <a:ext uri="{FF2B5EF4-FFF2-40B4-BE49-F238E27FC236}">
                <a16:creationId xmlns:a16="http://schemas.microsoft.com/office/drawing/2014/main" id="{D9F3BDAD-C8AA-5417-4BAB-2ACE29EC05D3}"/>
              </a:ext>
            </a:extLst>
          </p:cNvPr>
          <p:cNvSpPr>
            <a:spLocks noGrp="1"/>
          </p:cNvSpPr>
          <p:nvPr>
            <p:ph type="pic" sz="quarter" idx="18" hasCustomPrompt="1"/>
          </p:nvPr>
        </p:nvSpPr>
        <p:spPr>
          <a:xfrm>
            <a:off x="9555956" y="2118266"/>
            <a:ext cx="823912" cy="823913"/>
          </a:xfrm>
        </p:spPr>
        <p:txBody>
          <a:bodyPr anchor="ctr">
            <a:normAutofit/>
          </a:bodyPr>
          <a:lstStyle>
            <a:lvl1pPr marL="0" indent="0" algn="ctr">
              <a:buNone/>
              <a:defRPr sz="1200"/>
            </a:lvl1pPr>
          </a:lstStyle>
          <a:p>
            <a:r>
              <a:rPr lang="en-US"/>
              <a:t>Icon</a:t>
            </a:r>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90A7486A-BA2F-47B0-B17B-07CF50190FFD}"/>
              </a:ext>
            </a:extLst>
          </p:cNvPr>
          <p:cNvSpPr>
            <a:spLocks noGrp="1"/>
          </p:cNvSpPr>
          <p:nvPr>
            <p:ph type="body" sz="quarter" idx="20"/>
          </p:nvPr>
        </p:nvSpPr>
        <p:spPr>
          <a:xfrm>
            <a:off x="381000"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3">
            <a:extLst>
              <a:ext uri="{FF2B5EF4-FFF2-40B4-BE49-F238E27FC236}">
                <a16:creationId xmlns:a16="http://schemas.microsoft.com/office/drawing/2014/main" id="{2EC6CD97-5EED-4819-81CE-B94BB95F9DA8}"/>
              </a:ext>
            </a:extLst>
          </p:cNvPr>
          <p:cNvSpPr>
            <a:spLocks noGrp="1"/>
          </p:cNvSpPr>
          <p:nvPr>
            <p:ph type="body" sz="quarter" idx="21"/>
          </p:nvPr>
        </p:nvSpPr>
        <p:spPr>
          <a:xfrm>
            <a:off x="4252912"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3">
            <a:extLst>
              <a:ext uri="{FF2B5EF4-FFF2-40B4-BE49-F238E27FC236}">
                <a16:creationId xmlns:a16="http://schemas.microsoft.com/office/drawing/2014/main" id="{04792009-834D-4287-8EAF-781BE9D027DE}"/>
              </a:ext>
            </a:extLst>
          </p:cNvPr>
          <p:cNvSpPr>
            <a:spLocks noGrp="1"/>
          </p:cNvSpPr>
          <p:nvPr>
            <p:ph type="body" sz="quarter" idx="22"/>
          </p:nvPr>
        </p:nvSpPr>
        <p:spPr>
          <a:xfrm>
            <a:off x="8124825"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70805833-1A1E-7B64-6C5F-03745732D1A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06039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hree split - Icon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897E263-ECEB-EE83-7268-E374F16AA264}"/>
              </a:ext>
            </a:extLst>
          </p:cNvPr>
          <p:cNvGrpSpPr/>
          <p:nvPr userDrawn="1"/>
        </p:nvGrpSpPr>
        <p:grpSpPr>
          <a:xfrm>
            <a:off x="381000" y="1872371"/>
            <a:ext cx="11430000" cy="3468510"/>
            <a:chOff x="383568" y="1872371"/>
            <a:chExt cx="11461750" cy="3468510"/>
          </a:xfrm>
        </p:grpSpPr>
        <p:grpSp>
          <p:nvGrpSpPr>
            <p:cNvPr id="21" name="object 4">
              <a:extLst>
                <a:ext uri="{FF2B5EF4-FFF2-40B4-BE49-F238E27FC236}">
                  <a16:creationId xmlns:a16="http://schemas.microsoft.com/office/drawing/2014/main" id="{F7A370E8-9642-AF54-D44B-CDEDF2FD7EED}"/>
                </a:ext>
              </a:extLst>
            </p:cNvPr>
            <p:cNvGrpSpPr/>
            <p:nvPr/>
          </p:nvGrpSpPr>
          <p:grpSpPr>
            <a:xfrm>
              <a:off x="383568" y="3351205"/>
              <a:ext cx="2954072" cy="1989161"/>
              <a:chOff x="1585475" y="5701396"/>
              <a:chExt cx="4362450" cy="2937510"/>
            </a:xfrm>
          </p:grpSpPr>
          <p:sp>
            <p:nvSpPr>
              <p:cNvPr id="58" name="object 5">
                <a:extLst>
                  <a:ext uri="{FF2B5EF4-FFF2-40B4-BE49-F238E27FC236}">
                    <a16:creationId xmlns:a16="http://schemas.microsoft.com/office/drawing/2014/main" id="{1BF65D0E-0627-F234-B1E9-DAF71F8731CB}"/>
                  </a:ext>
                </a:extLst>
              </p:cNvPr>
              <p:cNvSpPr/>
              <p:nvPr/>
            </p:nvSpPr>
            <p:spPr>
              <a:xfrm>
                <a:off x="1627358" y="5805739"/>
                <a:ext cx="0" cy="2467610"/>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59" name="object 6">
                <a:extLst>
                  <a:ext uri="{FF2B5EF4-FFF2-40B4-BE49-F238E27FC236}">
                    <a16:creationId xmlns:a16="http://schemas.microsoft.com/office/drawing/2014/main" id="{DC32E038-6AD5-5D99-0B7E-155514E82E9D}"/>
                  </a:ext>
                </a:extLst>
              </p:cNvPr>
              <p:cNvSpPr/>
              <p:nvPr/>
            </p:nvSpPr>
            <p:spPr>
              <a:xfrm>
                <a:off x="1633340" y="8365459"/>
                <a:ext cx="277495" cy="252095"/>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60" name="object 7">
                <a:extLst>
                  <a:ext uri="{FF2B5EF4-FFF2-40B4-BE49-F238E27FC236}">
                    <a16:creationId xmlns:a16="http://schemas.microsoft.com/office/drawing/2014/main" id="{6559E618-A26D-63F7-F1CA-FCA4249795C8}"/>
                  </a:ext>
                </a:extLst>
              </p:cNvPr>
              <p:cNvSpPr/>
              <p:nvPr/>
            </p:nvSpPr>
            <p:spPr>
              <a:xfrm>
                <a:off x="1616887" y="8293642"/>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1" name="object 8">
                <a:extLst>
                  <a:ext uri="{FF2B5EF4-FFF2-40B4-BE49-F238E27FC236}">
                    <a16:creationId xmlns:a16="http://schemas.microsoft.com/office/drawing/2014/main" id="{75AD6B4D-56CD-CBD5-1D27-42052B48904C}"/>
                  </a:ext>
                </a:extLst>
              </p:cNvPr>
              <p:cNvSpPr/>
              <p:nvPr/>
            </p:nvSpPr>
            <p:spPr>
              <a:xfrm>
                <a:off x="2003881" y="8619154"/>
                <a:ext cx="3588385" cy="889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2" name="object 9">
                <a:extLst>
                  <a:ext uri="{FF2B5EF4-FFF2-40B4-BE49-F238E27FC236}">
                    <a16:creationId xmlns:a16="http://schemas.microsoft.com/office/drawing/2014/main" id="{1B562921-8B76-0027-F506-8F88B6F6D1A6}"/>
                  </a:ext>
                </a:extLst>
              </p:cNvPr>
              <p:cNvSpPr/>
              <p:nvPr/>
            </p:nvSpPr>
            <p:spPr>
              <a:xfrm>
                <a:off x="1931014" y="8608533"/>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5684136" y="8345358"/>
                <a:ext cx="251460" cy="276860"/>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sp>
            <p:nvSpPr>
              <p:cNvPr id="64" name="object 11">
                <a:extLst>
                  <a:ext uri="{FF2B5EF4-FFF2-40B4-BE49-F238E27FC236}">
                    <a16:creationId xmlns:a16="http://schemas.microsoft.com/office/drawing/2014/main" id="{E35F7A5F-EF6A-E203-F651-F599DCEFFF35}"/>
                  </a:ext>
                </a:extLst>
              </p:cNvPr>
              <p:cNvSpPr/>
              <p:nvPr/>
            </p:nvSpPr>
            <p:spPr>
              <a:xfrm>
                <a:off x="1616887" y="5732811"/>
                <a:ext cx="4330700" cy="2905760"/>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5" name="object 12">
                <a:extLst>
                  <a:ext uri="{FF2B5EF4-FFF2-40B4-BE49-F238E27FC236}">
                    <a16:creationId xmlns:a16="http://schemas.microsoft.com/office/drawing/2014/main" id="{E0943846-5820-FB6C-9E9E-7981A949FD6C}"/>
                  </a:ext>
                </a:extLst>
              </p:cNvPr>
              <p:cNvSpPr/>
              <p:nvPr/>
            </p:nvSpPr>
            <p:spPr>
              <a:xfrm>
                <a:off x="1585475" y="5701396"/>
                <a:ext cx="83820" cy="83820"/>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nvGrpSpPr>
            <p:cNvPr id="22" name="object 13">
              <a:extLst>
                <a:ext uri="{FF2B5EF4-FFF2-40B4-BE49-F238E27FC236}">
                  <a16:creationId xmlns:a16="http://schemas.microsoft.com/office/drawing/2014/main" id="{7E5B0826-F496-42D4-2ABF-A97CDA263D6D}"/>
                </a:ext>
              </a:extLst>
            </p:cNvPr>
            <p:cNvGrpSpPr/>
            <p:nvPr/>
          </p:nvGrpSpPr>
          <p:grpSpPr>
            <a:xfrm>
              <a:off x="3323146" y="1872371"/>
              <a:ext cx="227038" cy="3206049"/>
              <a:chOff x="5926521" y="3517515"/>
              <a:chExt cx="335280" cy="4734560"/>
            </a:xfrm>
          </p:grpSpPr>
          <p:sp>
            <p:nvSpPr>
              <p:cNvPr id="55" name="object 14">
                <a:extLst>
                  <a:ext uri="{FF2B5EF4-FFF2-40B4-BE49-F238E27FC236}">
                    <a16:creationId xmlns:a16="http://schemas.microsoft.com/office/drawing/2014/main" id="{89E6EA38-6A81-1582-D5A7-B6C407B97A45}"/>
                  </a:ext>
                </a:extLst>
              </p:cNvPr>
              <p:cNvSpPr/>
              <p:nvPr/>
            </p:nvSpPr>
            <p:spPr>
              <a:xfrm>
                <a:off x="5936992"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5942968" y="3529483"/>
                <a:ext cx="277495" cy="251460"/>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5926518" y="3517524"/>
                <a:ext cx="335280" cy="335280"/>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3585493" y="1872371"/>
              <a:ext cx="2559765"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6130966" y="2134832"/>
              <a:ext cx="227038"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6393312" y="5113658"/>
              <a:ext cx="2559765"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8938785" y="1872371"/>
              <a:ext cx="227038"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9201506" y="1872371"/>
              <a:ext cx="2623405"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28" name="object 37">
              <a:extLst>
                <a:ext uri="{FF2B5EF4-FFF2-40B4-BE49-F238E27FC236}">
                  <a16:creationId xmlns:a16="http://schemas.microsoft.com/office/drawing/2014/main" id="{628F4EC7-BC30-BDE7-8951-7946439D516A}"/>
                </a:ext>
              </a:extLst>
            </p:cNvPr>
            <p:cNvGrpSpPr/>
            <p:nvPr/>
          </p:nvGrpSpPr>
          <p:grpSpPr>
            <a:xfrm>
              <a:off x="11789849" y="2134641"/>
              <a:ext cx="55469" cy="1408236"/>
              <a:chOff x="18429794" y="3904825"/>
              <a:chExt cx="81915" cy="2079625"/>
            </a:xfrm>
          </p:grpSpPr>
          <p:sp>
            <p:nvSpPr>
              <p:cNvPr id="37" name="object 38">
                <a:extLst>
                  <a:ext uri="{FF2B5EF4-FFF2-40B4-BE49-F238E27FC236}">
                    <a16:creationId xmlns:a16="http://schemas.microsoft.com/office/drawing/2014/main" id="{02C09891-3C21-02C6-D9EB-D6D62ACAA23D}"/>
                  </a:ext>
                </a:extLst>
              </p:cNvPr>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38" name="object 39">
                <a:extLst>
                  <a:ext uri="{FF2B5EF4-FFF2-40B4-BE49-F238E27FC236}">
                    <a16:creationId xmlns:a16="http://schemas.microsoft.com/office/drawing/2014/main" id="{151E7C42-172D-6132-7624-738CC62D3ECC}"/>
                  </a:ext>
                </a:extLst>
              </p:cNvPr>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39" name="object 40">
                <a:extLst>
                  <a:ext uri="{FF2B5EF4-FFF2-40B4-BE49-F238E27FC236}">
                    <a16:creationId xmlns:a16="http://schemas.microsoft.com/office/drawing/2014/main" id="{982D1E67-ADDC-FDB4-C1BE-B34D2B83D864}"/>
                  </a:ext>
                </a:extLst>
              </p:cNvPr>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sp>
        <p:nvSpPr>
          <p:cNvPr id="29" name="object 41">
            <a:extLst>
              <a:ext uri="{FF2B5EF4-FFF2-40B4-BE49-F238E27FC236}">
                <a16:creationId xmlns:a16="http://schemas.microsoft.com/office/drawing/2014/main" id="{F4C96F15-577B-B15C-203B-09FF3BC4F88D}"/>
              </a:ext>
            </a:extLst>
          </p:cNvPr>
          <p:cNvSpPr txBox="1"/>
          <p:nvPr/>
        </p:nvSpPr>
        <p:spPr>
          <a:xfrm>
            <a:off x="94075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800">
              <a:latin typeface="Times New Roman"/>
              <a:cs typeface="Times New Roman"/>
            </a:endParaRPr>
          </a:p>
        </p:txBody>
      </p:sp>
      <p:sp>
        <p:nvSpPr>
          <p:cNvPr id="30" name="object 42">
            <a:extLst>
              <a:ext uri="{FF2B5EF4-FFF2-40B4-BE49-F238E27FC236}">
                <a16:creationId xmlns:a16="http://schemas.microsoft.com/office/drawing/2014/main" id="{B506E51F-5613-26E7-A353-A53E1C21727E}"/>
              </a:ext>
            </a:extLst>
          </p:cNvPr>
          <p:cNvSpPr txBox="1"/>
          <p:nvPr/>
        </p:nvSpPr>
        <p:spPr>
          <a:xfrm>
            <a:off x="376039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1" name="object 43">
            <a:extLst>
              <a:ext uri="{FF2B5EF4-FFF2-40B4-BE49-F238E27FC236}">
                <a16:creationId xmlns:a16="http://schemas.microsoft.com/office/drawing/2014/main" id="{5A505723-704E-CFFD-48A1-8EC4B72D17D6}"/>
              </a:ext>
            </a:extLst>
          </p:cNvPr>
          <p:cNvSpPr txBox="1"/>
          <p:nvPr/>
        </p:nvSpPr>
        <p:spPr>
          <a:xfrm>
            <a:off x="658002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2" name="object 44">
            <a:extLst>
              <a:ext uri="{FF2B5EF4-FFF2-40B4-BE49-F238E27FC236}">
                <a16:creationId xmlns:a16="http://schemas.microsoft.com/office/drawing/2014/main" id="{08E01FBA-D2DC-58F0-60E0-F5A1D7DBDB34}"/>
              </a:ext>
            </a:extLst>
          </p:cNvPr>
          <p:cNvSpPr txBox="1"/>
          <p:nvPr/>
        </p:nvSpPr>
        <p:spPr>
          <a:xfrm>
            <a:off x="939966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68" name="Picture Placeholder 4">
            <a:extLst>
              <a:ext uri="{FF2B5EF4-FFF2-40B4-BE49-F238E27FC236}">
                <a16:creationId xmlns:a16="http://schemas.microsoft.com/office/drawing/2014/main" id="{14ECFD4A-0700-35A8-B66C-B18241C1EF4B}"/>
              </a:ext>
            </a:extLst>
          </p:cNvPr>
          <p:cNvSpPr>
            <a:spLocks noGrp="1"/>
          </p:cNvSpPr>
          <p:nvPr>
            <p:ph type="pic" sz="quarter" idx="18" hasCustomPrompt="1"/>
          </p:nvPr>
        </p:nvSpPr>
        <p:spPr>
          <a:xfrm>
            <a:off x="7118360" y="2750635"/>
            <a:ext cx="823912"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479088" y="2740569"/>
            <a:ext cx="823912"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4298728" y="2750635"/>
            <a:ext cx="823912"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9938000" y="2746418"/>
            <a:ext cx="823912"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107419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389383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p:ph sz="half" idx="21" hasCustomPrompt="1"/>
          </p:nvPr>
        </p:nvSpPr>
        <p:spPr>
          <a:xfrm>
            <a:off x="671346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953310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698863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hape - 1">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56A2-AAC0-9B45-FB5E-AE7B93E72AC8}"/>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5E2EDF93-AD54-4B15-96CC-7D9EFE4A9931}"/>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14488886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hape - 2">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C8AC-A727-D801-86D0-1A331FCE8FF8}"/>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4A0AE534-194E-4CA1-802B-273FE7F77F4C}"/>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34009461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hape - 3">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5536-6F0A-E1DD-ABEF-419B2B3F8DBD}"/>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581BB100-EC1A-4A8C-8920-AE8CB0CCA5A1}"/>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1735276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hape - 4">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0FC53-E775-BE26-8CEA-9917C525BCEF}"/>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41E7D028-82C4-423F-BC42-3DB3483E23F0}"/>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36486109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9A1030D-22C8-5F68-9B50-298D99C4F06B}"/>
              </a:ext>
            </a:extLst>
          </p:cNvPr>
          <p:cNvSpPr>
            <a:spLocks noGrp="1"/>
          </p:cNvSpPr>
          <p:nvPr>
            <p:ph type="body" sz="quarter" idx="10" hasCustomPrompt="1"/>
          </p:nvPr>
        </p:nvSpPr>
        <p:spPr>
          <a:xfrm>
            <a:off x="384175" y="1170535"/>
            <a:ext cx="7301457"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2">
            <a:extLst>
              <a:ext uri="{FF2B5EF4-FFF2-40B4-BE49-F238E27FC236}">
                <a16:creationId xmlns:a16="http://schemas.microsoft.com/office/drawing/2014/main" id="{24A55360-4235-A19B-584F-72D1D033C78E}"/>
              </a:ext>
            </a:extLst>
          </p:cNvPr>
          <p:cNvSpPr>
            <a:spLocks noGrp="1"/>
          </p:cNvSpPr>
          <p:nvPr>
            <p:ph type="body" sz="quarter" idx="12" hasCustomPrompt="1"/>
          </p:nvPr>
        </p:nvSpPr>
        <p:spPr>
          <a:xfrm>
            <a:off x="384175" y="1740535"/>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4" name="Text Placeholder 12">
            <a:extLst>
              <a:ext uri="{FF2B5EF4-FFF2-40B4-BE49-F238E27FC236}">
                <a16:creationId xmlns:a16="http://schemas.microsoft.com/office/drawing/2014/main" id="{AAFBE375-306E-55C3-C9A5-5A771D29D694}"/>
              </a:ext>
            </a:extLst>
          </p:cNvPr>
          <p:cNvSpPr>
            <a:spLocks noGrp="1"/>
          </p:cNvSpPr>
          <p:nvPr>
            <p:ph type="body" sz="quarter" idx="13" hasCustomPrompt="1"/>
          </p:nvPr>
        </p:nvSpPr>
        <p:spPr>
          <a:xfrm>
            <a:off x="384175" y="2164087"/>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15" name="Text Placeholder 12">
            <a:extLst>
              <a:ext uri="{FF2B5EF4-FFF2-40B4-BE49-F238E27FC236}">
                <a16:creationId xmlns:a16="http://schemas.microsoft.com/office/drawing/2014/main" id="{64DB6396-FF36-173F-4120-40BE3E5249CC}"/>
              </a:ext>
            </a:extLst>
          </p:cNvPr>
          <p:cNvSpPr>
            <a:spLocks noGrp="1"/>
          </p:cNvSpPr>
          <p:nvPr>
            <p:ph type="body" sz="quarter" idx="14" hasCustomPrompt="1"/>
          </p:nvPr>
        </p:nvSpPr>
        <p:spPr>
          <a:xfrm>
            <a:off x="384175" y="4085081"/>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6" name="Text Placeholder 12">
            <a:extLst>
              <a:ext uri="{FF2B5EF4-FFF2-40B4-BE49-F238E27FC236}">
                <a16:creationId xmlns:a16="http://schemas.microsoft.com/office/drawing/2014/main" id="{DEF3A942-1C22-F263-9D6F-5D98F8246405}"/>
              </a:ext>
            </a:extLst>
          </p:cNvPr>
          <p:cNvSpPr>
            <a:spLocks noGrp="1"/>
          </p:cNvSpPr>
          <p:nvPr>
            <p:ph type="body" sz="quarter" idx="15" hasCustomPrompt="1"/>
          </p:nvPr>
        </p:nvSpPr>
        <p:spPr>
          <a:xfrm>
            <a:off x="384175" y="4508633"/>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9" name="Picture Placeholder 8">
            <a:extLst>
              <a:ext uri="{FF2B5EF4-FFF2-40B4-BE49-F238E27FC236}">
                <a16:creationId xmlns:a16="http://schemas.microsoft.com/office/drawing/2014/main" id="{CC0A8F83-7E33-1521-974A-F980172DB5C9}"/>
              </a:ext>
            </a:extLst>
          </p:cNvPr>
          <p:cNvSpPr>
            <a:spLocks noGrp="1"/>
          </p:cNvSpPr>
          <p:nvPr>
            <p:ph type="pic" sz="quarter" idx="11"/>
          </p:nvPr>
        </p:nvSpPr>
        <p:spPr>
          <a:xfrm>
            <a:off x="6070600" y="0"/>
            <a:ext cx="6118800" cy="6858000"/>
          </a:xfrm>
          <a:custGeom>
            <a:avLst/>
            <a:gdLst>
              <a:gd name="connsiteX0" fmla="*/ 3049853 w 6118800"/>
              <a:gd name="connsiteY0" fmla="*/ 0 h 6858000"/>
              <a:gd name="connsiteX1" fmla="*/ 6118800 w 6118800"/>
              <a:gd name="connsiteY1" fmla="*/ 0 h 6858000"/>
              <a:gd name="connsiteX2" fmla="*/ 6118800 w 6118800"/>
              <a:gd name="connsiteY2" fmla="*/ 6858000 h 6858000"/>
              <a:gd name="connsiteX3" fmla="*/ 0 w 6118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18800" h="6858000">
                <a:moveTo>
                  <a:pt x="3049853" y="0"/>
                </a:moveTo>
                <a:lnTo>
                  <a:pt x="6118800" y="0"/>
                </a:lnTo>
                <a:lnTo>
                  <a:pt x="6118800" y="6858000"/>
                </a:lnTo>
                <a:lnTo>
                  <a:pt x="0" y="6858000"/>
                </a:lnTo>
                <a:close/>
              </a:path>
            </a:pathLst>
          </a:custGeom>
        </p:spPr>
        <p:txBody>
          <a:bodyPr wrap="square" anchor="ctr">
            <a:noAutofit/>
          </a:bodyPr>
          <a:lstStyle>
            <a:lvl1pPr marL="0" indent="0" algn="ctr">
              <a:buNone/>
              <a:defRPr sz="1400"/>
            </a:lvl1pPr>
          </a:lstStyle>
          <a:p>
            <a:endParaRPr lang="en-US"/>
          </a:p>
        </p:txBody>
      </p:sp>
      <p:sp>
        <p:nvSpPr>
          <p:cNvPr id="2" name="Title 1">
            <a:extLst>
              <a:ext uri="{FF2B5EF4-FFF2-40B4-BE49-F238E27FC236}">
                <a16:creationId xmlns:a16="http://schemas.microsoft.com/office/drawing/2014/main" id="{9F05A3DA-FBE7-CD5B-5B77-C5C261C636A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213579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lour slide - 1">
    <p:bg>
      <p:bgPr>
        <a:solidFill>
          <a:schemeClr val="accent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694BD34-3180-D411-4A2B-6BA518A170F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8581B42F-3040-A0A7-E1E6-5FD802E2746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317889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lour slide - 2">
    <p:bg>
      <p:bgPr>
        <a:solidFill>
          <a:schemeClr val="accent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435F4B-8E8A-47A0-944B-5D9538AF4EA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A0E48206-BC0C-47BD-8FE1-900014F50460}"/>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D712C01A-ACE0-4CE0-8754-8A6F869B3F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B8FE5730-15CF-45F0-AB3C-EC8D491D8C11}"/>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78CECE90-0B6C-497D-ADB5-F0A29B2D0031}"/>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AD47C1A-2C59-B90D-9F24-CEE7BA4750E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881310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lour slide - 3">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6D36AB-DAB0-6AAE-8698-A08D0635F1CA}"/>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B58DF92B-444B-450C-B2F4-A79799B25837}"/>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B772C313-D795-46AE-8166-2389B0354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040C9277-5BEA-4CEB-83C3-1F9BF1AD2140}"/>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402B5150-995D-45C5-872C-41053A7CCDB2}"/>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1DEAD1E-EFFC-6957-6E8E-0B38F6BBB96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169642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hasCustomPrompt="1"/>
          </p:nvPr>
        </p:nvSpPr>
        <p:spPr>
          <a:xfrm>
            <a:off x="383908" y="2643127"/>
            <a:ext cx="7239024" cy="1325563"/>
          </a:xfrm>
        </p:spPr>
        <p:txBody>
          <a:bodyPr anchor="b"/>
          <a:lstStyle>
            <a:lvl1pPr>
              <a:defRPr>
                <a:solidFill>
                  <a:schemeClr val="bg1"/>
                </a:solidFill>
              </a:defRPr>
            </a:lvl1pPr>
          </a:lstStyle>
          <a:p>
            <a:r>
              <a:rPr lang="en-GB"/>
              <a:t>Thank you</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6" name="Text Placeholder 5">
            <a:extLst>
              <a:ext uri="{FF2B5EF4-FFF2-40B4-BE49-F238E27FC236}">
                <a16:creationId xmlns:a16="http://schemas.microsoft.com/office/drawing/2014/main" id="{A88DEC64-D764-8A4C-D43B-2AB8EB9B3423}"/>
              </a:ext>
            </a:extLst>
          </p:cNvPr>
          <p:cNvSpPr>
            <a:spLocks noGrp="1"/>
          </p:cNvSpPr>
          <p:nvPr>
            <p:ph type="body" sz="quarter" idx="10" hasCustomPrompt="1"/>
          </p:nvPr>
        </p:nvSpPr>
        <p:spPr>
          <a:xfrm>
            <a:off x="384176" y="5534568"/>
            <a:ext cx="7238755" cy="632870"/>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 Ut convallis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a:t>
            </a:r>
            <a:r>
              <a:rPr lang="en-GB" err="1">
                <a:effectLst/>
                <a:latin typeface="Arial" panose="020B0604020202020204" pitchFamily="34" charset="0"/>
              </a:rPr>
              <a:t>Suspendisse</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id eros a </a:t>
            </a:r>
            <a:r>
              <a:rPr lang="en-GB" err="1">
                <a:effectLst/>
                <a:latin typeface="Arial" panose="020B0604020202020204" pitchFamily="34" charset="0"/>
              </a:rPr>
              <a:t>ultricies</a:t>
            </a:r>
            <a:r>
              <a:rPr lang="en-GB">
                <a:effectLst/>
                <a:latin typeface="Arial" panose="020B0604020202020204" pitchFamily="34" charset="0"/>
              </a:rPr>
              <a:t>. Vestibulum </a:t>
            </a:r>
            <a:r>
              <a:rPr lang="en-GB" err="1">
                <a:effectLst/>
                <a:latin typeface="Arial" panose="020B0604020202020204" pitchFamily="34" charset="0"/>
              </a:rPr>
              <a:t>iaculis</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vitae fermentum </a:t>
            </a:r>
            <a:r>
              <a:rPr lang="en-GB" err="1">
                <a:effectLst/>
                <a:latin typeface="Arial" panose="020B0604020202020204" pitchFamily="34" charset="0"/>
              </a:rPr>
              <a:t>felis</a:t>
            </a:r>
            <a:r>
              <a:rPr lang="en-GB">
                <a:effectLst/>
                <a:latin typeface="Arial" panose="020B0604020202020204" pitchFamily="34" charset="0"/>
              </a:rPr>
              <a:t> </a:t>
            </a:r>
            <a:r>
              <a:rPr lang="en-GB" err="1">
                <a:effectLst/>
                <a:latin typeface="Arial" panose="020B0604020202020204" pitchFamily="34" charset="0"/>
              </a:rPr>
              <a:t>sollicitudin</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Pellentesque</a:t>
            </a:r>
            <a:r>
              <a:rPr lang="en-GB">
                <a:effectLst/>
                <a:latin typeface="Arial" panose="020B0604020202020204" pitchFamily="34" charset="0"/>
              </a:rPr>
              <a:t> tempus libero </a:t>
            </a:r>
            <a:r>
              <a:rPr lang="en-GB" err="1">
                <a:effectLst/>
                <a:latin typeface="Arial" panose="020B0604020202020204" pitchFamily="34" charset="0"/>
              </a:rPr>
              <a:t>nibh</a:t>
            </a:r>
            <a:r>
              <a:rPr lang="en-GB">
                <a:effectLst/>
                <a:latin typeface="Arial" panose="020B0604020202020204" pitchFamily="34" charset="0"/>
              </a:rPr>
              <a:t>, </a:t>
            </a:r>
            <a:r>
              <a:rPr lang="en-GB" err="1">
                <a:effectLst/>
                <a:latin typeface="Arial" panose="020B0604020202020204" pitchFamily="34" charset="0"/>
              </a:rPr>
              <a:t>nec</a:t>
            </a:r>
            <a:r>
              <a:rPr lang="en-GB">
                <a:effectLst/>
                <a:latin typeface="Arial" panose="020B0604020202020204" pitchFamily="34" charset="0"/>
              </a:rPr>
              <a:t> </a:t>
            </a:r>
            <a:r>
              <a:rPr lang="en-GB" err="1">
                <a:effectLst/>
                <a:latin typeface="Arial" panose="020B0604020202020204" pitchFamily="34" charset="0"/>
              </a:rPr>
              <a:t>interdum</a:t>
            </a:r>
            <a:r>
              <a:rPr lang="en-GB">
                <a:effectLst/>
                <a:latin typeface="Arial" panose="020B0604020202020204" pitchFamily="34" charset="0"/>
              </a:rPr>
              <a:t> </a:t>
            </a:r>
            <a:r>
              <a:rPr lang="en-GB" err="1">
                <a:effectLst/>
                <a:latin typeface="Arial" panose="020B0604020202020204" pitchFamily="34" charset="0"/>
              </a:rPr>
              <a:t>urna</a:t>
            </a:r>
            <a:r>
              <a:rPr lang="en-GB">
                <a:effectLst/>
                <a:latin typeface="Arial" panose="020B0604020202020204" pitchFamily="34" charset="0"/>
              </a:rPr>
              <a:t> fermentum vel. Nunc </a:t>
            </a:r>
            <a:r>
              <a:rPr lang="en-GB" err="1">
                <a:effectLst/>
                <a:latin typeface="Arial" panose="020B0604020202020204" pitchFamily="34" charset="0"/>
              </a:rPr>
              <a:t>dignissim</a:t>
            </a:r>
            <a:r>
              <a:rPr lang="en-GB">
                <a:effectLst/>
                <a:latin typeface="Arial" panose="020B0604020202020204" pitchFamily="34" charset="0"/>
              </a:rPr>
              <a:t> </a:t>
            </a:r>
            <a:r>
              <a:rPr lang="en-GB" err="1">
                <a:effectLst/>
                <a:latin typeface="Arial" panose="020B0604020202020204" pitchFamily="34" charset="0"/>
              </a:rPr>
              <a:t>lacus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a:t>
            </a:r>
            <a:r>
              <a:rPr lang="en-GB" err="1">
                <a:effectLst/>
                <a:latin typeface="Arial" panose="020B0604020202020204" pitchFamily="34" charset="0"/>
              </a:rPr>
              <a:t>eu</a:t>
            </a:r>
            <a:r>
              <a:rPr lang="en-GB">
                <a:effectLst/>
                <a:latin typeface="Arial" panose="020B0604020202020204" pitchFamily="34" charset="0"/>
              </a:rPr>
              <a:t> </a:t>
            </a:r>
            <a:r>
              <a:rPr lang="en-GB" err="1">
                <a:effectLst/>
                <a:latin typeface="Arial" panose="020B0604020202020204" pitchFamily="34" charset="0"/>
              </a:rPr>
              <a:t>hendrerit</a:t>
            </a:r>
            <a:r>
              <a:rPr lang="en-GB">
                <a:effectLst/>
                <a:latin typeface="Arial" panose="020B0604020202020204" pitchFamily="34" charset="0"/>
              </a:rPr>
              <a:t> magna </a:t>
            </a:r>
            <a:r>
              <a:rPr lang="en-GB" err="1">
                <a:effectLst/>
                <a:latin typeface="Arial" panose="020B0604020202020204" pitchFamily="34" charset="0"/>
              </a:rPr>
              <a:t>commodo</a:t>
            </a:r>
            <a:r>
              <a:rPr lang="en-GB">
                <a:effectLst/>
                <a:latin typeface="Arial" panose="020B0604020202020204" pitchFamily="34" charset="0"/>
              </a:rPr>
              <a:t> et.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suscipit</a:t>
            </a:r>
            <a:r>
              <a:rPr lang="en-GB">
                <a:effectLst/>
                <a:latin typeface="Arial" panose="020B0604020202020204" pitchFamily="34" charset="0"/>
              </a:rPr>
              <a:t>, </a:t>
            </a:r>
            <a:r>
              <a:rPr lang="en-GB" err="1">
                <a:effectLst/>
                <a:latin typeface="Arial" panose="020B0604020202020204" pitchFamily="34" charset="0"/>
              </a:rPr>
              <a:t>tellus</a:t>
            </a:r>
            <a:r>
              <a:rPr lang="en-GB">
                <a:effectLst/>
                <a:latin typeface="Arial" panose="020B0604020202020204" pitchFamily="34" charset="0"/>
              </a:rPr>
              <a:t> ac auctor </a:t>
            </a:r>
            <a:r>
              <a:rPr lang="en-GB" err="1">
                <a:effectLst/>
                <a:latin typeface="Arial" panose="020B0604020202020204" pitchFamily="34" charset="0"/>
              </a:rPr>
              <a:t>egestas</a:t>
            </a:r>
            <a:r>
              <a:rPr lang="en-GB">
                <a:effectLst/>
                <a:latin typeface="Arial" panose="020B0604020202020204" pitchFamily="34" charset="0"/>
              </a:rPr>
              <a:t>, </a:t>
            </a:r>
            <a:r>
              <a:rPr lang="en-GB" err="1">
                <a:effectLst/>
                <a:latin typeface="Arial" panose="020B0604020202020204" pitchFamily="34" charset="0"/>
              </a:rPr>
              <a:t>arcu</a:t>
            </a:r>
            <a:r>
              <a:rPr lang="en-GB">
                <a:effectLst/>
                <a:latin typeface="Arial" panose="020B0604020202020204" pitchFamily="34" charset="0"/>
              </a:rPr>
              <a:t> </a:t>
            </a:r>
            <a:r>
              <a:rPr lang="en-GB" err="1">
                <a:effectLst/>
                <a:latin typeface="Arial" panose="020B0604020202020204" pitchFamily="34" charset="0"/>
              </a:rPr>
              <a:t>leo</a:t>
            </a:r>
            <a:r>
              <a:rPr lang="en-GB">
                <a:effectLst/>
                <a:latin typeface="Arial" panose="020B0604020202020204" pitchFamily="34" charset="0"/>
              </a:rPr>
              <a:t> </a:t>
            </a:r>
            <a:r>
              <a:rPr lang="en-GB" err="1">
                <a:effectLst/>
                <a:latin typeface="Arial" panose="020B0604020202020204" pitchFamily="34" charset="0"/>
              </a:rPr>
              <a:t>molestie</a:t>
            </a:r>
            <a:r>
              <a:rPr lang="en-GB">
                <a:effectLst/>
                <a:latin typeface="Arial" panose="020B0604020202020204" pitchFamily="34" charset="0"/>
              </a:rPr>
              <a:t> </a:t>
            </a:r>
            <a:r>
              <a:rPr lang="en-GB" err="1">
                <a:effectLst/>
                <a:latin typeface="Arial" panose="020B0604020202020204" pitchFamily="34" charset="0"/>
              </a:rPr>
              <a:t>augue</a:t>
            </a:r>
            <a:r>
              <a:rPr lang="en-GB">
                <a:effectLst/>
                <a:latin typeface="Arial" panose="020B0604020202020204" pitchFamily="34" charset="0"/>
              </a:rPr>
              <a:t>, at porta </a:t>
            </a:r>
            <a:r>
              <a:rPr lang="en-GB" err="1">
                <a:effectLst/>
                <a:latin typeface="Arial" panose="020B0604020202020204" pitchFamily="34" charset="0"/>
              </a:rPr>
              <a:t>dolor</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lectus</a:t>
            </a:r>
            <a:r>
              <a:rPr lang="en-GB">
                <a:effectLst/>
                <a:latin typeface="Arial" panose="020B0604020202020204" pitchFamily="34" charset="0"/>
              </a:rPr>
              <a:t>. Integer </a:t>
            </a:r>
            <a:r>
              <a:rPr lang="en-GB" err="1">
                <a:effectLst/>
                <a:latin typeface="Arial" panose="020B0604020202020204" pitchFamily="34" charset="0"/>
              </a:rPr>
              <a:t>justo</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vulputate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laoreet</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imperdiet</a:t>
            </a:r>
            <a:r>
              <a:rPr lang="en-GB">
                <a:effectLst/>
                <a:latin typeface="Arial" panose="020B0604020202020204" pitchFamily="34" charset="0"/>
              </a:rPr>
              <a:t> id </a:t>
            </a:r>
            <a:r>
              <a:rPr lang="en-GB" err="1">
                <a:effectLst/>
                <a:latin typeface="Arial" panose="020B0604020202020204" pitchFamily="34" charset="0"/>
              </a:rPr>
              <a:t>neque</a:t>
            </a:r>
            <a:r>
              <a:rPr lang="en-GB">
                <a:effectLst/>
                <a:latin typeface="Arial" panose="020B0604020202020204" pitchFamily="34" charset="0"/>
              </a:rPr>
              <a:t>. Vestibulum ante ipsum </a:t>
            </a:r>
            <a:r>
              <a:rPr lang="en-GB" err="1">
                <a:effectLst/>
                <a:latin typeface="Arial" panose="020B0604020202020204" pitchFamily="34" charset="0"/>
              </a:rPr>
              <a:t>primis</a:t>
            </a:r>
            <a:r>
              <a:rPr lang="en-GB">
                <a:effectLst/>
                <a:latin typeface="Arial" panose="020B0604020202020204" pitchFamily="34" charset="0"/>
              </a:rPr>
              <a:t> in </a:t>
            </a:r>
            <a:r>
              <a:rPr lang="en-GB" err="1">
                <a:effectLst/>
                <a:latin typeface="Arial" panose="020B0604020202020204" pitchFamily="34" charset="0"/>
              </a:rPr>
              <a:t>faucibus</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et </a:t>
            </a:r>
            <a:r>
              <a:rPr lang="en-GB" err="1">
                <a:effectLst/>
                <a:latin typeface="Arial" panose="020B0604020202020204" pitchFamily="34" charset="0"/>
              </a:rPr>
              <a:t>ultrices</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a:t>
            </a:r>
            <a:r>
              <a:rPr lang="en-GB" err="1">
                <a:effectLst/>
                <a:latin typeface="Arial" panose="020B0604020202020204" pitchFamily="34" charset="0"/>
              </a:rPr>
              <a:t>cubilia</a:t>
            </a:r>
            <a:r>
              <a:rPr lang="en-GB">
                <a:effectLst/>
                <a:latin typeface="Arial" panose="020B0604020202020204" pitchFamily="34" charset="0"/>
              </a:rPr>
              <a:t> </a:t>
            </a:r>
            <a:r>
              <a:rPr lang="en-GB" err="1">
                <a:effectLst/>
                <a:latin typeface="Arial" panose="020B0604020202020204" pitchFamily="34" charset="0"/>
              </a:rPr>
              <a:t>curae</a:t>
            </a:r>
            <a:r>
              <a:rPr lang="en-GB">
                <a:effectLst/>
                <a:latin typeface="Arial" panose="020B0604020202020204" pitchFamily="34" charset="0"/>
              </a:rPr>
              <a:t>; Nam gravida </a:t>
            </a:r>
            <a:r>
              <a:rPr lang="en-GB" err="1">
                <a:effectLst/>
                <a:latin typeface="Arial" panose="020B0604020202020204" pitchFamily="34" charset="0"/>
              </a:rPr>
              <a:t>odio</a:t>
            </a:r>
            <a:r>
              <a:rPr lang="en-GB">
                <a:effectLst/>
                <a:latin typeface="Arial" panose="020B0604020202020204" pitchFamily="34" charset="0"/>
              </a:rPr>
              <a:t> id </a:t>
            </a:r>
            <a:r>
              <a:rPr lang="en-GB" err="1">
                <a:effectLst/>
                <a:latin typeface="Arial" panose="020B0604020202020204" pitchFamily="34" charset="0"/>
              </a:rPr>
              <a:t>bibendum</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Nunc </a:t>
            </a:r>
            <a:r>
              <a:rPr lang="en-GB" err="1">
                <a:effectLst/>
                <a:latin typeface="Arial" panose="020B0604020202020204" pitchFamily="34" charset="0"/>
              </a:rPr>
              <a:t>massa</a:t>
            </a:r>
            <a:r>
              <a:rPr lang="en-GB">
                <a:effectLst/>
                <a:latin typeface="Arial" panose="020B0604020202020204" pitchFamily="34" charset="0"/>
              </a:rPr>
              <a:t> ante, </a:t>
            </a:r>
            <a:r>
              <a:rPr lang="en-GB" err="1">
                <a:effectLst/>
                <a:latin typeface="Arial" panose="020B0604020202020204" pitchFamily="34" charset="0"/>
              </a:rPr>
              <a:t>elementum</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massa</a:t>
            </a:r>
            <a:r>
              <a:rPr lang="en-GB">
                <a:effectLst/>
                <a:latin typeface="Arial" panose="020B0604020202020204" pitchFamily="34" charset="0"/>
              </a:rPr>
              <a:t> vitae, maximus porta </a:t>
            </a:r>
            <a:r>
              <a:rPr lang="en-GB" err="1">
                <a:effectLst/>
                <a:latin typeface="Arial" panose="020B0604020202020204" pitchFamily="34" charset="0"/>
              </a:rPr>
              <a:t>nunc</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in </a:t>
            </a:r>
            <a:r>
              <a:rPr lang="en-GB" err="1">
                <a:effectLst/>
                <a:latin typeface="Arial" panose="020B0604020202020204" pitchFamily="34" charset="0"/>
              </a:rPr>
              <a:t>tempor</a:t>
            </a:r>
            <a:r>
              <a:rPr lang="en-GB">
                <a:effectLst/>
                <a:latin typeface="Arial" panose="020B0604020202020204" pitchFamily="34" charset="0"/>
              </a:rPr>
              <a:t> ligula.</a:t>
            </a:r>
          </a:p>
        </p:txBody>
      </p:sp>
      <p:sp>
        <p:nvSpPr>
          <p:cNvPr id="13" name="Text Placeholder 5">
            <a:extLst>
              <a:ext uri="{FF2B5EF4-FFF2-40B4-BE49-F238E27FC236}">
                <a16:creationId xmlns:a16="http://schemas.microsoft.com/office/drawing/2014/main" id="{A4464583-1239-FB82-9175-7322CF8AE613}"/>
              </a:ext>
            </a:extLst>
          </p:cNvPr>
          <p:cNvSpPr>
            <a:spLocks noGrp="1"/>
          </p:cNvSpPr>
          <p:nvPr>
            <p:ph type="body" sz="quarter" idx="11" hasCustomPrompt="1"/>
          </p:nvPr>
        </p:nvSpPr>
        <p:spPr>
          <a:xfrm>
            <a:off x="383907" y="4832854"/>
            <a:ext cx="7239024"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a:extLst>
              <a:ext uri="{FF2B5EF4-FFF2-40B4-BE49-F238E27FC236}">
                <a16:creationId xmlns:a16="http://schemas.microsoft.com/office/drawing/2014/main" id="{27A24E46-427A-7DEC-DE9C-066068F7BE7A}"/>
              </a:ext>
            </a:extLst>
          </p:cNvPr>
          <p:cNvSpPr txBox="1"/>
          <p:nvPr userDrawn="1"/>
        </p:nvSpPr>
        <p:spPr>
          <a:xfrm>
            <a:off x="383907" y="4460488"/>
            <a:ext cx="7239024" cy="369332"/>
          </a:xfrm>
          <a:prstGeom prst="rect">
            <a:avLst/>
          </a:prstGeom>
          <a:noFill/>
        </p:spPr>
        <p:txBody>
          <a:bodyPr wrap="square" rtlCol="0">
            <a:spAutoFit/>
          </a:bodyPr>
          <a:lstStyle/>
          <a:p>
            <a:r>
              <a:rPr lang="en-US" sz="1800" b="1">
                <a:solidFill>
                  <a:schemeClr val="bg1"/>
                </a:solidFill>
                <a:latin typeface="Arial" panose="020B0604020202020204" pitchFamily="34" charset="0"/>
                <a:cs typeface="Arial" panose="020B0604020202020204" pitchFamily="34" charset="0"/>
              </a:rPr>
              <a:t>Contact</a:t>
            </a:r>
          </a:p>
        </p:txBody>
      </p:sp>
      <p:sp>
        <p:nvSpPr>
          <p:cNvPr id="10" name="TextBox 9">
            <a:extLst>
              <a:ext uri="{FF2B5EF4-FFF2-40B4-BE49-F238E27FC236}">
                <a16:creationId xmlns:a16="http://schemas.microsoft.com/office/drawing/2014/main" id="{3F0E9EBB-6A53-3F7B-9800-BBA831116867}"/>
              </a:ext>
            </a:extLst>
          </p:cNvPr>
          <p:cNvSpPr txBox="1"/>
          <p:nvPr userDrawn="1"/>
        </p:nvSpPr>
        <p:spPr>
          <a:xfrm>
            <a:off x="1" y="-825190"/>
            <a:ext cx="2389352" cy="646331"/>
          </a:xfrm>
          <a:prstGeom prst="rect">
            <a:avLst/>
          </a:prstGeom>
          <a:solidFill>
            <a:srgbClr val="FFFF00"/>
          </a:solidFill>
        </p:spPr>
        <p:txBody>
          <a:bodyPr wrap="square" rtlCol="0">
            <a:spAutoFit/>
          </a:bodyPr>
          <a:lstStyle/>
          <a:p>
            <a:r>
              <a:rPr lang="en-US"/>
              <a:t>Change background to match front cover</a:t>
            </a:r>
          </a:p>
        </p:txBody>
      </p:sp>
      <p:sp>
        <p:nvSpPr>
          <p:cNvPr id="14" name="TextBox 13">
            <a:extLst>
              <a:ext uri="{FF2B5EF4-FFF2-40B4-BE49-F238E27FC236}">
                <a16:creationId xmlns:a16="http://schemas.microsoft.com/office/drawing/2014/main" id="{F5A26425-6CAA-69B2-B0CC-EA6F39B1F0F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98560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GB"/>
              <a:t>Click to edit Master title style</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1FE6FD64-F8E1-D623-7953-867CAE5E180C}"/>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4"/>
          <a:stretch>
            <a:fillRect/>
          </a:stretch>
        </p:blipFill>
        <p:spPr>
          <a:xfrm>
            <a:off x="9411629" y="5850238"/>
            <a:ext cx="2396464" cy="632869"/>
          </a:xfrm>
          <a:prstGeom prst="rect">
            <a:avLst/>
          </a:prstGeom>
        </p:spPr>
      </p:pic>
      <p:sp>
        <p:nvSpPr>
          <p:cNvPr id="13" name="Date Placeholder 3">
            <a:extLst>
              <a:ext uri="{FF2B5EF4-FFF2-40B4-BE49-F238E27FC236}">
                <a16:creationId xmlns:a16="http://schemas.microsoft.com/office/drawing/2014/main" id="{BBF6E76C-F61B-415B-9246-4E4CDB1DBFD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D697769-E9B7-498D-B434-AAE3DCFA7E60}" type="datetime3">
              <a:rPr lang="en-US" smtClean="0"/>
              <a:t>7 May 2026</a:t>
            </a:fld>
            <a:endParaRPr lang="en-GB"/>
          </a:p>
        </p:txBody>
      </p:sp>
    </p:spTree>
    <p:extLst>
      <p:ext uri="{BB962C8B-B14F-4D97-AF65-F5344CB8AC3E}">
        <p14:creationId xmlns:p14="http://schemas.microsoft.com/office/powerpoint/2010/main" val="14665335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A6921CE-6E1E-C202-1B66-BB421D84D6D8}"/>
              </a:ext>
            </a:extLst>
          </p:cNvPr>
          <p:cNvGrpSpPr/>
          <p:nvPr userDrawn="1"/>
        </p:nvGrpSpPr>
        <p:grpSpPr>
          <a:xfrm>
            <a:off x="4664822" y="1853965"/>
            <a:ext cx="7527178" cy="3172826"/>
            <a:chOff x="6843171" y="2880169"/>
            <a:chExt cx="13261527" cy="5589946"/>
          </a:xfrm>
        </p:grpSpPr>
        <p:sp>
          <p:nvSpPr>
            <p:cNvPr id="10" name="object 3">
              <a:extLst>
                <a:ext uri="{FF2B5EF4-FFF2-40B4-BE49-F238E27FC236}">
                  <a16:creationId xmlns:a16="http://schemas.microsoft.com/office/drawing/2014/main" id="{FD4D5D13-8FCC-5EAE-58A6-A87C971D22EF}"/>
                </a:ext>
              </a:extLst>
            </p:cNvPr>
            <p:cNvSpPr/>
            <p:nvPr/>
          </p:nvSpPr>
          <p:spPr>
            <a:xfrm>
              <a:off x="11915702" y="5512356"/>
              <a:ext cx="1968500" cy="2938780"/>
            </a:xfrm>
            <a:custGeom>
              <a:avLst/>
              <a:gdLst/>
              <a:ahLst/>
              <a:cxnLst/>
              <a:rect l="l" t="t" r="r" b="b"/>
              <a:pathLst>
                <a:path w="1968500" h="2938779">
                  <a:moveTo>
                    <a:pt x="1968128" y="1983897"/>
                  </a:moveTo>
                  <a:lnTo>
                    <a:pt x="1403213" y="2938350"/>
                  </a:lnTo>
                  <a:lnTo>
                    <a:pt x="0" y="954358"/>
                  </a:lnTo>
                  <a:lnTo>
                    <a:pt x="564872" y="0"/>
                  </a:lnTo>
                  <a:lnTo>
                    <a:pt x="1968128" y="1983897"/>
                  </a:lnTo>
                  <a:close/>
                </a:path>
              </a:pathLst>
            </a:custGeom>
            <a:ln w="18962">
              <a:solidFill>
                <a:srgbClr val="FF6196"/>
              </a:solidFill>
            </a:ln>
          </p:spPr>
          <p:txBody>
            <a:bodyPr wrap="square" lIns="0" tIns="0" rIns="0" bIns="0" rtlCol="0"/>
            <a:lstStyle/>
            <a:p>
              <a:endParaRPr/>
            </a:p>
          </p:txBody>
        </p:sp>
        <p:sp>
          <p:nvSpPr>
            <p:cNvPr id="11" name="object 4">
              <a:extLst>
                <a:ext uri="{FF2B5EF4-FFF2-40B4-BE49-F238E27FC236}">
                  <a16:creationId xmlns:a16="http://schemas.microsoft.com/office/drawing/2014/main" id="{021EFEF1-7524-14D5-6032-5D75D9F50837}"/>
                </a:ext>
              </a:extLst>
            </p:cNvPr>
            <p:cNvSpPr/>
            <p:nvPr/>
          </p:nvSpPr>
          <p:spPr>
            <a:xfrm>
              <a:off x="15772093" y="3874620"/>
              <a:ext cx="4332605" cy="4595495"/>
            </a:xfrm>
            <a:custGeom>
              <a:avLst/>
              <a:gdLst/>
              <a:ahLst/>
              <a:cxnLst/>
              <a:rect l="l" t="t" r="r" b="b"/>
              <a:pathLst>
                <a:path w="4332605" h="4595495">
                  <a:moveTo>
                    <a:pt x="0" y="2343101"/>
                  </a:moveTo>
                  <a:lnTo>
                    <a:pt x="4332006" y="4595492"/>
                  </a:lnTo>
                </a:path>
                <a:path w="4332605" h="4595495">
                  <a:moveTo>
                    <a:pt x="4332006" y="2197142"/>
                  </a:moveTo>
                  <a:lnTo>
                    <a:pt x="149073" y="0"/>
                  </a:lnTo>
                  <a:lnTo>
                    <a:pt x="0" y="2343101"/>
                  </a:lnTo>
                </a:path>
              </a:pathLst>
            </a:custGeom>
            <a:ln w="18962">
              <a:solidFill>
                <a:srgbClr val="FF6196"/>
              </a:solidFill>
            </a:ln>
          </p:spPr>
          <p:txBody>
            <a:bodyPr wrap="square" lIns="0" tIns="0" rIns="0" bIns="0" rtlCol="0"/>
            <a:lstStyle/>
            <a:p>
              <a:endParaRPr/>
            </a:p>
          </p:txBody>
        </p:sp>
        <p:sp>
          <p:nvSpPr>
            <p:cNvPr id="12" name="object 5">
              <a:extLst>
                <a:ext uri="{FF2B5EF4-FFF2-40B4-BE49-F238E27FC236}">
                  <a16:creationId xmlns:a16="http://schemas.microsoft.com/office/drawing/2014/main" id="{2734B5CF-10E2-0AFB-EA4E-1673608BFA24}"/>
                </a:ext>
              </a:extLst>
            </p:cNvPr>
            <p:cNvSpPr/>
            <p:nvPr/>
          </p:nvSpPr>
          <p:spPr>
            <a:xfrm>
              <a:off x="6843171" y="2880169"/>
              <a:ext cx="3718560" cy="3296285"/>
            </a:xfrm>
            <a:custGeom>
              <a:avLst/>
              <a:gdLst/>
              <a:ahLst/>
              <a:cxnLst/>
              <a:rect l="l" t="t" r="r" b="b"/>
              <a:pathLst>
                <a:path w="3718559" h="3296285">
                  <a:moveTo>
                    <a:pt x="2086596" y="0"/>
                  </a:moveTo>
                  <a:lnTo>
                    <a:pt x="0" y="2983008"/>
                  </a:lnTo>
                  <a:lnTo>
                    <a:pt x="1631699" y="3296161"/>
                  </a:lnTo>
                  <a:lnTo>
                    <a:pt x="3718200" y="313194"/>
                  </a:lnTo>
                  <a:lnTo>
                    <a:pt x="2086596" y="0"/>
                  </a:lnTo>
                  <a:close/>
                </a:path>
              </a:pathLst>
            </a:custGeom>
            <a:ln w="18962">
              <a:solidFill>
                <a:srgbClr val="FF6196"/>
              </a:solidFill>
            </a:ln>
          </p:spPr>
          <p:txBody>
            <a:bodyPr wrap="square" lIns="0" tIns="0" rIns="0" bIns="0" rtlCol="0"/>
            <a:lstStyle/>
            <a:p>
              <a:endParaRPr/>
            </a:p>
          </p:txBody>
        </p:sp>
      </p:grpSp>
      <p:sp>
        <p:nvSpPr>
          <p:cNvPr id="4" name="object 12">
            <a:extLst>
              <a:ext uri="{FF2B5EF4-FFF2-40B4-BE49-F238E27FC236}">
                <a16:creationId xmlns:a16="http://schemas.microsoft.com/office/drawing/2014/main" id="{AB432B6B-B4FB-FC09-9CDE-F1D56E511984}"/>
              </a:ext>
            </a:extLst>
          </p:cNvPr>
          <p:cNvSpPr txBox="1">
            <a:spLocks/>
          </p:cNvSpPr>
          <p:nvPr userDrawn="1"/>
        </p:nvSpPr>
        <p:spPr>
          <a:xfrm>
            <a:off x="288132" y="1642095"/>
            <a:ext cx="654025" cy="1538883"/>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sz="2600" b="1" kern="1200">
                <a:solidFill>
                  <a:schemeClr val="bg1"/>
                </a:solidFill>
                <a:latin typeface="Arial" panose="020B0604020202020204" pitchFamily="34" charset="0"/>
                <a:ea typeface="+mj-ea"/>
                <a:cs typeface="Arial" panose="020B0604020202020204" pitchFamily="34" charset="0"/>
              </a:defRPr>
            </a:lvl1pPr>
          </a:lstStyle>
          <a:p>
            <a:pPr marL="12700">
              <a:lnSpc>
                <a:spcPct val="100000"/>
              </a:lnSpc>
              <a:spcBef>
                <a:spcPts val="140"/>
              </a:spcBef>
              <a:tabLst>
                <a:tab pos="9925685" algn="l"/>
              </a:tabLst>
            </a:pPr>
            <a:r>
              <a:rPr lang="en-GB" sz="10000"/>
              <a:t>“</a:t>
            </a:r>
          </a:p>
        </p:txBody>
      </p:sp>
      <p:sp>
        <p:nvSpPr>
          <p:cNvPr id="6" name="Text Placeholder 5">
            <a:extLst>
              <a:ext uri="{FF2B5EF4-FFF2-40B4-BE49-F238E27FC236}">
                <a16:creationId xmlns:a16="http://schemas.microsoft.com/office/drawing/2014/main" id="{3606B65F-581D-D5A9-59B6-C552ABF69CDB}"/>
              </a:ext>
            </a:extLst>
          </p:cNvPr>
          <p:cNvSpPr>
            <a:spLocks noGrp="1"/>
          </p:cNvSpPr>
          <p:nvPr>
            <p:ph type="body" sz="quarter" idx="11" hasCustomPrompt="1"/>
          </p:nvPr>
        </p:nvSpPr>
        <p:spPr>
          <a:xfrm>
            <a:off x="857723" y="2609504"/>
            <a:ext cx="7426326" cy="2598117"/>
          </a:xfrm>
        </p:spPr>
        <p:txBody>
          <a:bodyPr>
            <a:normAutofit/>
          </a:bodyPr>
          <a:lstStyle>
            <a:lvl1pPr marL="0" indent="0">
              <a:buNone/>
              <a:defRPr sz="3600"/>
            </a:lvl1pPr>
          </a:lstStyle>
          <a:p>
            <a:pPr lvl="0"/>
            <a:r>
              <a:rPr lang="en-GB"/>
              <a:t>Delivering a streamlined reporting service that gives a direct and transparent view of the quality of our work, and creates value for customers and World Courier.</a:t>
            </a:r>
            <a:endParaRPr lang="en-US"/>
          </a:p>
        </p:txBody>
      </p:sp>
      <p:sp>
        <p:nvSpPr>
          <p:cNvPr id="13" name="Title 1">
            <a:extLst>
              <a:ext uri="{FF2B5EF4-FFF2-40B4-BE49-F238E27FC236}">
                <a16:creationId xmlns:a16="http://schemas.microsoft.com/office/drawing/2014/main" id="{FF63E76E-395A-FAA7-5830-77D4E7B59322}"/>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14" name="Text Placeholder 4">
            <a:extLst>
              <a:ext uri="{FF2B5EF4-FFF2-40B4-BE49-F238E27FC236}">
                <a16:creationId xmlns:a16="http://schemas.microsoft.com/office/drawing/2014/main" id="{0480C5E3-9738-AF69-964C-586C5CCA25A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6817408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160C7F-3E21-6602-9799-1D43D797C89F}"/>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A6B6BCD8-1A39-0611-98FD-FFF847660C5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337530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2.svg"/><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image" Target="../media/image1.svg"/><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theme" Target="../theme/theme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8" Type="http://schemas.openxmlformats.org/officeDocument/2006/relationships/slideLayout" Target="../slideLayouts/slideLayout26.xml"/><Relationship Id="rId3"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5.xml"/><Relationship Id="rId1" Type="http://schemas.openxmlformats.org/officeDocument/2006/relationships/slideLayout" Target="../slideLayouts/slideLayout54.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229A4E-DB65-446D-9634-A4520D14C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5A734-3203-4F73-A4EB-80311BE2EDC8}" type="datetime3">
              <a:rPr lang="en-US" smtClean="0"/>
              <a:t>7 May 2026</a:t>
            </a:fld>
            <a:endParaRPr lang="en-GB"/>
          </a:p>
        </p:txBody>
      </p:sp>
    </p:spTree>
    <p:extLst>
      <p:ext uri="{BB962C8B-B14F-4D97-AF65-F5344CB8AC3E}">
        <p14:creationId xmlns:p14="http://schemas.microsoft.com/office/powerpoint/2010/main" val="15829904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6" r:id="rId6"/>
    <p:sldLayoutId id="2147483677" r:id="rId7"/>
    <p:sldLayoutId id="2147483678" r:id="rId8"/>
    <p:sldLayoutId id="2147483680" r:id="rId9"/>
    <p:sldLayoutId id="2147483710" r:id="rId10"/>
  </p:sldLayoutIdLst>
  <p:hf sldNum="0" hdr="0" ftr="0"/>
  <p:txStyles>
    <p:titleStyle>
      <a:lvl1pPr algn="l" defTabSz="914400" rtl="0" eaLnBrk="1" latinLnBrk="0" hangingPunct="1">
        <a:lnSpc>
          <a:spcPct val="90000"/>
        </a:lnSpc>
        <a:spcBef>
          <a:spcPct val="0"/>
        </a:spcBef>
        <a:buNone/>
        <a:defRPr sz="40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bg object 18">
            <a:extLst>
              <a:ext uri="{FF2B5EF4-FFF2-40B4-BE49-F238E27FC236}">
                <a16:creationId xmlns:a16="http://schemas.microsoft.com/office/drawing/2014/main" id="{12F9AF8E-F443-9242-CE3B-F010F16832CE}"/>
              </a:ext>
            </a:extLst>
          </p:cNvPr>
          <p:cNvSpPr/>
          <p:nvPr userDrawn="1"/>
        </p:nvSpPr>
        <p:spPr>
          <a:xfrm>
            <a:off x="11307847" y="6413630"/>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4" name="TextBox 13">
            <a:extLst>
              <a:ext uri="{FF2B5EF4-FFF2-40B4-BE49-F238E27FC236}">
                <a16:creationId xmlns:a16="http://schemas.microsoft.com/office/drawing/2014/main" id="{E8D733C1-E61E-CFF1-452A-73029B0577D6}"/>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5" name="TextBox 14">
            <a:extLst>
              <a:ext uri="{FF2B5EF4-FFF2-40B4-BE49-F238E27FC236}">
                <a16:creationId xmlns:a16="http://schemas.microsoft.com/office/drawing/2014/main" id="{1B758F04-8CD8-E2F8-C107-75E95DDA898D}"/>
              </a:ext>
            </a:extLst>
          </p:cNvPr>
          <p:cNvSpPr txBox="1"/>
          <p:nvPr userDrawn="1"/>
        </p:nvSpPr>
        <p:spPr>
          <a:xfrm>
            <a:off x="11464173" y="6413630"/>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D9CDDFE7-CC48-8FE6-7550-23F59404E9A6}"/>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83908" y="6383663"/>
            <a:ext cx="739897" cy="245411"/>
          </a:xfrm>
          <a:prstGeom prst="rect">
            <a:avLst/>
          </a:prstGeom>
        </p:spPr>
      </p:pic>
    </p:spTree>
    <p:extLst>
      <p:ext uri="{BB962C8B-B14F-4D97-AF65-F5344CB8AC3E}">
        <p14:creationId xmlns:p14="http://schemas.microsoft.com/office/powerpoint/2010/main" val="84974861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95826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413631"/>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rgbClr val="1A0F5C"/>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2"/>
                </a:solidFill>
                <a:latin typeface="+mn-lt"/>
                <a:cs typeface="Arial" panose="020B0604020202020204" pitchFamily="34" charset="0"/>
              </a:rPr>
              <a:t>Circulation</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Limited</a:t>
            </a:r>
            <a:r>
              <a:rPr lang="en-GB" sz="800" spc="125">
                <a:solidFill>
                  <a:schemeClr val="bg2"/>
                </a:solidFill>
                <a:latin typeface="+mn-lt"/>
                <a:cs typeface="Arial" panose="020B0604020202020204" pitchFamily="34" charset="0"/>
              </a:rPr>
              <a:t> </a:t>
            </a:r>
            <a:r>
              <a:rPr lang="en-GB" sz="800">
                <a:solidFill>
                  <a:schemeClr val="bg2"/>
                </a:solidFill>
                <a:latin typeface="+mn-lt"/>
                <a:cs typeface="Arial" panose="020B0604020202020204" pitchFamily="34" charset="0"/>
              </a:rPr>
              <a:t>–</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413631"/>
            <a:ext cx="571500" cy="215444"/>
          </a:xfrm>
          <a:prstGeom prst="rect">
            <a:avLst/>
          </a:prstGeom>
          <a:noFill/>
        </p:spPr>
        <p:txBody>
          <a:bodyPr wrap="square" rtlCol="0">
            <a:spAutoFit/>
          </a:bodyPr>
          <a:lstStyle/>
          <a:p>
            <a:fld id="{5CAB9123-6C5D-6742-A884-75399720DA2F}" type="slidenum">
              <a:rPr lang="en-US" sz="800" smtClean="0">
                <a:solidFill>
                  <a:schemeClr val="bg1"/>
                </a:solidFill>
                <a:latin typeface="+mn-lt"/>
                <a:cs typeface="Arial" panose="020B0604020202020204" pitchFamily="34" charset="0"/>
              </a:rPr>
              <a:t>‹#›</a:t>
            </a:fld>
            <a:endParaRPr lang="en-US" sz="800">
              <a:solidFill>
                <a:schemeClr val="bg1"/>
              </a:solidFill>
              <a:latin typeface="+mn-lt"/>
              <a:cs typeface="Arial" panose="020B0604020202020204" pitchFamily="34" charset="0"/>
            </a:endParaRPr>
          </a:p>
        </p:txBody>
      </p:sp>
      <p:pic>
        <p:nvPicPr>
          <p:cNvPr id="14" name="Graphic 13">
            <a:extLst>
              <a:ext uri="{FF2B5EF4-FFF2-40B4-BE49-F238E27FC236}">
                <a16:creationId xmlns:a16="http://schemas.microsoft.com/office/drawing/2014/main" id="{A692409C-91D8-0F83-A79B-C4478236DAB9}"/>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383908" y="6383663"/>
            <a:ext cx="739897" cy="245411"/>
          </a:xfrm>
          <a:prstGeom prst="rect">
            <a:avLst/>
          </a:prstGeom>
        </p:spPr>
      </p:pic>
    </p:spTree>
    <p:extLst>
      <p:ext uri="{BB962C8B-B14F-4D97-AF65-F5344CB8AC3E}">
        <p14:creationId xmlns:p14="http://schemas.microsoft.com/office/powerpoint/2010/main" val="3097252474"/>
      </p:ext>
    </p:extLst>
  </p:cSld>
  <p:clrMap bg1="lt1" tx1="dk1" bg2="lt2" tx2="dk2" accent1="accent1" accent2="accent2" accent3="accent3" accent4="accent4" accent5="accent5" accent6="accent6" hlink="hlink" folHlink="folHlink"/>
  <p:sldLayoutIdLst>
    <p:sldLayoutId id="2147483664" r:id="rId1"/>
    <p:sldLayoutId id="2147483713" r:id="rId2"/>
    <p:sldLayoutId id="2147483663" r:id="rId3"/>
    <p:sldLayoutId id="2147483660" r:id="rId4"/>
    <p:sldLayoutId id="2147483724" r:id="rId5"/>
    <p:sldLayoutId id="2147483725" r:id="rId6"/>
    <p:sldLayoutId id="2147483723" r:id="rId7"/>
    <p:sldLayoutId id="2147483726" r:id="rId8"/>
    <p:sldLayoutId id="2147483727" r:id="rId9"/>
    <p:sldLayoutId id="2147483662" r:id="rId10"/>
    <p:sldLayoutId id="2147483721" r:id="rId11"/>
    <p:sldLayoutId id="2147483722" r:id="rId12"/>
    <p:sldLayoutId id="2147483661" r:id="rId13"/>
    <p:sldLayoutId id="2147483714" r:id="rId14"/>
    <p:sldLayoutId id="2147483715" r:id="rId15"/>
    <p:sldLayoutId id="2147483692" r:id="rId16"/>
    <p:sldLayoutId id="2147483717" r:id="rId17"/>
    <p:sldLayoutId id="2147483739" r:id="rId18"/>
    <p:sldLayoutId id="2147483718" r:id="rId19"/>
    <p:sldLayoutId id="2147483740" r:id="rId20"/>
    <p:sldLayoutId id="2147483719" r:id="rId21"/>
    <p:sldLayoutId id="2147483741" r:id="rId22"/>
    <p:sldLayoutId id="2147483720" r:id="rId23"/>
    <p:sldLayoutId id="2147483696" r:id="rId24"/>
    <p:sldLayoutId id="2147483711" r:id="rId25"/>
    <p:sldLayoutId id="2147483693" r:id="rId26"/>
    <p:sldLayoutId id="2147483694" r:id="rId27"/>
    <p:sldLayoutId id="2147483695" r:id="rId28"/>
    <p:sldLayoutId id="2147483698" r:id="rId29"/>
    <p:sldLayoutId id="2147483697" r:id="rId30"/>
    <p:sldLayoutId id="2147483681" r:id="rId31"/>
    <p:sldLayoutId id="2147483682" r:id="rId32"/>
    <p:sldLayoutId id="2147483683" r:id="rId33"/>
    <p:sldLayoutId id="2147483742" r:id="rId34"/>
    <p:sldLayoutId id="2147483743" r:id="rId35"/>
  </p:sldLayoutIdLst>
  <p:hf sldNum="0" hdr="0" ftr="0"/>
  <p:txStyles>
    <p:titleStyle>
      <a:lvl1pPr algn="l" defTabSz="914400" rtl="0" eaLnBrk="1" latinLnBrk="0" hangingPunct="1">
        <a:lnSpc>
          <a:spcPct val="90000"/>
        </a:lnSpc>
        <a:spcBef>
          <a:spcPct val="0"/>
        </a:spcBef>
        <a:buNone/>
        <a:defRPr sz="24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76" userDrawn="1">
          <p15:clr>
            <a:srgbClr val="F26B43"/>
          </p15:clr>
        </p15:guide>
        <p15:guide id="2" pos="240" userDrawn="1">
          <p15:clr>
            <a:srgbClr val="F26B43"/>
          </p15:clr>
        </p15:guide>
        <p15:guide id="3" pos="7450" userDrawn="1">
          <p15:clr>
            <a:srgbClr val="F26B43"/>
          </p15:clr>
        </p15:guide>
        <p15:guide id="4" orient="horz" pos="113" userDrawn="1">
          <p15:clr>
            <a:srgbClr val="F26B43"/>
          </p15:clr>
        </p15:guide>
        <p15:guide id="5" orient="horz" pos="731" userDrawn="1">
          <p15:clr>
            <a:srgbClr val="F26B43"/>
          </p15:clr>
        </p15:guide>
        <p15:guide id="6" orient="horz" pos="1094" userDrawn="1">
          <p15:clr>
            <a:srgbClr val="F26B43"/>
          </p15:clr>
        </p15:guide>
        <p15:guide id="7" orient="horz" pos="951" userDrawn="1">
          <p15:clr>
            <a:srgbClr val="F26B43"/>
          </p15:clr>
        </p15:guide>
        <p15:guide id="8" pos="3840" userDrawn="1">
          <p15:clr>
            <a:srgbClr val="F26B43"/>
          </p15:clr>
        </p15:guide>
        <p15:guide id="9" pos="3786" userDrawn="1">
          <p15:clr>
            <a:srgbClr val="F26B43"/>
          </p15:clr>
        </p15:guide>
        <p15:guide id="10" pos="39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mn-lt"/>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mn-lt"/>
                <a:cs typeface="Arial" panose="020B0604020202020204" pitchFamily="34" charset="0"/>
              </a:rPr>
              <a:t>‹#›</a:t>
            </a:fld>
            <a:endParaRPr lang="en-US" sz="800">
              <a:solidFill>
                <a:schemeClr val="tx1"/>
              </a:solidFill>
              <a:latin typeface="+mn-lt"/>
              <a:cs typeface="Arial" panose="020B0604020202020204" pitchFamily="34" charset="0"/>
            </a:endParaRPr>
          </a:p>
        </p:txBody>
      </p:sp>
      <p:pic>
        <p:nvPicPr>
          <p:cNvPr id="11" name="Graphic 10">
            <a:extLst>
              <a:ext uri="{FF2B5EF4-FFF2-40B4-BE49-F238E27FC236}">
                <a16:creationId xmlns:a16="http://schemas.microsoft.com/office/drawing/2014/main" id="{E85A8294-EEBA-598A-19E4-4C76B88DA20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3097163699"/>
      </p:ext>
    </p:extLst>
  </p:cSld>
  <p:clrMap bg1="lt1" tx1="dk1" bg2="lt2" tx2="dk2" accent1="accent1" accent2="accent2" accent3="accent3" accent4="accent4" accent5="accent5" accent6="accent6" hlink="hlink" folHlink="folHlink"/>
  <p:sldLayoutIdLst>
    <p:sldLayoutId id="2147483689" r:id="rId1"/>
    <p:sldLayoutId id="2147483691" r:id="rId2"/>
  </p:sldLayoutIdLst>
  <p:hf sldNum="0" hdr="0" ftr="0"/>
  <p:txStyles>
    <p:titleStyle>
      <a:lvl1pPr algn="l" defTabSz="914400" rtl="0" eaLnBrk="1" latinLnBrk="0" hangingPunct="1">
        <a:lnSpc>
          <a:spcPct val="90000"/>
        </a:lnSpc>
        <a:spcBef>
          <a:spcPct val="0"/>
        </a:spcBef>
        <a:buNone/>
        <a:defRPr sz="2400" b="1" kern="1200">
          <a:solidFill>
            <a:schemeClr val="bg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hyperlink" Target="http://twitter.cloudapp.net/phppgadmin/" TargetMode="External"/><Relationship Id="rId2" Type="http://schemas.openxmlformats.org/officeDocument/2006/relationships/hyperlink" Target="../../../2025_07%20DS%20&amp;%20Consulting%20Training/02.%20Scripts/170528%20Exemplar%20Outputs%20v2.xlsx" TargetMode="Externa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3" Type="http://schemas.openxmlformats.org/officeDocument/2006/relationships/hyperlink" Target="http://twitter.cloudapp.net/phppgadmin/" TargetMode="External"/><Relationship Id="rId2" Type="http://schemas.openxmlformats.org/officeDocument/2006/relationships/hyperlink" Target="../../../2025_07%20DS%20&amp;%20Consulting%20Training/02.%20Scripts/170528%20Exemplar%20Outputs%20v2.xlsx" TargetMode="Externa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hyperlink" Target="http://twitter.cloudapp.net/phppgadmin/" TargetMode="External"/><Relationship Id="rId2" Type="http://schemas.openxmlformats.org/officeDocument/2006/relationships/hyperlink" Target="file:///C:\Users\XinyuCai\AppData\Local\Microsoft\Windows\INetCache\02.%20Scripts\170528%20Exemplar%20Outputs%20v2.xlsx" TargetMode="Externa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p:txBody>
          <a:bodyPr/>
          <a:lstStyle/>
          <a:p>
            <a:r>
              <a:rPr lang="en-GB"/>
              <a:t>Slide Principles</a:t>
            </a:r>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8"/>
            <a:ext cx="3519877" cy="338554"/>
          </a:xfrm>
        </p:spPr>
        <p:txBody>
          <a:bodyPr/>
          <a:lstStyle/>
          <a:p>
            <a:r>
              <a:rPr lang="en-GB" dirty="0"/>
              <a:t>May 2026</a:t>
            </a:r>
          </a:p>
        </p:txBody>
      </p:sp>
    </p:spTree>
    <p:extLst>
      <p:ext uri="{BB962C8B-B14F-4D97-AF65-F5344CB8AC3E}">
        <p14:creationId xmlns:p14="http://schemas.microsoft.com/office/powerpoint/2010/main" val="366790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DEDC14F9-9BF3-A050-E275-E6B58DC139C8}"/>
              </a:ext>
            </a:extLst>
          </p:cNvPr>
          <p:cNvSpPr>
            <a:spLocks noGrp="1"/>
          </p:cNvSpPr>
          <p:nvPr>
            <p:ph type="title"/>
          </p:nvPr>
        </p:nvSpPr>
        <p:spPr/>
        <p:txBody>
          <a:bodyPr/>
          <a:lstStyle/>
          <a:p>
            <a:r>
              <a:rPr lang="en-GB" sz="2300"/>
              <a:t>Agenda</a:t>
            </a:r>
          </a:p>
        </p:txBody>
      </p:sp>
      <p:sp>
        <p:nvSpPr>
          <p:cNvPr id="47" name="Content Placeholder 5">
            <a:extLst>
              <a:ext uri="{FF2B5EF4-FFF2-40B4-BE49-F238E27FC236}">
                <a16:creationId xmlns:a16="http://schemas.microsoft.com/office/drawing/2014/main" id="{726D887F-1CB3-C827-479B-BDD411FDE540}"/>
              </a:ext>
            </a:extLst>
          </p:cNvPr>
          <p:cNvSpPr txBox="1">
            <a:spLocks/>
          </p:cNvSpPr>
          <p:nvPr/>
        </p:nvSpPr>
        <p:spPr>
          <a:xfrm>
            <a:off x="533400" y="17535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no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Basic principles for slide creation</a:t>
            </a:r>
          </a:p>
        </p:txBody>
      </p:sp>
      <p:sp>
        <p:nvSpPr>
          <p:cNvPr id="48" name="Text Placeholder 4">
            <a:extLst>
              <a:ext uri="{FF2B5EF4-FFF2-40B4-BE49-F238E27FC236}">
                <a16:creationId xmlns:a16="http://schemas.microsoft.com/office/drawing/2014/main" id="{631A7BFC-3A7E-B406-CE20-C9E01D5E85C3}"/>
              </a:ext>
            </a:extLst>
          </p:cNvPr>
          <p:cNvSpPr txBox="1">
            <a:spLocks/>
          </p:cNvSpPr>
          <p:nvPr/>
        </p:nvSpPr>
        <p:spPr>
          <a:xfrm>
            <a:off x="739506" y="1669200"/>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1</a:t>
            </a:r>
          </a:p>
        </p:txBody>
      </p:sp>
      <p:sp>
        <p:nvSpPr>
          <p:cNvPr id="49" name="Text Placeholder 7">
            <a:extLst>
              <a:ext uri="{FF2B5EF4-FFF2-40B4-BE49-F238E27FC236}">
                <a16:creationId xmlns:a16="http://schemas.microsoft.com/office/drawing/2014/main" id="{2EE9A94E-FE80-F66E-9A82-687591A72D64}"/>
              </a:ext>
            </a:extLst>
          </p:cNvPr>
          <p:cNvSpPr txBox="1">
            <a:spLocks/>
          </p:cNvSpPr>
          <p:nvPr/>
        </p:nvSpPr>
        <p:spPr>
          <a:xfrm>
            <a:off x="739506" y="2355251"/>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2</a:t>
            </a:r>
          </a:p>
        </p:txBody>
      </p:sp>
      <p:sp>
        <p:nvSpPr>
          <p:cNvPr id="50" name="Content Placeholder 10">
            <a:extLst>
              <a:ext uri="{FF2B5EF4-FFF2-40B4-BE49-F238E27FC236}">
                <a16:creationId xmlns:a16="http://schemas.microsoft.com/office/drawing/2014/main" id="{CBFFB0BD-A54D-E03F-DABF-0C038007C5AE}"/>
              </a:ext>
            </a:extLst>
          </p:cNvPr>
          <p:cNvSpPr txBox="1">
            <a:spLocks/>
          </p:cNvSpPr>
          <p:nvPr/>
        </p:nvSpPr>
        <p:spPr>
          <a:xfrm>
            <a:off x="533400" y="3139830"/>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no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Introduction to charts</a:t>
            </a:r>
          </a:p>
        </p:txBody>
      </p:sp>
      <p:sp>
        <p:nvSpPr>
          <p:cNvPr id="51" name="Text Placeholder 8">
            <a:extLst>
              <a:ext uri="{FF2B5EF4-FFF2-40B4-BE49-F238E27FC236}">
                <a16:creationId xmlns:a16="http://schemas.microsoft.com/office/drawing/2014/main" id="{5F3D9EC4-38F9-3DA6-B50C-EA7D918E0AC8}"/>
              </a:ext>
            </a:extLst>
          </p:cNvPr>
          <p:cNvSpPr txBox="1">
            <a:spLocks/>
          </p:cNvSpPr>
          <p:nvPr/>
        </p:nvSpPr>
        <p:spPr>
          <a:xfrm>
            <a:off x="739506" y="3048390"/>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3</a:t>
            </a:r>
          </a:p>
        </p:txBody>
      </p:sp>
      <p:sp>
        <p:nvSpPr>
          <p:cNvPr id="52" name="Content Placeholder 11">
            <a:extLst>
              <a:ext uri="{FF2B5EF4-FFF2-40B4-BE49-F238E27FC236}">
                <a16:creationId xmlns:a16="http://schemas.microsoft.com/office/drawing/2014/main" id="{47685D2A-655A-1642-1884-9E02ACE39BDC}"/>
              </a:ext>
            </a:extLst>
          </p:cNvPr>
          <p:cNvSpPr txBox="1">
            <a:spLocks/>
          </p:cNvSpPr>
          <p:nvPr/>
        </p:nvSpPr>
        <p:spPr>
          <a:xfrm>
            <a:off x="533400" y="3832969"/>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no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Introduction to skeleton decks</a:t>
            </a:r>
          </a:p>
        </p:txBody>
      </p:sp>
      <p:sp>
        <p:nvSpPr>
          <p:cNvPr id="53" name="Text Placeholder 9">
            <a:extLst>
              <a:ext uri="{FF2B5EF4-FFF2-40B4-BE49-F238E27FC236}">
                <a16:creationId xmlns:a16="http://schemas.microsoft.com/office/drawing/2014/main" id="{396F8857-8ED4-D4E6-D5E3-1B187582C045}"/>
              </a:ext>
            </a:extLst>
          </p:cNvPr>
          <p:cNvSpPr txBox="1">
            <a:spLocks/>
          </p:cNvSpPr>
          <p:nvPr/>
        </p:nvSpPr>
        <p:spPr>
          <a:xfrm>
            <a:off x="739506" y="3741529"/>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4</a:t>
            </a:r>
          </a:p>
        </p:txBody>
      </p:sp>
      <p:sp>
        <p:nvSpPr>
          <p:cNvPr id="54" name="Content Placeholder 6">
            <a:extLst>
              <a:ext uri="{FF2B5EF4-FFF2-40B4-BE49-F238E27FC236}">
                <a16:creationId xmlns:a16="http://schemas.microsoft.com/office/drawing/2014/main" id="{0FD82576-9667-6FA5-2CDB-AA1B2EBABAC1}"/>
              </a:ext>
            </a:extLst>
          </p:cNvPr>
          <p:cNvSpPr txBox="1">
            <a:spLocks/>
          </p:cNvSpPr>
          <p:nvPr/>
        </p:nvSpPr>
        <p:spPr>
          <a:xfrm>
            <a:off x="533400" y="24466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no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Introduction to straplines</a:t>
            </a:r>
          </a:p>
        </p:txBody>
      </p:sp>
      <p:sp>
        <p:nvSpPr>
          <p:cNvPr id="55" name="Content Placeholder 11">
            <a:extLst>
              <a:ext uri="{FF2B5EF4-FFF2-40B4-BE49-F238E27FC236}">
                <a16:creationId xmlns:a16="http://schemas.microsoft.com/office/drawing/2014/main" id="{23C7A3AD-807E-ED42-A073-CA7764E086FA}"/>
              </a:ext>
            </a:extLst>
          </p:cNvPr>
          <p:cNvSpPr txBox="1">
            <a:spLocks/>
          </p:cNvSpPr>
          <p:nvPr/>
        </p:nvSpPr>
        <p:spPr>
          <a:xfrm>
            <a:off x="533400" y="4526108"/>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no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Introduction to executive summaries</a:t>
            </a:r>
          </a:p>
        </p:txBody>
      </p:sp>
      <p:sp>
        <p:nvSpPr>
          <p:cNvPr id="56" name="Text Placeholder 9">
            <a:extLst>
              <a:ext uri="{FF2B5EF4-FFF2-40B4-BE49-F238E27FC236}">
                <a16:creationId xmlns:a16="http://schemas.microsoft.com/office/drawing/2014/main" id="{051131FF-774F-27CF-F409-4AFD2DC6B8FB}"/>
              </a:ext>
            </a:extLst>
          </p:cNvPr>
          <p:cNvSpPr txBox="1">
            <a:spLocks/>
          </p:cNvSpPr>
          <p:nvPr/>
        </p:nvSpPr>
        <p:spPr>
          <a:xfrm>
            <a:off x="739506" y="4434668"/>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5</a:t>
            </a:r>
          </a:p>
        </p:txBody>
      </p:sp>
    </p:spTree>
    <p:extLst>
      <p:ext uri="{BB962C8B-B14F-4D97-AF65-F5344CB8AC3E}">
        <p14:creationId xmlns:p14="http://schemas.microsoft.com/office/powerpoint/2010/main" val="265087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D65F6B8-58AA-3E94-6679-5015032D91E9}"/>
              </a:ext>
            </a:extLst>
          </p:cNvPr>
          <p:cNvSpPr>
            <a:spLocks noGrp="1"/>
          </p:cNvSpPr>
          <p:nvPr>
            <p:ph type="body" sz="quarter" idx="10"/>
          </p:nvPr>
        </p:nvSpPr>
        <p:spPr/>
        <p:txBody>
          <a:bodyPr/>
          <a:lstStyle/>
          <a:p>
            <a:r>
              <a:rPr lang="en-GB"/>
              <a:t>Slide content</a:t>
            </a:r>
          </a:p>
        </p:txBody>
      </p:sp>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p:txBody>
          <a:bodyPr/>
          <a:lstStyle/>
          <a:p>
            <a:r>
              <a:rPr lang="en-GB" sz="2300"/>
              <a:t>A slide should have one clear message that can be immediately understood</a:t>
            </a:r>
          </a:p>
        </p:txBody>
      </p:sp>
      <p:grpSp>
        <p:nvGrpSpPr>
          <p:cNvPr id="67" name="Group 66">
            <a:extLst>
              <a:ext uri="{FF2B5EF4-FFF2-40B4-BE49-F238E27FC236}">
                <a16:creationId xmlns:a16="http://schemas.microsoft.com/office/drawing/2014/main" id="{F1C168AE-0351-93C9-FFEF-9611C39B159D}"/>
              </a:ext>
            </a:extLst>
          </p:cNvPr>
          <p:cNvGrpSpPr/>
          <p:nvPr/>
        </p:nvGrpSpPr>
        <p:grpSpPr>
          <a:xfrm>
            <a:off x="793541" y="3014991"/>
            <a:ext cx="10777510" cy="633789"/>
            <a:chOff x="793541" y="3018630"/>
            <a:chExt cx="10777510" cy="633789"/>
          </a:xfrm>
        </p:grpSpPr>
        <p:sp>
          <p:nvSpPr>
            <p:cNvPr id="15" name="Rectangle 14">
              <a:extLst>
                <a:ext uri="{FF2B5EF4-FFF2-40B4-BE49-F238E27FC236}">
                  <a16:creationId xmlns:a16="http://schemas.microsoft.com/office/drawing/2014/main" id="{D8561262-AD83-66AF-B2D0-1CDD63CB9E7B}"/>
                </a:ext>
              </a:extLst>
            </p:cNvPr>
            <p:cNvSpPr/>
            <p:nvPr/>
          </p:nvSpPr>
          <p:spPr>
            <a:xfrm>
              <a:off x="1406969" y="3071059"/>
              <a:ext cx="10164082" cy="5289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a:solidFill>
                    <a:schemeClr val="bg2"/>
                  </a:solidFill>
                  <a:cs typeface="Arial" panose="020B0604020202020204" pitchFamily="34" charset="0"/>
                </a:rPr>
                <a:t>Content that </a:t>
              </a:r>
              <a:r>
                <a:rPr lang="en-GB" sz="1400" b="1">
                  <a:solidFill>
                    <a:schemeClr val="bg2"/>
                  </a:solidFill>
                  <a:cs typeface="Arial" panose="020B0604020202020204" pitchFamily="34" charset="0"/>
                </a:rPr>
                <a:t>reinforces the message</a:t>
              </a:r>
              <a:r>
                <a:rPr lang="en-GB" sz="1400">
                  <a:solidFill>
                    <a:schemeClr val="bg2"/>
                  </a:solidFill>
                  <a:cs typeface="Arial" panose="020B0604020202020204" pitchFamily="34" charset="0"/>
                </a:rPr>
                <a:t>, and nothing else!</a:t>
              </a:r>
            </a:p>
          </p:txBody>
        </p:sp>
        <p:grpSp>
          <p:nvGrpSpPr>
            <p:cNvPr id="2" name="Group 1">
              <a:extLst>
                <a:ext uri="{FF2B5EF4-FFF2-40B4-BE49-F238E27FC236}">
                  <a16:creationId xmlns:a16="http://schemas.microsoft.com/office/drawing/2014/main" id="{07A31E56-173C-5A5A-67F8-7472DBCA937C}"/>
                </a:ext>
              </a:extLst>
            </p:cNvPr>
            <p:cNvGrpSpPr/>
            <p:nvPr/>
          </p:nvGrpSpPr>
          <p:grpSpPr>
            <a:xfrm>
              <a:off x="793541" y="3018630"/>
              <a:ext cx="516122" cy="633789"/>
              <a:chOff x="1238916" y="3535771"/>
              <a:chExt cx="516122" cy="633789"/>
            </a:xfrm>
          </p:grpSpPr>
          <p:grpSp>
            <p:nvGrpSpPr>
              <p:cNvPr id="3" name="Group 2">
                <a:extLst>
                  <a:ext uri="{FF2B5EF4-FFF2-40B4-BE49-F238E27FC236}">
                    <a16:creationId xmlns:a16="http://schemas.microsoft.com/office/drawing/2014/main" id="{A8B36B7E-5738-643D-7ED3-00596F983740}"/>
                  </a:ext>
                </a:extLst>
              </p:cNvPr>
              <p:cNvGrpSpPr/>
              <p:nvPr/>
            </p:nvGrpSpPr>
            <p:grpSpPr>
              <a:xfrm rot="1800000">
                <a:off x="1329109" y="3604445"/>
                <a:ext cx="425018" cy="457992"/>
                <a:chOff x="4610100" y="1828800"/>
                <a:chExt cx="2971837" cy="3202415"/>
              </a:xfrm>
            </p:grpSpPr>
            <p:sp>
              <p:nvSpPr>
                <p:cNvPr id="14" name="Freeform: Shape 13">
                  <a:extLst>
                    <a:ext uri="{FF2B5EF4-FFF2-40B4-BE49-F238E27FC236}">
                      <a16:creationId xmlns:a16="http://schemas.microsoft.com/office/drawing/2014/main" id="{41A0BA6E-5F4E-72ED-78E4-B353180457EC}"/>
                    </a:ext>
                  </a:extLst>
                </p:cNvPr>
                <p:cNvSpPr/>
                <p:nvPr/>
              </p:nvSpPr>
              <p:spPr>
                <a:xfrm>
                  <a:off x="4610100" y="1828800"/>
                  <a:ext cx="2971837" cy="3202415"/>
                </a:xfrm>
                <a:custGeom>
                  <a:avLst/>
                  <a:gdLst>
                    <a:gd name="connsiteX0" fmla="*/ 0 w 2971837"/>
                    <a:gd name="connsiteY0" fmla="*/ 1769364 h 3202415"/>
                    <a:gd name="connsiteX1" fmla="*/ 0 w 2971837"/>
                    <a:gd name="connsiteY1" fmla="*/ 1094423 h 3202415"/>
                    <a:gd name="connsiteX2" fmla="*/ 1238 w 2971837"/>
                    <a:gd name="connsiteY2" fmla="*/ 1091660 h 3202415"/>
                    <a:gd name="connsiteX3" fmla="*/ 80010 w 2971837"/>
                    <a:gd name="connsiteY3" fmla="*/ 1028319 h 3202415"/>
                    <a:gd name="connsiteX4" fmla="*/ 630269 w 2971837"/>
                    <a:gd name="connsiteY4" fmla="*/ 1028605 h 3202415"/>
                    <a:gd name="connsiteX5" fmla="*/ 644366 w 2971837"/>
                    <a:gd name="connsiteY5" fmla="*/ 1028605 h 3202415"/>
                    <a:gd name="connsiteX6" fmla="*/ 644366 w 2971837"/>
                    <a:gd name="connsiteY6" fmla="*/ 1012888 h 3202415"/>
                    <a:gd name="connsiteX7" fmla="*/ 644462 w 2971837"/>
                    <a:gd name="connsiteY7" fmla="*/ 86678 h 3202415"/>
                    <a:gd name="connsiteX8" fmla="*/ 647510 w 2971837"/>
                    <a:gd name="connsiteY8" fmla="*/ 55912 h 3202415"/>
                    <a:gd name="connsiteX9" fmla="*/ 724090 w 2971837"/>
                    <a:gd name="connsiteY9" fmla="*/ 95 h 3202415"/>
                    <a:gd name="connsiteX10" fmla="*/ 2398871 w 2971837"/>
                    <a:gd name="connsiteY10" fmla="*/ 0 h 3202415"/>
                    <a:gd name="connsiteX11" fmla="*/ 2460974 w 2971837"/>
                    <a:gd name="connsiteY11" fmla="*/ 25718 h 3202415"/>
                    <a:gd name="connsiteX12" fmla="*/ 2944845 w 2971837"/>
                    <a:gd name="connsiteY12" fmla="*/ 509492 h 3202415"/>
                    <a:gd name="connsiteX13" fmla="*/ 2971800 w 2971837"/>
                    <a:gd name="connsiteY13" fmla="*/ 574262 h 3202415"/>
                    <a:gd name="connsiteX14" fmla="*/ 2971610 w 2971837"/>
                    <a:gd name="connsiteY14" fmla="*/ 3120295 h 3202415"/>
                    <a:gd name="connsiteX15" fmla="*/ 2971514 w 2971837"/>
                    <a:gd name="connsiteY15" fmla="*/ 3128582 h 3202415"/>
                    <a:gd name="connsiteX16" fmla="*/ 2961513 w 2971837"/>
                    <a:gd name="connsiteY16" fmla="*/ 3164015 h 3202415"/>
                    <a:gd name="connsiteX17" fmla="*/ 2890933 w 2971837"/>
                    <a:gd name="connsiteY17" fmla="*/ 3202400 h 3202415"/>
                    <a:gd name="connsiteX18" fmla="*/ 1150811 w 2971837"/>
                    <a:gd name="connsiteY18" fmla="*/ 3202400 h 3202415"/>
                    <a:gd name="connsiteX19" fmla="*/ 724090 w 2971837"/>
                    <a:gd name="connsiteY19" fmla="*/ 3202210 h 3202415"/>
                    <a:gd name="connsiteX20" fmla="*/ 692753 w 2971837"/>
                    <a:gd name="connsiteY20" fmla="*/ 3196876 h 3202415"/>
                    <a:gd name="connsiteX21" fmla="*/ 644462 w 2971837"/>
                    <a:gd name="connsiteY21" fmla="*/ 3121057 h 3202415"/>
                    <a:gd name="connsiteX22" fmla="*/ 645128 w 2971837"/>
                    <a:gd name="connsiteY22" fmla="*/ 2763870 h 3202415"/>
                    <a:gd name="connsiteX23" fmla="*/ 617982 w 2971837"/>
                    <a:gd name="connsiteY23" fmla="*/ 2711577 h 3202415"/>
                    <a:gd name="connsiteX24" fmla="*/ 327279 w 2971837"/>
                    <a:gd name="connsiteY24" fmla="*/ 2458403 h 3202415"/>
                    <a:gd name="connsiteX25" fmla="*/ 202883 w 2971837"/>
                    <a:gd name="connsiteY25" fmla="*/ 2307241 h 3202415"/>
                    <a:gd name="connsiteX26" fmla="*/ 72676 w 2971837"/>
                    <a:gd name="connsiteY26" fmla="*/ 2077974 h 3202415"/>
                    <a:gd name="connsiteX27" fmla="*/ 6477 w 2971837"/>
                    <a:gd name="connsiteY27" fmla="*/ 1833277 h 3202415"/>
                    <a:gd name="connsiteX28" fmla="*/ 191 w 2971837"/>
                    <a:gd name="connsiteY28" fmla="*/ 1769459 h 3202415"/>
                    <a:gd name="connsiteX29" fmla="*/ 795242 w 2971837"/>
                    <a:gd name="connsiteY29" fmla="*/ 1028129 h 3202415"/>
                    <a:gd name="connsiteX30" fmla="*/ 807815 w 2971837"/>
                    <a:gd name="connsiteY30" fmla="*/ 1028129 h 3202415"/>
                    <a:gd name="connsiteX31" fmla="*/ 1357027 w 2971837"/>
                    <a:gd name="connsiteY31" fmla="*/ 1028129 h 3202415"/>
                    <a:gd name="connsiteX32" fmla="*/ 1438466 w 2971837"/>
                    <a:gd name="connsiteY32" fmla="*/ 1109377 h 3202415"/>
                    <a:gd name="connsiteX33" fmla="*/ 1438466 w 2971837"/>
                    <a:gd name="connsiteY33" fmla="*/ 1737551 h 3202415"/>
                    <a:gd name="connsiteX34" fmla="*/ 1419320 w 2971837"/>
                    <a:gd name="connsiteY34" fmla="*/ 1911477 h 3202415"/>
                    <a:gd name="connsiteX35" fmla="*/ 1316260 w 2971837"/>
                    <a:gd name="connsiteY35" fmla="*/ 2180273 h 3202415"/>
                    <a:gd name="connsiteX36" fmla="*/ 1175671 w 2971837"/>
                    <a:gd name="connsiteY36" fmla="*/ 2385251 h 3202415"/>
                    <a:gd name="connsiteX37" fmla="*/ 1031748 w 2971837"/>
                    <a:gd name="connsiteY37" fmla="*/ 2538698 h 3202415"/>
                    <a:gd name="connsiteX38" fmla="*/ 801719 w 2971837"/>
                    <a:gd name="connsiteY38" fmla="*/ 2725198 h 3202415"/>
                    <a:gd name="connsiteX39" fmla="*/ 793813 w 2971837"/>
                    <a:gd name="connsiteY39" fmla="*/ 2740438 h 3202415"/>
                    <a:gd name="connsiteX40" fmla="*/ 793813 w 2971837"/>
                    <a:gd name="connsiteY40" fmla="*/ 3040475 h 3202415"/>
                    <a:gd name="connsiteX41" fmla="*/ 806672 w 2971837"/>
                    <a:gd name="connsiteY41" fmla="*/ 3052953 h 3202415"/>
                    <a:gd name="connsiteX42" fmla="*/ 2809589 w 2971837"/>
                    <a:gd name="connsiteY42" fmla="*/ 3052763 h 3202415"/>
                    <a:gd name="connsiteX43" fmla="*/ 2821686 w 2971837"/>
                    <a:gd name="connsiteY43" fmla="*/ 3052763 h 3202415"/>
                    <a:gd name="connsiteX44" fmla="*/ 2821686 w 2971837"/>
                    <a:gd name="connsiteY44" fmla="*/ 3039142 h 3202415"/>
                    <a:gd name="connsiteX45" fmla="*/ 2821686 w 2971837"/>
                    <a:gd name="connsiteY45" fmla="*/ 656082 h 3202415"/>
                    <a:gd name="connsiteX46" fmla="*/ 2807494 w 2971837"/>
                    <a:gd name="connsiteY46" fmla="*/ 642271 h 3202415"/>
                    <a:gd name="connsiteX47" fmla="*/ 2404586 w 2971837"/>
                    <a:gd name="connsiteY47" fmla="*/ 642271 h 3202415"/>
                    <a:gd name="connsiteX48" fmla="*/ 2342864 w 2971837"/>
                    <a:gd name="connsiteY48" fmla="*/ 610267 h 3202415"/>
                    <a:gd name="connsiteX49" fmla="*/ 2329434 w 2971837"/>
                    <a:gd name="connsiteY49" fmla="*/ 559118 h 3202415"/>
                    <a:gd name="connsiteX50" fmla="*/ 2329434 w 2971837"/>
                    <a:gd name="connsiteY50" fmla="*/ 164497 h 3202415"/>
                    <a:gd name="connsiteX51" fmla="*/ 2328767 w 2971837"/>
                    <a:gd name="connsiteY51" fmla="*/ 150114 h 3202415"/>
                    <a:gd name="connsiteX52" fmla="*/ 795242 w 2971837"/>
                    <a:gd name="connsiteY52" fmla="*/ 150114 h 3202415"/>
                    <a:gd name="connsiteX53" fmla="*/ 795242 w 2971837"/>
                    <a:gd name="connsiteY53" fmla="*/ 1028129 h 3202415"/>
                    <a:gd name="connsiteX54" fmla="*/ 719900 w 2971837"/>
                    <a:gd name="connsiteY54" fmla="*/ 1177576 h 3202415"/>
                    <a:gd name="connsiteX55" fmla="*/ 163354 w 2971837"/>
                    <a:gd name="connsiteY55" fmla="*/ 1177576 h 3202415"/>
                    <a:gd name="connsiteX56" fmla="*/ 149543 w 2971837"/>
                    <a:gd name="connsiteY56" fmla="*/ 1190720 h 3202415"/>
                    <a:gd name="connsiteX57" fmla="*/ 150019 w 2971837"/>
                    <a:gd name="connsiteY57" fmla="*/ 1736884 h 3202415"/>
                    <a:gd name="connsiteX58" fmla="*/ 160496 w 2971837"/>
                    <a:gd name="connsiteY58" fmla="*/ 1854422 h 3202415"/>
                    <a:gd name="connsiteX59" fmla="*/ 258318 w 2971837"/>
                    <a:gd name="connsiteY59" fmla="*/ 2120075 h 3202415"/>
                    <a:gd name="connsiteX60" fmla="*/ 442722 w 2971837"/>
                    <a:gd name="connsiteY60" fmla="*/ 2365534 h 3202415"/>
                    <a:gd name="connsiteX61" fmla="*/ 709327 w 2971837"/>
                    <a:gd name="connsiteY61" fmla="*/ 2594801 h 3202415"/>
                    <a:gd name="connsiteX62" fmla="*/ 729806 w 2971837"/>
                    <a:gd name="connsiteY62" fmla="*/ 2594324 h 3202415"/>
                    <a:gd name="connsiteX63" fmla="*/ 854393 w 2971837"/>
                    <a:gd name="connsiteY63" fmla="*/ 2498027 h 3202415"/>
                    <a:gd name="connsiteX64" fmla="*/ 1070801 w 2971837"/>
                    <a:gd name="connsiteY64" fmla="*/ 2279714 h 3202415"/>
                    <a:gd name="connsiteX65" fmla="*/ 1233107 w 2971837"/>
                    <a:gd name="connsiteY65" fmla="*/ 2010823 h 3202415"/>
                    <a:gd name="connsiteX66" fmla="*/ 1288828 w 2971837"/>
                    <a:gd name="connsiteY66" fmla="*/ 1740313 h 3202415"/>
                    <a:gd name="connsiteX67" fmla="*/ 1289018 w 2971837"/>
                    <a:gd name="connsiteY67" fmla="*/ 1191006 h 3202415"/>
                    <a:gd name="connsiteX68" fmla="*/ 1275398 w 2971837"/>
                    <a:gd name="connsiteY68" fmla="*/ 1177576 h 3202415"/>
                    <a:gd name="connsiteX69" fmla="*/ 719900 w 2971837"/>
                    <a:gd name="connsiteY69" fmla="*/ 1177576 h 3202415"/>
                    <a:gd name="connsiteX70" fmla="*/ 2480024 w 2971837"/>
                    <a:gd name="connsiteY70" fmla="*/ 492824 h 3202415"/>
                    <a:gd name="connsiteX71" fmla="*/ 2712720 w 2971837"/>
                    <a:gd name="connsiteY71" fmla="*/ 492824 h 3202415"/>
                    <a:gd name="connsiteX72" fmla="*/ 2480024 w 2971837"/>
                    <a:gd name="connsiteY72" fmla="*/ 262223 h 3202415"/>
                    <a:gd name="connsiteX73" fmla="*/ 2480024 w 2971837"/>
                    <a:gd name="connsiteY73" fmla="*/ 492824 h 320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71837" h="3202415">
                      <a:moveTo>
                        <a:pt x="0" y="1769364"/>
                      </a:moveTo>
                      <a:cubicBezTo>
                        <a:pt x="0" y="1544384"/>
                        <a:pt x="0" y="1319403"/>
                        <a:pt x="0" y="1094423"/>
                      </a:cubicBezTo>
                      <a:cubicBezTo>
                        <a:pt x="476" y="1093470"/>
                        <a:pt x="1143" y="1092613"/>
                        <a:pt x="1238" y="1091660"/>
                      </a:cubicBezTo>
                      <a:cubicBezTo>
                        <a:pt x="6763" y="1053084"/>
                        <a:pt x="41624" y="1028129"/>
                        <a:pt x="80010" y="1028319"/>
                      </a:cubicBezTo>
                      <a:cubicBezTo>
                        <a:pt x="263462" y="1028986"/>
                        <a:pt x="446913" y="1028605"/>
                        <a:pt x="630269" y="1028605"/>
                      </a:cubicBezTo>
                      <a:lnTo>
                        <a:pt x="644366" y="1028605"/>
                      </a:lnTo>
                      <a:lnTo>
                        <a:pt x="644366" y="1012888"/>
                      </a:lnTo>
                      <a:cubicBezTo>
                        <a:pt x="644366" y="704183"/>
                        <a:pt x="644366" y="395383"/>
                        <a:pt x="644462" y="86678"/>
                      </a:cubicBezTo>
                      <a:cubicBezTo>
                        <a:pt x="644462" y="76391"/>
                        <a:pt x="644843" y="65723"/>
                        <a:pt x="647510" y="55912"/>
                      </a:cubicBezTo>
                      <a:cubicBezTo>
                        <a:pt x="656939" y="20669"/>
                        <a:pt x="685800" y="95"/>
                        <a:pt x="724090" y="95"/>
                      </a:cubicBezTo>
                      <a:cubicBezTo>
                        <a:pt x="1282351" y="95"/>
                        <a:pt x="1840611" y="95"/>
                        <a:pt x="2398871" y="0"/>
                      </a:cubicBezTo>
                      <a:cubicBezTo>
                        <a:pt x="2423446" y="0"/>
                        <a:pt x="2443639" y="8382"/>
                        <a:pt x="2460974" y="25718"/>
                      </a:cubicBezTo>
                      <a:cubicBezTo>
                        <a:pt x="2622137" y="187071"/>
                        <a:pt x="2783396" y="348425"/>
                        <a:pt x="2944845" y="509492"/>
                      </a:cubicBezTo>
                      <a:cubicBezTo>
                        <a:pt x="2963037" y="527685"/>
                        <a:pt x="2971800" y="548450"/>
                        <a:pt x="2971800" y="574262"/>
                      </a:cubicBezTo>
                      <a:cubicBezTo>
                        <a:pt x="2971610" y="1422940"/>
                        <a:pt x="2971610" y="2271617"/>
                        <a:pt x="2971610" y="3120295"/>
                      </a:cubicBezTo>
                      <a:cubicBezTo>
                        <a:pt x="2971610" y="3123057"/>
                        <a:pt x="2972181" y="3126010"/>
                        <a:pt x="2971514" y="3128582"/>
                      </a:cubicBezTo>
                      <a:cubicBezTo>
                        <a:pt x="2968466" y="3140488"/>
                        <a:pt x="2967228" y="3153442"/>
                        <a:pt x="2961513" y="3164015"/>
                      </a:cubicBezTo>
                      <a:cubicBezTo>
                        <a:pt x="2946654" y="3191447"/>
                        <a:pt x="2921699" y="3202400"/>
                        <a:pt x="2890933" y="3202400"/>
                      </a:cubicBezTo>
                      <a:cubicBezTo>
                        <a:pt x="2310860" y="3202305"/>
                        <a:pt x="1730788" y="3202400"/>
                        <a:pt x="1150811" y="3202400"/>
                      </a:cubicBezTo>
                      <a:cubicBezTo>
                        <a:pt x="1008602" y="3202400"/>
                        <a:pt x="866299" y="3202496"/>
                        <a:pt x="724090" y="3202210"/>
                      </a:cubicBezTo>
                      <a:cubicBezTo>
                        <a:pt x="713613" y="3202210"/>
                        <a:pt x="702374" y="3200686"/>
                        <a:pt x="692753" y="3196876"/>
                      </a:cubicBezTo>
                      <a:cubicBezTo>
                        <a:pt x="658940" y="3183350"/>
                        <a:pt x="644462" y="3156680"/>
                        <a:pt x="644462" y="3121057"/>
                      </a:cubicBezTo>
                      <a:cubicBezTo>
                        <a:pt x="644462" y="3001995"/>
                        <a:pt x="643604" y="2882932"/>
                        <a:pt x="645128" y="2763870"/>
                      </a:cubicBezTo>
                      <a:cubicBezTo>
                        <a:pt x="645414" y="2739295"/>
                        <a:pt x="637985" y="2725484"/>
                        <a:pt x="617982" y="2711577"/>
                      </a:cubicBezTo>
                      <a:cubicBezTo>
                        <a:pt x="511969" y="2637758"/>
                        <a:pt x="415385" y="2552891"/>
                        <a:pt x="327279" y="2458403"/>
                      </a:cubicBezTo>
                      <a:cubicBezTo>
                        <a:pt x="282702" y="2410587"/>
                        <a:pt x="240887" y="2360390"/>
                        <a:pt x="202883" y="2307241"/>
                      </a:cubicBezTo>
                      <a:cubicBezTo>
                        <a:pt x="151448" y="2235422"/>
                        <a:pt x="107061" y="2159508"/>
                        <a:pt x="72676" y="2077974"/>
                      </a:cubicBezTo>
                      <a:cubicBezTo>
                        <a:pt x="39529" y="1999393"/>
                        <a:pt x="16383" y="1918145"/>
                        <a:pt x="6477" y="1833277"/>
                      </a:cubicBezTo>
                      <a:cubicBezTo>
                        <a:pt x="4000" y="1812036"/>
                        <a:pt x="2286" y="1790795"/>
                        <a:pt x="191" y="1769459"/>
                      </a:cubicBezTo>
                      <a:close/>
                      <a:moveTo>
                        <a:pt x="795242" y="1028129"/>
                      </a:moveTo>
                      <a:lnTo>
                        <a:pt x="807815" y="1028129"/>
                      </a:lnTo>
                      <a:cubicBezTo>
                        <a:pt x="990886" y="1028129"/>
                        <a:pt x="1173956" y="1028129"/>
                        <a:pt x="1357027" y="1028129"/>
                      </a:cubicBezTo>
                      <a:cubicBezTo>
                        <a:pt x="1407319" y="1028129"/>
                        <a:pt x="1438466" y="1059180"/>
                        <a:pt x="1438466" y="1109377"/>
                      </a:cubicBezTo>
                      <a:cubicBezTo>
                        <a:pt x="1438466" y="1318736"/>
                        <a:pt x="1438561" y="1528191"/>
                        <a:pt x="1438466" y="1737551"/>
                      </a:cubicBezTo>
                      <a:cubicBezTo>
                        <a:pt x="1438466" y="1796129"/>
                        <a:pt x="1431703" y="1854137"/>
                        <a:pt x="1419320" y="1911477"/>
                      </a:cubicBezTo>
                      <a:cubicBezTo>
                        <a:pt x="1398746" y="2006346"/>
                        <a:pt x="1362932" y="2095405"/>
                        <a:pt x="1316260" y="2180273"/>
                      </a:cubicBezTo>
                      <a:cubicBezTo>
                        <a:pt x="1276160" y="2253234"/>
                        <a:pt x="1228630" y="2321243"/>
                        <a:pt x="1175671" y="2385251"/>
                      </a:cubicBezTo>
                      <a:cubicBezTo>
                        <a:pt x="1130903" y="2439353"/>
                        <a:pt x="1082897" y="2490407"/>
                        <a:pt x="1031748" y="2538698"/>
                      </a:cubicBezTo>
                      <a:cubicBezTo>
                        <a:pt x="959644" y="2606612"/>
                        <a:pt x="883063" y="2668905"/>
                        <a:pt x="801719" y="2725198"/>
                      </a:cubicBezTo>
                      <a:cubicBezTo>
                        <a:pt x="795814" y="2729294"/>
                        <a:pt x="793813" y="2733485"/>
                        <a:pt x="793813" y="2740438"/>
                      </a:cubicBezTo>
                      <a:cubicBezTo>
                        <a:pt x="794004" y="2840450"/>
                        <a:pt x="794099" y="2940463"/>
                        <a:pt x="793813" y="3040475"/>
                      </a:cubicBezTo>
                      <a:cubicBezTo>
                        <a:pt x="793813" y="3050667"/>
                        <a:pt x="796957" y="3052953"/>
                        <a:pt x="806672" y="3052953"/>
                      </a:cubicBezTo>
                      <a:cubicBezTo>
                        <a:pt x="1474280" y="3052763"/>
                        <a:pt x="2141887" y="3052763"/>
                        <a:pt x="2809589" y="3052763"/>
                      </a:cubicBezTo>
                      <a:lnTo>
                        <a:pt x="2821686" y="3052763"/>
                      </a:lnTo>
                      <a:lnTo>
                        <a:pt x="2821686" y="3039142"/>
                      </a:lnTo>
                      <a:cubicBezTo>
                        <a:pt x="2821686" y="2244757"/>
                        <a:pt x="2821686" y="1450467"/>
                        <a:pt x="2821686" y="656082"/>
                      </a:cubicBezTo>
                      <a:cubicBezTo>
                        <a:pt x="2821686" y="646874"/>
                        <a:pt x="2816952" y="642271"/>
                        <a:pt x="2807494" y="642271"/>
                      </a:cubicBezTo>
                      <a:cubicBezTo>
                        <a:pt x="2673191" y="642271"/>
                        <a:pt x="2538889" y="642271"/>
                        <a:pt x="2404586" y="642271"/>
                      </a:cubicBezTo>
                      <a:cubicBezTo>
                        <a:pt x="2378583" y="642271"/>
                        <a:pt x="2358295" y="631412"/>
                        <a:pt x="2342864" y="610267"/>
                      </a:cubicBezTo>
                      <a:cubicBezTo>
                        <a:pt x="2331625" y="594836"/>
                        <a:pt x="2329434" y="577406"/>
                        <a:pt x="2329434" y="559118"/>
                      </a:cubicBezTo>
                      <a:cubicBezTo>
                        <a:pt x="2329434" y="427577"/>
                        <a:pt x="2329434" y="296037"/>
                        <a:pt x="2329434" y="164497"/>
                      </a:cubicBezTo>
                      <a:cubicBezTo>
                        <a:pt x="2329434" y="159734"/>
                        <a:pt x="2328958" y="155067"/>
                        <a:pt x="2328767" y="150114"/>
                      </a:cubicBezTo>
                      <a:lnTo>
                        <a:pt x="795242" y="150114"/>
                      </a:lnTo>
                      <a:lnTo>
                        <a:pt x="795242" y="1028129"/>
                      </a:lnTo>
                      <a:close/>
                      <a:moveTo>
                        <a:pt x="719900" y="1177576"/>
                      </a:moveTo>
                      <a:cubicBezTo>
                        <a:pt x="534353" y="1177576"/>
                        <a:pt x="348901" y="1177576"/>
                        <a:pt x="163354" y="1177576"/>
                      </a:cubicBezTo>
                      <a:cubicBezTo>
                        <a:pt x="154210" y="1177576"/>
                        <a:pt x="149606" y="1181957"/>
                        <a:pt x="149543" y="1190720"/>
                      </a:cubicBezTo>
                      <a:cubicBezTo>
                        <a:pt x="149543" y="1372743"/>
                        <a:pt x="148971" y="1554861"/>
                        <a:pt x="150019" y="1736884"/>
                      </a:cubicBezTo>
                      <a:cubicBezTo>
                        <a:pt x="150209" y="1776127"/>
                        <a:pt x="154019" y="1815656"/>
                        <a:pt x="160496" y="1854422"/>
                      </a:cubicBezTo>
                      <a:cubicBezTo>
                        <a:pt x="176308" y="1948910"/>
                        <a:pt x="211169" y="2036826"/>
                        <a:pt x="258318" y="2120075"/>
                      </a:cubicBezTo>
                      <a:cubicBezTo>
                        <a:pt x="309182" y="2209895"/>
                        <a:pt x="371856" y="2290858"/>
                        <a:pt x="442722" y="2365534"/>
                      </a:cubicBezTo>
                      <a:cubicBezTo>
                        <a:pt x="523780" y="2450973"/>
                        <a:pt x="612934" y="2526983"/>
                        <a:pt x="709327" y="2594801"/>
                      </a:cubicBezTo>
                      <a:cubicBezTo>
                        <a:pt x="717613" y="2600611"/>
                        <a:pt x="722471" y="2599944"/>
                        <a:pt x="729806" y="2594324"/>
                      </a:cubicBezTo>
                      <a:cubicBezTo>
                        <a:pt x="771239" y="2562130"/>
                        <a:pt x="813911" y="2531364"/>
                        <a:pt x="854393" y="2498027"/>
                      </a:cubicBezTo>
                      <a:cubicBezTo>
                        <a:pt x="933831" y="2432685"/>
                        <a:pt x="1006126" y="2360009"/>
                        <a:pt x="1070801" y="2279714"/>
                      </a:cubicBezTo>
                      <a:cubicBezTo>
                        <a:pt x="1137095" y="2197418"/>
                        <a:pt x="1193292" y="2109121"/>
                        <a:pt x="1233107" y="2010823"/>
                      </a:cubicBezTo>
                      <a:cubicBezTo>
                        <a:pt x="1268254" y="1924145"/>
                        <a:pt x="1288542" y="1834134"/>
                        <a:pt x="1288828" y="1740313"/>
                      </a:cubicBezTo>
                      <a:cubicBezTo>
                        <a:pt x="1289399" y="1557242"/>
                        <a:pt x="1289018" y="1374077"/>
                        <a:pt x="1289018" y="1191006"/>
                      </a:cubicBezTo>
                      <a:cubicBezTo>
                        <a:pt x="1289018" y="1182053"/>
                        <a:pt x="1284475" y="1177576"/>
                        <a:pt x="1275398" y="1177576"/>
                      </a:cubicBezTo>
                      <a:cubicBezTo>
                        <a:pt x="1090232" y="1177576"/>
                        <a:pt x="905065" y="1177576"/>
                        <a:pt x="719900" y="1177576"/>
                      </a:cubicBezTo>
                      <a:close/>
                      <a:moveTo>
                        <a:pt x="2480024" y="492824"/>
                      </a:moveTo>
                      <a:lnTo>
                        <a:pt x="2712720" y="492824"/>
                      </a:lnTo>
                      <a:cubicBezTo>
                        <a:pt x="2634424" y="415290"/>
                        <a:pt x="2556605" y="338138"/>
                        <a:pt x="2480024" y="262223"/>
                      </a:cubicBezTo>
                      <a:lnTo>
                        <a:pt x="2480024" y="492824"/>
                      </a:lnTo>
                      <a:close/>
                    </a:path>
                  </a:pathLst>
                </a:custGeom>
                <a:solidFill>
                  <a:schemeClr val="tx1"/>
                </a:solid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EC79C33A-29CB-D50D-D8BD-2924177FB1EB}"/>
                    </a:ext>
                  </a:extLst>
                </p:cNvPr>
                <p:cNvSpPr/>
                <p:nvPr/>
              </p:nvSpPr>
              <p:spPr>
                <a:xfrm>
                  <a:off x="7090124" y="2091118"/>
                  <a:ext cx="232695" cy="230600"/>
                </a:xfrm>
                <a:custGeom>
                  <a:avLst/>
                  <a:gdLst>
                    <a:gd name="connsiteX0" fmla="*/ 0 w 232695"/>
                    <a:gd name="connsiteY0" fmla="*/ 230505 h 230600"/>
                    <a:gd name="connsiteX1" fmla="*/ 0 w 232695"/>
                    <a:gd name="connsiteY1" fmla="*/ 0 h 230600"/>
                    <a:gd name="connsiteX2" fmla="*/ 232696 w 232695"/>
                    <a:gd name="connsiteY2" fmla="*/ 230600 h 230600"/>
                    <a:gd name="connsiteX3" fmla="*/ 0 w 232695"/>
                    <a:gd name="connsiteY3" fmla="*/ 230600 h 230600"/>
                  </a:gdLst>
                  <a:ahLst/>
                  <a:cxnLst>
                    <a:cxn ang="0">
                      <a:pos x="connsiteX0" y="connsiteY0"/>
                    </a:cxn>
                    <a:cxn ang="0">
                      <a:pos x="connsiteX1" y="connsiteY1"/>
                    </a:cxn>
                    <a:cxn ang="0">
                      <a:pos x="connsiteX2" y="connsiteY2"/>
                    </a:cxn>
                    <a:cxn ang="0">
                      <a:pos x="connsiteX3" y="connsiteY3"/>
                    </a:cxn>
                  </a:cxnLst>
                  <a:rect l="l" t="t" r="r" b="b"/>
                  <a:pathLst>
                    <a:path w="232695" h="230600">
                      <a:moveTo>
                        <a:pt x="0" y="230505"/>
                      </a:moveTo>
                      <a:lnTo>
                        <a:pt x="0" y="0"/>
                      </a:lnTo>
                      <a:cubicBezTo>
                        <a:pt x="76581" y="75914"/>
                        <a:pt x="154496" y="152971"/>
                        <a:pt x="232696" y="230600"/>
                      </a:cubicBezTo>
                      <a:lnTo>
                        <a:pt x="0" y="230600"/>
                      </a:lnTo>
                      <a:close/>
                    </a:path>
                  </a:pathLst>
                </a:custGeom>
                <a:solidFill>
                  <a:schemeClr val="accent1"/>
                </a:solid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ADD2286E-43FC-6175-52CC-A884E2CDA2A0}"/>
                    </a:ext>
                  </a:extLst>
                </p:cNvPr>
                <p:cNvSpPr/>
                <p:nvPr/>
              </p:nvSpPr>
              <p:spPr>
                <a:xfrm>
                  <a:off x="6343859" y="3899534"/>
                  <a:ext cx="910781" cy="149161"/>
                </a:xfrm>
                <a:custGeom>
                  <a:avLst/>
                  <a:gdLst>
                    <a:gd name="connsiteX0" fmla="*/ 454991 w 910781"/>
                    <a:gd name="connsiteY0" fmla="*/ 149162 h 149161"/>
                    <a:gd name="connsiteX1" fmla="*/ 78182 w 910781"/>
                    <a:gd name="connsiteY1" fmla="*/ 149162 h 149161"/>
                    <a:gd name="connsiteX2" fmla="*/ 6173 w 910781"/>
                    <a:gd name="connsiteY2" fmla="*/ 45244 h 149161"/>
                    <a:gd name="connsiteX3" fmla="*/ 68276 w 910781"/>
                    <a:gd name="connsiteY3" fmla="*/ 286 h 149161"/>
                    <a:gd name="connsiteX4" fmla="*/ 77610 w 910781"/>
                    <a:gd name="connsiteY4" fmla="*/ 0 h 149161"/>
                    <a:gd name="connsiteX5" fmla="*/ 834276 w 910781"/>
                    <a:gd name="connsiteY5" fmla="*/ 0 h 149161"/>
                    <a:gd name="connsiteX6" fmla="*/ 910095 w 910781"/>
                    <a:gd name="connsiteY6" fmla="*/ 64961 h 149161"/>
                    <a:gd name="connsiteX7" fmla="*/ 835896 w 910781"/>
                    <a:gd name="connsiteY7" fmla="*/ 149162 h 149161"/>
                    <a:gd name="connsiteX8" fmla="*/ 454991 w 910781"/>
                    <a:gd name="connsiteY8" fmla="*/ 149162 h 149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781" h="149161">
                      <a:moveTo>
                        <a:pt x="454991" y="149162"/>
                      </a:moveTo>
                      <a:cubicBezTo>
                        <a:pt x="329356" y="149162"/>
                        <a:pt x="203816" y="149162"/>
                        <a:pt x="78182" y="149162"/>
                      </a:cubicBezTo>
                      <a:cubicBezTo>
                        <a:pt x="20841" y="149162"/>
                        <a:pt x="-15068" y="98298"/>
                        <a:pt x="6173" y="45244"/>
                      </a:cubicBezTo>
                      <a:cubicBezTo>
                        <a:pt x="17031" y="18193"/>
                        <a:pt x="39034" y="3429"/>
                        <a:pt x="68276" y="286"/>
                      </a:cubicBezTo>
                      <a:cubicBezTo>
                        <a:pt x="71324" y="0"/>
                        <a:pt x="74467" y="0"/>
                        <a:pt x="77610" y="0"/>
                      </a:cubicBezTo>
                      <a:cubicBezTo>
                        <a:pt x="329832" y="0"/>
                        <a:pt x="582054" y="0"/>
                        <a:pt x="834276" y="0"/>
                      </a:cubicBezTo>
                      <a:cubicBezTo>
                        <a:pt x="874281" y="0"/>
                        <a:pt x="904856" y="26670"/>
                        <a:pt x="910095" y="64961"/>
                      </a:cubicBezTo>
                      <a:cubicBezTo>
                        <a:pt x="916096" y="108680"/>
                        <a:pt x="881996" y="149162"/>
                        <a:pt x="835896" y="149162"/>
                      </a:cubicBezTo>
                      <a:cubicBezTo>
                        <a:pt x="708927" y="149162"/>
                        <a:pt x="581959" y="149162"/>
                        <a:pt x="454991" y="149162"/>
                      </a:cubicBezTo>
                      <a:close/>
                    </a:path>
                  </a:pathLst>
                </a:custGeom>
                <a:solidFill>
                  <a:schemeClr val="accent1"/>
                </a:solid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74E0300-ED60-2167-3262-C830A9EFBF03}"/>
                    </a:ext>
                  </a:extLst>
                </p:cNvPr>
                <p:cNvSpPr/>
                <p:nvPr/>
              </p:nvSpPr>
              <p:spPr>
                <a:xfrm>
                  <a:off x="6343627" y="3417337"/>
                  <a:ext cx="911370" cy="149013"/>
                </a:xfrm>
                <a:custGeom>
                  <a:avLst/>
                  <a:gdLst>
                    <a:gd name="connsiteX0" fmla="*/ 455508 w 911370"/>
                    <a:gd name="connsiteY0" fmla="*/ 42 h 149013"/>
                    <a:gd name="connsiteX1" fmla="*/ 834413 w 911370"/>
                    <a:gd name="connsiteY1" fmla="*/ 42 h 149013"/>
                    <a:gd name="connsiteX2" fmla="*/ 910708 w 911370"/>
                    <a:gd name="connsiteY2" fmla="*/ 65670 h 149013"/>
                    <a:gd name="connsiteX3" fmla="*/ 851653 w 911370"/>
                    <a:gd name="connsiteY3" fmla="*/ 147204 h 149013"/>
                    <a:gd name="connsiteX4" fmla="*/ 830031 w 911370"/>
                    <a:gd name="connsiteY4" fmla="*/ 149013 h 149013"/>
                    <a:gd name="connsiteX5" fmla="*/ 78509 w 911370"/>
                    <a:gd name="connsiteY5" fmla="*/ 149013 h 149013"/>
                    <a:gd name="connsiteX6" fmla="*/ 1928 w 911370"/>
                    <a:gd name="connsiteY6" fmla="*/ 90625 h 149013"/>
                    <a:gd name="connsiteX7" fmla="*/ 73461 w 911370"/>
                    <a:gd name="connsiteY7" fmla="*/ 42 h 149013"/>
                    <a:gd name="connsiteX8" fmla="*/ 455508 w 911370"/>
                    <a:gd name="connsiteY8" fmla="*/ 42 h 1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1370" h="149013">
                      <a:moveTo>
                        <a:pt x="455508" y="42"/>
                      </a:moveTo>
                      <a:cubicBezTo>
                        <a:pt x="581810" y="42"/>
                        <a:pt x="708111" y="42"/>
                        <a:pt x="834413" y="42"/>
                      </a:cubicBezTo>
                      <a:cubicBezTo>
                        <a:pt x="875275" y="42"/>
                        <a:pt x="904898" y="25474"/>
                        <a:pt x="910708" y="65670"/>
                      </a:cubicBezTo>
                      <a:cubicBezTo>
                        <a:pt x="916042" y="102627"/>
                        <a:pt x="888515" y="140917"/>
                        <a:pt x="851653" y="147204"/>
                      </a:cubicBezTo>
                      <a:cubicBezTo>
                        <a:pt x="844509" y="148442"/>
                        <a:pt x="837270" y="149013"/>
                        <a:pt x="830031" y="149013"/>
                      </a:cubicBezTo>
                      <a:cubicBezTo>
                        <a:pt x="579524" y="149013"/>
                        <a:pt x="329016" y="149013"/>
                        <a:pt x="78509" y="149013"/>
                      </a:cubicBezTo>
                      <a:cubicBezTo>
                        <a:pt x="39456" y="149013"/>
                        <a:pt x="10310" y="126725"/>
                        <a:pt x="1928" y="90625"/>
                      </a:cubicBezTo>
                      <a:cubicBezTo>
                        <a:pt x="-8740" y="44715"/>
                        <a:pt x="26217" y="138"/>
                        <a:pt x="73461" y="42"/>
                      </a:cubicBezTo>
                      <a:cubicBezTo>
                        <a:pt x="200810" y="-53"/>
                        <a:pt x="328159" y="42"/>
                        <a:pt x="455508" y="42"/>
                      </a:cubicBezTo>
                      <a:close/>
                    </a:path>
                  </a:pathLst>
                </a:custGeom>
                <a:solidFill>
                  <a:schemeClr val="accent1"/>
                </a:solid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6F829B70-348E-4418-6279-371474234C0C}"/>
                    </a:ext>
                  </a:extLst>
                </p:cNvPr>
                <p:cNvSpPr/>
                <p:nvPr/>
              </p:nvSpPr>
              <p:spPr>
                <a:xfrm>
                  <a:off x="6343690" y="2933985"/>
                  <a:ext cx="911779" cy="149828"/>
                </a:xfrm>
                <a:custGeom>
                  <a:avLst/>
                  <a:gdLst>
                    <a:gd name="connsiteX0" fmla="*/ 455254 w 911779"/>
                    <a:gd name="connsiteY0" fmla="*/ 149828 h 149828"/>
                    <a:gd name="connsiteX1" fmla="*/ 80541 w 911779"/>
                    <a:gd name="connsiteY1" fmla="*/ 149828 h 149828"/>
                    <a:gd name="connsiteX2" fmla="*/ 10627 w 911779"/>
                    <a:gd name="connsiteY2" fmla="*/ 113443 h 149828"/>
                    <a:gd name="connsiteX3" fmla="*/ 62348 w 911779"/>
                    <a:gd name="connsiteY3" fmla="*/ 1810 h 149828"/>
                    <a:gd name="connsiteX4" fmla="*/ 88161 w 911779"/>
                    <a:gd name="connsiteY4" fmla="*/ 191 h 149828"/>
                    <a:gd name="connsiteX5" fmla="*/ 827301 w 911779"/>
                    <a:gd name="connsiteY5" fmla="*/ 0 h 149828"/>
                    <a:gd name="connsiteX6" fmla="*/ 894452 w 911779"/>
                    <a:gd name="connsiteY6" fmla="*/ 27908 h 149828"/>
                    <a:gd name="connsiteX7" fmla="*/ 905025 w 911779"/>
                    <a:gd name="connsiteY7" fmla="*/ 104775 h 149828"/>
                    <a:gd name="connsiteX8" fmla="*/ 843493 w 911779"/>
                    <a:gd name="connsiteY8" fmla="*/ 148971 h 149828"/>
                    <a:gd name="connsiteX9" fmla="*/ 825872 w 911779"/>
                    <a:gd name="connsiteY9" fmla="*/ 149542 h 149828"/>
                    <a:gd name="connsiteX10" fmla="*/ 455254 w 911779"/>
                    <a:gd name="connsiteY10" fmla="*/ 14954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1779" h="149828">
                      <a:moveTo>
                        <a:pt x="455254" y="149828"/>
                      </a:moveTo>
                      <a:cubicBezTo>
                        <a:pt x="330382" y="149828"/>
                        <a:pt x="205414" y="149733"/>
                        <a:pt x="80541" y="149828"/>
                      </a:cubicBezTo>
                      <a:cubicBezTo>
                        <a:pt x="50632" y="149828"/>
                        <a:pt x="27106" y="139255"/>
                        <a:pt x="10627" y="113443"/>
                      </a:cubicBezTo>
                      <a:cubicBezTo>
                        <a:pt x="-16805" y="70485"/>
                        <a:pt x="11866" y="8096"/>
                        <a:pt x="62348" y="1810"/>
                      </a:cubicBezTo>
                      <a:cubicBezTo>
                        <a:pt x="70921" y="762"/>
                        <a:pt x="79588" y="191"/>
                        <a:pt x="88161" y="191"/>
                      </a:cubicBezTo>
                      <a:cubicBezTo>
                        <a:pt x="334573" y="191"/>
                        <a:pt x="580889" y="191"/>
                        <a:pt x="827301" y="0"/>
                      </a:cubicBezTo>
                      <a:cubicBezTo>
                        <a:pt x="853781" y="0"/>
                        <a:pt x="877212" y="6382"/>
                        <a:pt x="894452" y="27908"/>
                      </a:cubicBezTo>
                      <a:cubicBezTo>
                        <a:pt x="913216" y="51340"/>
                        <a:pt x="916741" y="77915"/>
                        <a:pt x="905025" y="104775"/>
                      </a:cubicBezTo>
                      <a:cubicBezTo>
                        <a:pt x="893690" y="130874"/>
                        <a:pt x="872640" y="146304"/>
                        <a:pt x="843493" y="148971"/>
                      </a:cubicBezTo>
                      <a:cubicBezTo>
                        <a:pt x="837683" y="149447"/>
                        <a:pt x="831778" y="149542"/>
                        <a:pt x="825872" y="149542"/>
                      </a:cubicBezTo>
                      <a:cubicBezTo>
                        <a:pt x="702333" y="149542"/>
                        <a:pt x="578794" y="149542"/>
                        <a:pt x="455254" y="149542"/>
                      </a:cubicBezTo>
                      <a:close/>
                    </a:path>
                  </a:pathLst>
                </a:custGeom>
                <a:solidFill>
                  <a:schemeClr val="accent1"/>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D0B575A1-3504-B7E0-1986-89CD7994BFF1}"/>
                    </a:ext>
                  </a:extLst>
                </p:cNvPr>
                <p:cNvSpPr/>
                <p:nvPr/>
              </p:nvSpPr>
              <p:spPr>
                <a:xfrm>
                  <a:off x="5024030" y="3340988"/>
                  <a:ext cx="648714" cy="567208"/>
                </a:xfrm>
                <a:custGeom>
                  <a:avLst/>
                  <a:gdLst>
                    <a:gd name="connsiteX0" fmla="*/ 249200 w 648714"/>
                    <a:gd name="connsiteY0" fmla="*/ 378619 h 567208"/>
                    <a:gd name="connsiteX1" fmla="*/ 372453 w 648714"/>
                    <a:gd name="connsiteY1" fmla="*/ 216408 h 567208"/>
                    <a:gd name="connsiteX2" fmla="*/ 511899 w 648714"/>
                    <a:gd name="connsiteY2" fmla="*/ 31814 h 567208"/>
                    <a:gd name="connsiteX3" fmla="*/ 642487 w 648714"/>
                    <a:gd name="connsiteY3" fmla="*/ 47340 h 567208"/>
                    <a:gd name="connsiteX4" fmla="*/ 634105 w 648714"/>
                    <a:gd name="connsiteY4" fmla="*/ 118110 h 567208"/>
                    <a:gd name="connsiteX5" fmla="*/ 464465 w 648714"/>
                    <a:gd name="connsiteY5" fmla="*/ 342138 h 567208"/>
                    <a:gd name="connsiteX6" fmla="*/ 319304 w 648714"/>
                    <a:gd name="connsiteY6" fmla="*/ 534067 h 567208"/>
                    <a:gd name="connsiteX7" fmla="*/ 201575 w 648714"/>
                    <a:gd name="connsiteY7" fmla="*/ 542735 h 567208"/>
                    <a:gd name="connsiteX8" fmla="*/ 25743 w 648714"/>
                    <a:gd name="connsiteY8" fmla="*/ 366332 h 567208"/>
                    <a:gd name="connsiteX9" fmla="*/ 2026 w 648714"/>
                    <a:gd name="connsiteY9" fmla="*/ 292989 h 567208"/>
                    <a:gd name="connsiteX10" fmla="*/ 54985 w 648714"/>
                    <a:gd name="connsiteY10" fmla="*/ 237744 h 567208"/>
                    <a:gd name="connsiteX11" fmla="*/ 126613 w 648714"/>
                    <a:gd name="connsiteY11" fmla="*/ 256318 h 567208"/>
                    <a:gd name="connsiteX12" fmla="*/ 243104 w 648714"/>
                    <a:gd name="connsiteY12" fmla="*/ 373190 h 567208"/>
                    <a:gd name="connsiteX13" fmla="*/ 249009 w 648714"/>
                    <a:gd name="connsiteY13" fmla="*/ 378619 h 56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8714" h="567208">
                      <a:moveTo>
                        <a:pt x="249200" y="378619"/>
                      </a:moveTo>
                      <a:cubicBezTo>
                        <a:pt x="290824" y="323850"/>
                        <a:pt x="331782" y="270225"/>
                        <a:pt x="372453" y="216408"/>
                      </a:cubicBezTo>
                      <a:cubicBezTo>
                        <a:pt x="419031" y="154877"/>
                        <a:pt x="465132" y="93155"/>
                        <a:pt x="511899" y="31814"/>
                      </a:cubicBezTo>
                      <a:cubicBezTo>
                        <a:pt x="548761" y="-16573"/>
                        <a:pt x="618389" y="-8477"/>
                        <a:pt x="642487" y="47340"/>
                      </a:cubicBezTo>
                      <a:cubicBezTo>
                        <a:pt x="653060" y="71724"/>
                        <a:pt x="650107" y="96774"/>
                        <a:pt x="634105" y="118110"/>
                      </a:cubicBezTo>
                      <a:cubicBezTo>
                        <a:pt x="577908" y="193072"/>
                        <a:pt x="521043" y="267462"/>
                        <a:pt x="464465" y="342138"/>
                      </a:cubicBezTo>
                      <a:cubicBezTo>
                        <a:pt x="415983" y="406051"/>
                        <a:pt x="367500" y="469964"/>
                        <a:pt x="319304" y="534067"/>
                      </a:cubicBezTo>
                      <a:cubicBezTo>
                        <a:pt x="288919" y="574548"/>
                        <a:pt x="237198" y="578549"/>
                        <a:pt x="201575" y="542735"/>
                      </a:cubicBezTo>
                      <a:cubicBezTo>
                        <a:pt x="142996" y="483870"/>
                        <a:pt x="84417" y="425006"/>
                        <a:pt x="25743" y="366332"/>
                      </a:cubicBezTo>
                      <a:cubicBezTo>
                        <a:pt x="5265" y="345853"/>
                        <a:pt x="-4546" y="321850"/>
                        <a:pt x="2026" y="292989"/>
                      </a:cubicBezTo>
                      <a:cubicBezTo>
                        <a:pt x="8598" y="264319"/>
                        <a:pt x="26791" y="245460"/>
                        <a:pt x="54985" y="237744"/>
                      </a:cubicBezTo>
                      <a:cubicBezTo>
                        <a:pt x="82036" y="230315"/>
                        <a:pt x="106611" y="236601"/>
                        <a:pt x="126613" y="256318"/>
                      </a:cubicBezTo>
                      <a:cubicBezTo>
                        <a:pt x="165761" y="294990"/>
                        <a:pt x="204337" y="334233"/>
                        <a:pt x="243104" y="373190"/>
                      </a:cubicBezTo>
                      <a:cubicBezTo>
                        <a:pt x="244818" y="374904"/>
                        <a:pt x="246628" y="376428"/>
                        <a:pt x="249009" y="378619"/>
                      </a:cubicBezTo>
                      <a:close/>
                    </a:path>
                  </a:pathLst>
                </a:custGeom>
                <a:solidFill>
                  <a:schemeClr val="accent1"/>
                </a:solidFill>
                <a:ln w="9525" cap="flat">
                  <a:noFill/>
                  <a:prstDash val="solid"/>
                  <a:miter/>
                </a:ln>
              </p:spPr>
              <p:txBody>
                <a:bodyPr rtlCol="0" anchor="ctr"/>
                <a:lstStyle/>
                <a:p>
                  <a:endParaRPr lang="en-IN"/>
                </a:p>
              </p:txBody>
            </p:sp>
          </p:grpSp>
          <p:cxnSp>
            <p:nvCxnSpPr>
              <p:cNvPr id="4" name="Straight Connector 3">
                <a:extLst>
                  <a:ext uri="{FF2B5EF4-FFF2-40B4-BE49-F238E27FC236}">
                    <a16:creationId xmlns:a16="http://schemas.microsoft.com/office/drawing/2014/main" id="{7226B74F-9293-F82E-8AB0-C32F2C661ACC}"/>
                  </a:ext>
                </a:extLst>
              </p:cNvPr>
              <p:cNvCxnSpPr>
                <a:cxnSpLocks/>
              </p:cNvCxnSpPr>
              <p:nvPr/>
            </p:nvCxnSpPr>
            <p:spPr>
              <a:xfrm rot="1800000">
                <a:off x="1755038" y="3853671"/>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A55583B-EAC4-0CB3-F445-9B3B3A658397}"/>
                  </a:ext>
                </a:extLst>
              </p:cNvPr>
              <p:cNvCxnSpPr>
                <a:cxnSpLocks/>
              </p:cNvCxnSpPr>
              <p:nvPr/>
            </p:nvCxnSpPr>
            <p:spPr>
              <a:xfrm rot="1800000">
                <a:off x="1238916" y="3741774"/>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CC7F70-ED6C-408D-FB09-9BC3E2D336B3}"/>
                  </a:ext>
                </a:extLst>
              </p:cNvPr>
              <p:cNvCxnSpPr>
                <a:cxnSpLocks/>
              </p:cNvCxnSpPr>
              <p:nvPr/>
            </p:nvCxnSpPr>
            <p:spPr>
              <a:xfrm rot="1800000">
                <a:off x="1483956" y="3535771"/>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8" name="Group 67">
            <a:extLst>
              <a:ext uri="{FF2B5EF4-FFF2-40B4-BE49-F238E27FC236}">
                <a16:creationId xmlns:a16="http://schemas.microsoft.com/office/drawing/2014/main" id="{53EF1153-9660-A25D-DF1C-BB788F032906}"/>
              </a:ext>
            </a:extLst>
          </p:cNvPr>
          <p:cNvGrpSpPr/>
          <p:nvPr/>
        </p:nvGrpSpPr>
        <p:grpSpPr>
          <a:xfrm>
            <a:off x="775429" y="3861572"/>
            <a:ext cx="10795622" cy="625276"/>
            <a:chOff x="775429" y="3699122"/>
            <a:chExt cx="10795622" cy="625276"/>
          </a:xfrm>
        </p:grpSpPr>
        <p:sp>
          <p:nvSpPr>
            <p:cNvPr id="16" name="Rectangle 15">
              <a:extLst>
                <a:ext uri="{FF2B5EF4-FFF2-40B4-BE49-F238E27FC236}">
                  <a16:creationId xmlns:a16="http://schemas.microsoft.com/office/drawing/2014/main" id="{ED1F8F03-2A9C-A4C7-4955-E2AE031D8295}"/>
                </a:ext>
              </a:extLst>
            </p:cNvPr>
            <p:cNvSpPr/>
            <p:nvPr/>
          </p:nvSpPr>
          <p:spPr>
            <a:xfrm>
              <a:off x="1406969" y="3747295"/>
              <a:ext cx="10164082" cy="5289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a:solidFill>
                    <a:schemeClr val="bg2"/>
                  </a:solidFill>
                  <a:cs typeface="Arial" panose="020B0604020202020204" pitchFamily="34" charset="0"/>
                </a:rPr>
                <a:t>A clear </a:t>
              </a:r>
              <a:r>
                <a:rPr lang="en-GB" sz="1400" b="1">
                  <a:solidFill>
                    <a:schemeClr val="bg2"/>
                  </a:solidFill>
                  <a:cs typeface="Arial" panose="020B0604020202020204" pitchFamily="34" charset="0"/>
                </a:rPr>
                <a:t>“so what” that the reader will understand </a:t>
              </a:r>
              <a:r>
                <a:rPr lang="en-GB" sz="1400">
                  <a:solidFill>
                    <a:schemeClr val="bg2"/>
                  </a:solidFill>
                  <a:cs typeface="Arial" panose="020B0604020202020204" pitchFamily="34" charset="0"/>
                </a:rPr>
                <a:t>and relate to the reader’s need</a:t>
              </a:r>
            </a:p>
          </p:txBody>
        </p:sp>
        <p:grpSp>
          <p:nvGrpSpPr>
            <p:cNvPr id="23" name="Group 22">
              <a:extLst>
                <a:ext uri="{FF2B5EF4-FFF2-40B4-BE49-F238E27FC236}">
                  <a16:creationId xmlns:a16="http://schemas.microsoft.com/office/drawing/2014/main" id="{775AF550-ECA6-7489-055D-20C67A220768}"/>
                </a:ext>
              </a:extLst>
            </p:cNvPr>
            <p:cNvGrpSpPr/>
            <p:nvPr/>
          </p:nvGrpSpPr>
          <p:grpSpPr>
            <a:xfrm rot="1800000">
              <a:off x="775429" y="3699122"/>
              <a:ext cx="552347" cy="625276"/>
              <a:chOff x="-1308680" y="3033525"/>
              <a:chExt cx="1128485" cy="1277486"/>
            </a:xfrm>
          </p:grpSpPr>
          <p:grpSp>
            <p:nvGrpSpPr>
              <p:cNvPr id="24" name="Group 23">
                <a:extLst>
                  <a:ext uri="{FF2B5EF4-FFF2-40B4-BE49-F238E27FC236}">
                    <a16:creationId xmlns:a16="http://schemas.microsoft.com/office/drawing/2014/main" id="{EA909BB2-5752-1B91-70B7-83659EEE7324}"/>
                  </a:ext>
                </a:extLst>
              </p:cNvPr>
              <p:cNvGrpSpPr/>
              <p:nvPr/>
            </p:nvGrpSpPr>
            <p:grpSpPr>
              <a:xfrm>
                <a:off x="-1221100" y="3248581"/>
                <a:ext cx="953326" cy="1062430"/>
                <a:chOff x="-7276974" y="1433018"/>
                <a:chExt cx="3855910" cy="4297203"/>
              </a:xfrm>
            </p:grpSpPr>
            <p:sp>
              <p:nvSpPr>
                <p:cNvPr id="28" name="Freeform: Shape 27">
                  <a:extLst>
                    <a:ext uri="{FF2B5EF4-FFF2-40B4-BE49-F238E27FC236}">
                      <a16:creationId xmlns:a16="http://schemas.microsoft.com/office/drawing/2014/main" id="{F8CFF500-3A3C-FE90-47B5-DCF684EE38B3}"/>
                    </a:ext>
                  </a:extLst>
                </p:cNvPr>
                <p:cNvSpPr/>
                <p:nvPr/>
              </p:nvSpPr>
              <p:spPr>
                <a:xfrm>
                  <a:off x="-6618227" y="2095291"/>
                  <a:ext cx="2539081" cy="3634930"/>
                </a:xfrm>
                <a:custGeom>
                  <a:avLst/>
                  <a:gdLst>
                    <a:gd name="connsiteX0" fmla="*/ 2491456 w 2539081"/>
                    <a:gd name="connsiteY0" fmla="*/ 1615059 h 3634930"/>
                    <a:gd name="connsiteX1" fmla="*/ 2539081 w 2539081"/>
                    <a:gd name="connsiteY1" fmla="*/ 1269587 h 3634930"/>
                    <a:gd name="connsiteX2" fmla="*/ 2439069 w 2539081"/>
                    <a:gd name="connsiteY2" fmla="*/ 774859 h 3634930"/>
                    <a:gd name="connsiteX3" fmla="*/ 2166463 w 2539081"/>
                    <a:gd name="connsiteY3" fmla="*/ 371094 h 3634930"/>
                    <a:gd name="connsiteX4" fmla="*/ 1762317 w 2539081"/>
                    <a:gd name="connsiteY4" fmla="*/ 99155 h 3634930"/>
                    <a:gd name="connsiteX5" fmla="*/ 1269589 w 2539081"/>
                    <a:gd name="connsiteY5" fmla="*/ 0 h 3634930"/>
                    <a:gd name="connsiteX6" fmla="*/ 1267494 w 2539081"/>
                    <a:gd name="connsiteY6" fmla="*/ 0 h 3634930"/>
                    <a:gd name="connsiteX7" fmla="*/ 773337 w 2539081"/>
                    <a:gd name="connsiteY7" fmla="*/ 100679 h 3634930"/>
                    <a:gd name="connsiteX8" fmla="*/ 370239 w 2539081"/>
                    <a:gd name="connsiteY8" fmla="*/ 373571 h 3634930"/>
                    <a:gd name="connsiteX9" fmla="*/ 98871 w 2539081"/>
                    <a:gd name="connsiteY9" fmla="*/ 777716 h 3634930"/>
                    <a:gd name="connsiteX10" fmla="*/ 2 w 2539081"/>
                    <a:gd name="connsiteY10" fmla="*/ 1272350 h 3634930"/>
                    <a:gd name="connsiteX11" fmla="*/ 48008 w 2539081"/>
                    <a:gd name="connsiteY11" fmla="*/ 1616964 h 3634930"/>
                    <a:gd name="connsiteX12" fmla="*/ 182215 w 2539081"/>
                    <a:gd name="connsiteY12" fmla="*/ 1925479 h 3634930"/>
                    <a:gd name="connsiteX13" fmla="*/ 656655 w 2539081"/>
                    <a:gd name="connsiteY13" fmla="*/ 2381917 h 3634930"/>
                    <a:gd name="connsiteX14" fmla="*/ 794101 w 2539081"/>
                    <a:gd name="connsiteY14" fmla="*/ 2615470 h 3634930"/>
                    <a:gd name="connsiteX15" fmla="*/ 794101 w 2539081"/>
                    <a:gd name="connsiteY15" fmla="*/ 3298603 h 3634930"/>
                    <a:gd name="connsiteX16" fmla="*/ 854109 w 2539081"/>
                    <a:gd name="connsiteY16" fmla="*/ 3358611 h 3634930"/>
                    <a:gd name="connsiteX17" fmla="*/ 938786 w 2539081"/>
                    <a:gd name="connsiteY17" fmla="*/ 3358611 h 3634930"/>
                    <a:gd name="connsiteX18" fmla="*/ 1032036 w 2539081"/>
                    <a:gd name="connsiteY18" fmla="*/ 3536347 h 3634930"/>
                    <a:gd name="connsiteX19" fmla="*/ 1269780 w 2539081"/>
                    <a:gd name="connsiteY19" fmla="*/ 3634931 h 3634930"/>
                    <a:gd name="connsiteX20" fmla="*/ 1507524 w 2539081"/>
                    <a:gd name="connsiteY20" fmla="*/ 3536347 h 3634930"/>
                    <a:gd name="connsiteX21" fmla="*/ 1600773 w 2539081"/>
                    <a:gd name="connsiteY21" fmla="*/ 3358611 h 3634930"/>
                    <a:gd name="connsiteX22" fmla="*/ 1685451 w 2539081"/>
                    <a:gd name="connsiteY22" fmla="*/ 3358611 h 3634930"/>
                    <a:gd name="connsiteX23" fmla="*/ 1745458 w 2539081"/>
                    <a:gd name="connsiteY23" fmla="*/ 3298603 h 3634930"/>
                    <a:gd name="connsiteX24" fmla="*/ 1745458 w 2539081"/>
                    <a:gd name="connsiteY24" fmla="*/ 2615470 h 3634930"/>
                    <a:gd name="connsiteX25" fmla="*/ 1882523 w 2539081"/>
                    <a:gd name="connsiteY25" fmla="*/ 2382298 h 3634930"/>
                    <a:gd name="connsiteX26" fmla="*/ 2357916 w 2539081"/>
                    <a:gd name="connsiteY26" fmla="*/ 1924717 h 3634930"/>
                    <a:gd name="connsiteX27" fmla="*/ 2491552 w 2539081"/>
                    <a:gd name="connsiteY27" fmla="*/ 1615154 h 3634930"/>
                    <a:gd name="connsiteX28" fmla="*/ 2491552 w 2539081"/>
                    <a:gd name="connsiteY28" fmla="*/ 1615154 h 3634930"/>
                    <a:gd name="connsiteX29" fmla="*/ 1269303 w 2539081"/>
                    <a:gd name="connsiteY29" fmla="*/ 3514630 h 3634930"/>
                    <a:gd name="connsiteX30" fmla="*/ 1061563 w 2539081"/>
                    <a:gd name="connsiteY30" fmla="*/ 3358515 h 3634930"/>
                    <a:gd name="connsiteX31" fmla="*/ 1477044 w 2539081"/>
                    <a:gd name="connsiteY31" fmla="*/ 3358515 h 3634930"/>
                    <a:gd name="connsiteX32" fmla="*/ 1269303 w 2539081"/>
                    <a:gd name="connsiteY32" fmla="*/ 3514630 h 3634930"/>
                    <a:gd name="connsiteX33" fmla="*/ 1269303 w 2539081"/>
                    <a:gd name="connsiteY33" fmla="*/ 3514630 h 3634930"/>
                    <a:gd name="connsiteX34" fmla="*/ 1624777 w 2539081"/>
                    <a:gd name="connsiteY34" fmla="*/ 3238500 h 3634930"/>
                    <a:gd name="connsiteX35" fmla="*/ 913735 w 2539081"/>
                    <a:gd name="connsiteY35" fmla="*/ 3238500 h 3634930"/>
                    <a:gd name="connsiteX36" fmla="*/ 913735 w 2539081"/>
                    <a:gd name="connsiteY36" fmla="*/ 3021521 h 3634930"/>
                    <a:gd name="connsiteX37" fmla="*/ 1624777 w 2539081"/>
                    <a:gd name="connsiteY37" fmla="*/ 3021521 h 3634930"/>
                    <a:gd name="connsiteX38" fmla="*/ 1624777 w 2539081"/>
                    <a:gd name="connsiteY38" fmla="*/ 3238500 h 3634930"/>
                    <a:gd name="connsiteX39" fmla="*/ 1624777 w 2539081"/>
                    <a:gd name="connsiteY39" fmla="*/ 2901506 h 3634930"/>
                    <a:gd name="connsiteX40" fmla="*/ 913735 w 2539081"/>
                    <a:gd name="connsiteY40" fmla="*/ 2901506 h 3634930"/>
                    <a:gd name="connsiteX41" fmla="*/ 913735 w 2539081"/>
                    <a:gd name="connsiteY41" fmla="*/ 2675382 h 3634930"/>
                    <a:gd name="connsiteX42" fmla="*/ 1624777 w 2539081"/>
                    <a:gd name="connsiteY42" fmla="*/ 2675382 h 3634930"/>
                    <a:gd name="connsiteX43" fmla="*/ 1624777 w 2539081"/>
                    <a:gd name="connsiteY43" fmla="*/ 2901506 h 3634930"/>
                    <a:gd name="connsiteX44" fmla="*/ 964694 w 2539081"/>
                    <a:gd name="connsiteY44" fmla="*/ 1474280 h 3634930"/>
                    <a:gd name="connsiteX45" fmla="*/ 780099 w 2539081"/>
                    <a:gd name="connsiteY45" fmla="*/ 1474280 h 3634930"/>
                    <a:gd name="connsiteX46" fmla="*/ 595505 w 2539081"/>
                    <a:gd name="connsiteY46" fmla="*/ 1289685 h 3634930"/>
                    <a:gd name="connsiteX47" fmla="*/ 780099 w 2539081"/>
                    <a:gd name="connsiteY47" fmla="*/ 1105091 h 3634930"/>
                    <a:gd name="connsiteX48" fmla="*/ 964694 w 2539081"/>
                    <a:gd name="connsiteY48" fmla="*/ 1289685 h 3634930"/>
                    <a:gd name="connsiteX49" fmla="*/ 964694 w 2539081"/>
                    <a:gd name="connsiteY49" fmla="*/ 1474280 h 3634930"/>
                    <a:gd name="connsiteX50" fmla="*/ 1084709 w 2539081"/>
                    <a:gd name="connsiteY50" fmla="*/ 2555177 h 3634930"/>
                    <a:gd name="connsiteX51" fmla="*/ 1084709 w 2539081"/>
                    <a:gd name="connsiteY51" fmla="*/ 1594104 h 3634930"/>
                    <a:gd name="connsiteX52" fmla="*/ 1453803 w 2539081"/>
                    <a:gd name="connsiteY52" fmla="*/ 1594104 h 3634930"/>
                    <a:gd name="connsiteX53" fmla="*/ 1453803 w 2539081"/>
                    <a:gd name="connsiteY53" fmla="*/ 2555177 h 3634930"/>
                    <a:gd name="connsiteX54" fmla="*/ 1084709 w 2539081"/>
                    <a:gd name="connsiteY54" fmla="*/ 2555177 h 3634930"/>
                    <a:gd name="connsiteX55" fmla="*/ 1823849 w 2539081"/>
                    <a:gd name="connsiteY55" fmla="*/ 2276856 h 3634930"/>
                    <a:gd name="connsiteX56" fmla="*/ 1629444 w 2539081"/>
                    <a:gd name="connsiteY56" fmla="*/ 2555177 h 3634930"/>
                    <a:gd name="connsiteX57" fmla="*/ 1573818 w 2539081"/>
                    <a:gd name="connsiteY57" fmla="*/ 2555177 h 3634930"/>
                    <a:gd name="connsiteX58" fmla="*/ 1573818 w 2539081"/>
                    <a:gd name="connsiteY58" fmla="*/ 1594104 h 3634930"/>
                    <a:gd name="connsiteX59" fmla="*/ 1758412 w 2539081"/>
                    <a:gd name="connsiteY59" fmla="*/ 1594104 h 3634930"/>
                    <a:gd name="connsiteX60" fmla="*/ 1973772 w 2539081"/>
                    <a:gd name="connsiteY60" fmla="*/ 1504855 h 3634930"/>
                    <a:gd name="connsiteX61" fmla="*/ 2063022 w 2539081"/>
                    <a:gd name="connsiteY61" fmla="*/ 1289495 h 3634930"/>
                    <a:gd name="connsiteX62" fmla="*/ 1973772 w 2539081"/>
                    <a:gd name="connsiteY62" fmla="*/ 1074134 h 3634930"/>
                    <a:gd name="connsiteX63" fmla="*/ 1758412 w 2539081"/>
                    <a:gd name="connsiteY63" fmla="*/ 984885 h 3634930"/>
                    <a:gd name="connsiteX64" fmla="*/ 1543052 w 2539081"/>
                    <a:gd name="connsiteY64" fmla="*/ 1074134 h 3634930"/>
                    <a:gd name="connsiteX65" fmla="*/ 1453803 w 2539081"/>
                    <a:gd name="connsiteY65" fmla="*/ 1289495 h 3634930"/>
                    <a:gd name="connsiteX66" fmla="*/ 1453803 w 2539081"/>
                    <a:gd name="connsiteY66" fmla="*/ 1474089 h 3634930"/>
                    <a:gd name="connsiteX67" fmla="*/ 1084709 w 2539081"/>
                    <a:gd name="connsiteY67" fmla="*/ 1474089 h 3634930"/>
                    <a:gd name="connsiteX68" fmla="*/ 1084709 w 2539081"/>
                    <a:gd name="connsiteY68" fmla="*/ 1289495 h 3634930"/>
                    <a:gd name="connsiteX69" fmla="*/ 995460 w 2539081"/>
                    <a:gd name="connsiteY69" fmla="*/ 1074134 h 3634930"/>
                    <a:gd name="connsiteX70" fmla="*/ 780099 w 2539081"/>
                    <a:gd name="connsiteY70" fmla="*/ 984885 h 3634930"/>
                    <a:gd name="connsiteX71" fmla="*/ 564739 w 2539081"/>
                    <a:gd name="connsiteY71" fmla="*/ 1074134 h 3634930"/>
                    <a:gd name="connsiteX72" fmla="*/ 475490 w 2539081"/>
                    <a:gd name="connsiteY72" fmla="*/ 1289495 h 3634930"/>
                    <a:gd name="connsiteX73" fmla="*/ 564739 w 2539081"/>
                    <a:gd name="connsiteY73" fmla="*/ 1504855 h 3634930"/>
                    <a:gd name="connsiteX74" fmla="*/ 780099 w 2539081"/>
                    <a:gd name="connsiteY74" fmla="*/ 1594104 h 3634930"/>
                    <a:gd name="connsiteX75" fmla="*/ 964694 w 2539081"/>
                    <a:gd name="connsiteY75" fmla="*/ 1594104 h 3634930"/>
                    <a:gd name="connsiteX76" fmla="*/ 964694 w 2539081"/>
                    <a:gd name="connsiteY76" fmla="*/ 2555177 h 3634930"/>
                    <a:gd name="connsiteX77" fmla="*/ 909068 w 2539081"/>
                    <a:gd name="connsiteY77" fmla="*/ 2555177 h 3634930"/>
                    <a:gd name="connsiteX78" fmla="*/ 714282 w 2539081"/>
                    <a:gd name="connsiteY78" fmla="*/ 2276570 h 3634930"/>
                    <a:gd name="connsiteX79" fmla="*/ 119541 w 2539081"/>
                    <a:gd name="connsiteY79" fmla="*/ 1271778 h 3634930"/>
                    <a:gd name="connsiteX80" fmla="*/ 454630 w 2539081"/>
                    <a:gd name="connsiteY80" fmla="*/ 457962 h 3634930"/>
                    <a:gd name="connsiteX81" fmla="*/ 1267113 w 2539081"/>
                    <a:gd name="connsiteY81" fmla="*/ 119825 h 3634930"/>
                    <a:gd name="connsiteX82" fmla="*/ 1269113 w 2539081"/>
                    <a:gd name="connsiteY82" fmla="*/ 119825 h 3634930"/>
                    <a:gd name="connsiteX83" fmla="*/ 2081310 w 2539081"/>
                    <a:gd name="connsiteY83" fmla="*/ 455867 h 3634930"/>
                    <a:gd name="connsiteX84" fmla="*/ 2418685 w 2539081"/>
                    <a:gd name="connsiteY84" fmla="*/ 1269397 h 3634930"/>
                    <a:gd name="connsiteX85" fmla="*/ 1823849 w 2539081"/>
                    <a:gd name="connsiteY85" fmla="*/ 2276856 h 3634930"/>
                    <a:gd name="connsiteX86" fmla="*/ 1823849 w 2539081"/>
                    <a:gd name="connsiteY86" fmla="*/ 2276856 h 3634930"/>
                    <a:gd name="connsiteX87" fmla="*/ 1573818 w 2539081"/>
                    <a:gd name="connsiteY87" fmla="*/ 1474184 h 3634930"/>
                    <a:gd name="connsiteX88" fmla="*/ 1573818 w 2539081"/>
                    <a:gd name="connsiteY88" fmla="*/ 1289590 h 3634930"/>
                    <a:gd name="connsiteX89" fmla="*/ 1758412 w 2539081"/>
                    <a:gd name="connsiteY89" fmla="*/ 1104995 h 3634930"/>
                    <a:gd name="connsiteX90" fmla="*/ 1943007 w 2539081"/>
                    <a:gd name="connsiteY90" fmla="*/ 1289590 h 3634930"/>
                    <a:gd name="connsiteX91" fmla="*/ 1758412 w 2539081"/>
                    <a:gd name="connsiteY91" fmla="*/ 1474184 h 3634930"/>
                    <a:gd name="connsiteX92" fmla="*/ 1573818 w 2539081"/>
                    <a:gd name="connsiteY92" fmla="*/ 1474184 h 36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539081" h="3634930">
                      <a:moveTo>
                        <a:pt x="2491456" y="1615059"/>
                      </a:moveTo>
                      <a:cubicBezTo>
                        <a:pt x="2523079" y="1503140"/>
                        <a:pt x="2539081" y="1386935"/>
                        <a:pt x="2539081" y="1269587"/>
                      </a:cubicBezTo>
                      <a:cubicBezTo>
                        <a:pt x="2539081" y="1097947"/>
                        <a:pt x="2505458" y="931545"/>
                        <a:pt x="2439069" y="774859"/>
                      </a:cubicBezTo>
                      <a:cubicBezTo>
                        <a:pt x="2374965" y="623507"/>
                        <a:pt x="2283335" y="487585"/>
                        <a:pt x="2166463" y="371094"/>
                      </a:cubicBezTo>
                      <a:cubicBezTo>
                        <a:pt x="2049591" y="254603"/>
                        <a:pt x="1913670" y="162973"/>
                        <a:pt x="1762317" y="99155"/>
                      </a:cubicBezTo>
                      <a:cubicBezTo>
                        <a:pt x="1606203" y="33338"/>
                        <a:pt x="1440372" y="0"/>
                        <a:pt x="1269589" y="0"/>
                      </a:cubicBezTo>
                      <a:lnTo>
                        <a:pt x="1267494" y="0"/>
                      </a:lnTo>
                      <a:cubicBezTo>
                        <a:pt x="1096044" y="286"/>
                        <a:pt x="929737" y="34195"/>
                        <a:pt x="773337" y="100679"/>
                      </a:cubicBezTo>
                      <a:cubicBezTo>
                        <a:pt x="622270" y="164973"/>
                        <a:pt x="486634" y="256699"/>
                        <a:pt x="370239" y="373571"/>
                      </a:cubicBezTo>
                      <a:cubicBezTo>
                        <a:pt x="253843" y="490442"/>
                        <a:pt x="162594" y="626364"/>
                        <a:pt x="98871" y="777716"/>
                      </a:cubicBezTo>
                      <a:cubicBezTo>
                        <a:pt x="33054" y="934403"/>
                        <a:pt x="-284" y="1100804"/>
                        <a:pt x="2" y="1272350"/>
                      </a:cubicBezTo>
                      <a:cubicBezTo>
                        <a:pt x="288" y="1389412"/>
                        <a:pt x="16385" y="1505331"/>
                        <a:pt x="48008" y="1616964"/>
                      </a:cubicBezTo>
                      <a:cubicBezTo>
                        <a:pt x="78678" y="1725168"/>
                        <a:pt x="123827" y="1828990"/>
                        <a:pt x="182215" y="1925479"/>
                      </a:cubicBezTo>
                      <a:cubicBezTo>
                        <a:pt x="297563" y="2116360"/>
                        <a:pt x="461583" y="2274189"/>
                        <a:pt x="656655" y="2381917"/>
                      </a:cubicBezTo>
                      <a:cubicBezTo>
                        <a:pt x="741428" y="2428685"/>
                        <a:pt x="794101" y="2518220"/>
                        <a:pt x="794101" y="2615470"/>
                      </a:cubicBezTo>
                      <a:lnTo>
                        <a:pt x="794101" y="3298603"/>
                      </a:lnTo>
                      <a:cubicBezTo>
                        <a:pt x="794101" y="3331750"/>
                        <a:pt x="820866" y="3358611"/>
                        <a:pt x="854109" y="3358611"/>
                      </a:cubicBezTo>
                      <a:lnTo>
                        <a:pt x="938786" y="3358611"/>
                      </a:lnTo>
                      <a:cubicBezTo>
                        <a:pt x="950787" y="3425571"/>
                        <a:pt x="982791" y="3487293"/>
                        <a:pt x="1032036" y="3536347"/>
                      </a:cubicBezTo>
                      <a:cubicBezTo>
                        <a:pt x="1095472" y="3599783"/>
                        <a:pt x="1179959" y="3634931"/>
                        <a:pt x="1269780" y="3634931"/>
                      </a:cubicBezTo>
                      <a:cubicBezTo>
                        <a:pt x="1359600" y="3634931"/>
                        <a:pt x="1444087" y="3599974"/>
                        <a:pt x="1507524" y="3536347"/>
                      </a:cubicBezTo>
                      <a:cubicBezTo>
                        <a:pt x="1556578" y="3487293"/>
                        <a:pt x="1588772" y="3425571"/>
                        <a:pt x="1600773" y="3358611"/>
                      </a:cubicBezTo>
                      <a:lnTo>
                        <a:pt x="1685451" y="3358611"/>
                      </a:lnTo>
                      <a:cubicBezTo>
                        <a:pt x="1718598" y="3358611"/>
                        <a:pt x="1745458" y="3331845"/>
                        <a:pt x="1745458" y="3298603"/>
                      </a:cubicBezTo>
                      <a:lnTo>
                        <a:pt x="1745458" y="2615470"/>
                      </a:lnTo>
                      <a:cubicBezTo>
                        <a:pt x="1745458" y="2518220"/>
                        <a:pt x="1798036" y="2428875"/>
                        <a:pt x="1882523" y="2382298"/>
                      </a:cubicBezTo>
                      <a:cubicBezTo>
                        <a:pt x="2078166" y="2274475"/>
                        <a:pt x="2242473" y="2116074"/>
                        <a:pt x="2357916" y="1924717"/>
                      </a:cubicBezTo>
                      <a:cubicBezTo>
                        <a:pt x="2415732" y="1827848"/>
                        <a:pt x="2460786" y="1723739"/>
                        <a:pt x="2491552" y="1615154"/>
                      </a:cubicBezTo>
                      <a:lnTo>
                        <a:pt x="2491552" y="1615154"/>
                      </a:lnTo>
                      <a:close/>
                      <a:moveTo>
                        <a:pt x="1269303" y="3514630"/>
                      </a:moveTo>
                      <a:cubicBezTo>
                        <a:pt x="1170910" y="3514630"/>
                        <a:pt x="1087662" y="3448431"/>
                        <a:pt x="1061563" y="3358515"/>
                      </a:cubicBezTo>
                      <a:lnTo>
                        <a:pt x="1477044" y="3358515"/>
                      </a:lnTo>
                      <a:cubicBezTo>
                        <a:pt x="1450945" y="3448622"/>
                        <a:pt x="1367697" y="3514630"/>
                        <a:pt x="1269303" y="3514630"/>
                      </a:cubicBezTo>
                      <a:lnTo>
                        <a:pt x="1269303" y="3514630"/>
                      </a:lnTo>
                      <a:close/>
                      <a:moveTo>
                        <a:pt x="1624777" y="3238500"/>
                      </a:moveTo>
                      <a:lnTo>
                        <a:pt x="913735" y="3238500"/>
                      </a:lnTo>
                      <a:lnTo>
                        <a:pt x="913735" y="3021521"/>
                      </a:lnTo>
                      <a:lnTo>
                        <a:pt x="1624777" y="3021521"/>
                      </a:lnTo>
                      <a:lnTo>
                        <a:pt x="1624777" y="3238500"/>
                      </a:lnTo>
                      <a:close/>
                      <a:moveTo>
                        <a:pt x="1624777" y="2901506"/>
                      </a:moveTo>
                      <a:lnTo>
                        <a:pt x="913735" y="2901506"/>
                      </a:lnTo>
                      <a:lnTo>
                        <a:pt x="913735" y="2675382"/>
                      </a:lnTo>
                      <a:lnTo>
                        <a:pt x="1624777" y="2675382"/>
                      </a:lnTo>
                      <a:lnTo>
                        <a:pt x="1624777" y="2901506"/>
                      </a:lnTo>
                      <a:close/>
                      <a:moveTo>
                        <a:pt x="964694" y="1474280"/>
                      </a:moveTo>
                      <a:lnTo>
                        <a:pt x="780099" y="1474280"/>
                      </a:lnTo>
                      <a:cubicBezTo>
                        <a:pt x="678372" y="1474280"/>
                        <a:pt x="595505" y="1391412"/>
                        <a:pt x="595505" y="1289685"/>
                      </a:cubicBezTo>
                      <a:cubicBezTo>
                        <a:pt x="595505" y="1187958"/>
                        <a:pt x="678372" y="1105091"/>
                        <a:pt x="780099" y="1105091"/>
                      </a:cubicBezTo>
                      <a:cubicBezTo>
                        <a:pt x="881826" y="1105091"/>
                        <a:pt x="964694" y="1187958"/>
                        <a:pt x="964694" y="1289685"/>
                      </a:cubicBezTo>
                      <a:lnTo>
                        <a:pt x="964694" y="1474280"/>
                      </a:lnTo>
                      <a:close/>
                      <a:moveTo>
                        <a:pt x="1084709" y="2555177"/>
                      </a:moveTo>
                      <a:lnTo>
                        <a:pt x="1084709" y="1594104"/>
                      </a:lnTo>
                      <a:lnTo>
                        <a:pt x="1453803" y="1594104"/>
                      </a:lnTo>
                      <a:lnTo>
                        <a:pt x="1453803" y="2555177"/>
                      </a:lnTo>
                      <a:lnTo>
                        <a:pt x="1084709" y="2555177"/>
                      </a:lnTo>
                      <a:close/>
                      <a:moveTo>
                        <a:pt x="1823849" y="2276856"/>
                      </a:moveTo>
                      <a:cubicBezTo>
                        <a:pt x="1718788" y="2334863"/>
                        <a:pt x="1647732" y="2438210"/>
                        <a:pt x="1629444" y="2555177"/>
                      </a:cubicBezTo>
                      <a:lnTo>
                        <a:pt x="1573818" y="2555177"/>
                      </a:lnTo>
                      <a:lnTo>
                        <a:pt x="1573818" y="1594104"/>
                      </a:lnTo>
                      <a:lnTo>
                        <a:pt x="1758412" y="1594104"/>
                      </a:lnTo>
                      <a:cubicBezTo>
                        <a:pt x="1839756" y="1594104"/>
                        <a:pt x="1916241" y="1562386"/>
                        <a:pt x="1973772" y="1504855"/>
                      </a:cubicBezTo>
                      <a:cubicBezTo>
                        <a:pt x="2031303" y="1447324"/>
                        <a:pt x="2063022" y="1370838"/>
                        <a:pt x="2063022" y="1289495"/>
                      </a:cubicBezTo>
                      <a:cubicBezTo>
                        <a:pt x="2063022" y="1208151"/>
                        <a:pt x="2031303" y="1131665"/>
                        <a:pt x="1973772" y="1074134"/>
                      </a:cubicBezTo>
                      <a:cubicBezTo>
                        <a:pt x="1916241" y="1016603"/>
                        <a:pt x="1839756" y="984885"/>
                        <a:pt x="1758412" y="984885"/>
                      </a:cubicBezTo>
                      <a:cubicBezTo>
                        <a:pt x="1677069" y="984885"/>
                        <a:pt x="1600583" y="1016603"/>
                        <a:pt x="1543052" y="1074134"/>
                      </a:cubicBezTo>
                      <a:cubicBezTo>
                        <a:pt x="1485521" y="1131665"/>
                        <a:pt x="1453803" y="1208151"/>
                        <a:pt x="1453803" y="1289495"/>
                      </a:cubicBezTo>
                      <a:lnTo>
                        <a:pt x="1453803" y="1474089"/>
                      </a:lnTo>
                      <a:lnTo>
                        <a:pt x="1084709" y="1474089"/>
                      </a:lnTo>
                      <a:lnTo>
                        <a:pt x="1084709" y="1289495"/>
                      </a:lnTo>
                      <a:cubicBezTo>
                        <a:pt x="1084709" y="1208151"/>
                        <a:pt x="1052991" y="1131665"/>
                        <a:pt x="995460" y="1074134"/>
                      </a:cubicBezTo>
                      <a:cubicBezTo>
                        <a:pt x="937929" y="1016603"/>
                        <a:pt x="861443" y="984885"/>
                        <a:pt x="780099" y="984885"/>
                      </a:cubicBezTo>
                      <a:cubicBezTo>
                        <a:pt x="698756" y="984885"/>
                        <a:pt x="622270" y="1016603"/>
                        <a:pt x="564739" y="1074134"/>
                      </a:cubicBezTo>
                      <a:cubicBezTo>
                        <a:pt x="507208" y="1131665"/>
                        <a:pt x="475490" y="1208151"/>
                        <a:pt x="475490" y="1289495"/>
                      </a:cubicBezTo>
                      <a:cubicBezTo>
                        <a:pt x="475490" y="1370838"/>
                        <a:pt x="507208" y="1447324"/>
                        <a:pt x="564739" y="1504855"/>
                      </a:cubicBezTo>
                      <a:cubicBezTo>
                        <a:pt x="622270" y="1562386"/>
                        <a:pt x="698756" y="1594104"/>
                        <a:pt x="780099" y="1594104"/>
                      </a:cubicBezTo>
                      <a:lnTo>
                        <a:pt x="964694" y="1594104"/>
                      </a:lnTo>
                      <a:lnTo>
                        <a:pt x="964694" y="2555177"/>
                      </a:lnTo>
                      <a:lnTo>
                        <a:pt x="909068" y="2555177"/>
                      </a:lnTo>
                      <a:cubicBezTo>
                        <a:pt x="890780" y="2438210"/>
                        <a:pt x="819628" y="2334863"/>
                        <a:pt x="714282" y="2276570"/>
                      </a:cubicBezTo>
                      <a:cubicBezTo>
                        <a:pt x="348236" y="2074450"/>
                        <a:pt x="120493" y="1689449"/>
                        <a:pt x="119541" y="1271778"/>
                      </a:cubicBezTo>
                      <a:cubicBezTo>
                        <a:pt x="118874" y="964501"/>
                        <a:pt x="237936" y="675418"/>
                        <a:pt x="454630" y="457962"/>
                      </a:cubicBezTo>
                      <a:cubicBezTo>
                        <a:pt x="671324" y="240411"/>
                        <a:pt x="959931" y="120301"/>
                        <a:pt x="1267113" y="119825"/>
                      </a:cubicBezTo>
                      <a:lnTo>
                        <a:pt x="1269113" y="119825"/>
                      </a:lnTo>
                      <a:cubicBezTo>
                        <a:pt x="1575818" y="119825"/>
                        <a:pt x="1864235" y="239173"/>
                        <a:pt x="2081310" y="455867"/>
                      </a:cubicBezTo>
                      <a:cubicBezTo>
                        <a:pt x="2298956" y="673037"/>
                        <a:pt x="2418685" y="962120"/>
                        <a:pt x="2418685" y="1269397"/>
                      </a:cubicBezTo>
                      <a:cubicBezTo>
                        <a:pt x="2418876" y="1688306"/>
                        <a:pt x="2190942" y="2074259"/>
                        <a:pt x="1823849" y="2276856"/>
                      </a:cubicBezTo>
                      <a:lnTo>
                        <a:pt x="1823849" y="2276856"/>
                      </a:lnTo>
                      <a:close/>
                      <a:moveTo>
                        <a:pt x="1573818" y="1474184"/>
                      </a:moveTo>
                      <a:lnTo>
                        <a:pt x="1573818" y="1289590"/>
                      </a:lnTo>
                      <a:cubicBezTo>
                        <a:pt x="1573818" y="1187863"/>
                        <a:pt x="1656685" y="1104995"/>
                        <a:pt x="1758412" y="1104995"/>
                      </a:cubicBezTo>
                      <a:cubicBezTo>
                        <a:pt x="1860139" y="1104995"/>
                        <a:pt x="1943007" y="1187863"/>
                        <a:pt x="1943007" y="1289590"/>
                      </a:cubicBezTo>
                      <a:cubicBezTo>
                        <a:pt x="1943007" y="1391317"/>
                        <a:pt x="1860139" y="1474184"/>
                        <a:pt x="1758412" y="1474184"/>
                      </a:cubicBezTo>
                      <a:lnTo>
                        <a:pt x="1573818" y="1474184"/>
                      </a:ln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5A0CA914-3E07-B9FA-B2B0-A231C3E750EC}"/>
                    </a:ext>
                  </a:extLst>
                </p:cNvPr>
                <p:cNvSpPr/>
                <p:nvPr/>
              </p:nvSpPr>
              <p:spPr>
                <a:xfrm>
                  <a:off x="-7276974"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223563D-A90C-B37E-4921-BA91ED85233F}"/>
                    </a:ext>
                  </a:extLst>
                </p:cNvPr>
                <p:cNvSpPr/>
                <p:nvPr/>
              </p:nvSpPr>
              <p:spPr>
                <a:xfrm>
                  <a:off x="-3893218"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6CF1B974-2A5B-B026-D916-05B5798F686A}"/>
                    </a:ext>
                  </a:extLst>
                </p:cNvPr>
                <p:cNvSpPr/>
                <p:nvPr/>
              </p:nvSpPr>
              <p:spPr>
                <a:xfrm>
                  <a:off x="-6731001" y="4395483"/>
                  <a:ext cx="371570" cy="371760"/>
                </a:xfrm>
                <a:custGeom>
                  <a:avLst/>
                  <a:gdLst>
                    <a:gd name="connsiteX0" fmla="*/ 261271 w 371570"/>
                    <a:gd name="connsiteY0" fmla="*/ 18860 h 371760"/>
                    <a:gd name="connsiteX1" fmla="*/ 18859 w 371570"/>
                    <a:gd name="connsiteY1" fmla="*/ 261271 h 371760"/>
                    <a:gd name="connsiteX2" fmla="*/ 18859 w 371570"/>
                    <a:gd name="connsiteY2" fmla="*/ 352806 h 371760"/>
                    <a:gd name="connsiteX3" fmla="*/ 64580 w 371570"/>
                    <a:gd name="connsiteY3" fmla="*/ 371761 h 371760"/>
                    <a:gd name="connsiteX4" fmla="*/ 110300 w 371570"/>
                    <a:gd name="connsiteY4" fmla="*/ 352806 h 371760"/>
                    <a:gd name="connsiteX5" fmla="*/ 352711 w 371570"/>
                    <a:gd name="connsiteY5" fmla="*/ 110395 h 371760"/>
                    <a:gd name="connsiteX6" fmla="*/ 352711 w 371570"/>
                    <a:gd name="connsiteY6" fmla="*/ 18860 h 371760"/>
                    <a:gd name="connsiteX7" fmla="*/ 261271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261271" y="18860"/>
                      </a:moveTo>
                      <a:lnTo>
                        <a:pt x="18859" y="261271"/>
                      </a:lnTo>
                      <a:cubicBezTo>
                        <a:pt x="-6286" y="286417"/>
                        <a:pt x="-6286" y="327470"/>
                        <a:pt x="18859" y="352806"/>
                      </a:cubicBezTo>
                      <a:cubicBezTo>
                        <a:pt x="31528" y="365475"/>
                        <a:pt x="48101" y="371761"/>
                        <a:pt x="64580" y="371761"/>
                      </a:cubicBezTo>
                      <a:cubicBezTo>
                        <a:pt x="81058" y="371761"/>
                        <a:pt x="97631" y="365475"/>
                        <a:pt x="110300" y="352806"/>
                      </a:cubicBezTo>
                      <a:lnTo>
                        <a:pt x="352711" y="110395"/>
                      </a:lnTo>
                      <a:cubicBezTo>
                        <a:pt x="377857" y="85249"/>
                        <a:pt x="377857" y="44196"/>
                        <a:pt x="352711" y="18860"/>
                      </a:cubicBezTo>
                      <a:cubicBezTo>
                        <a:pt x="327374" y="-6287"/>
                        <a:pt x="286417" y="-6287"/>
                        <a:pt x="261271" y="18860"/>
                      </a:cubicBezTo>
                      <a:close/>
                    </a:path>
                  </a:pathLst>
                </a:custGeom>
                <a:solidFill>
                  <a:schemeClr val="tx1"/>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A654E8E0-574B-411B-4042-CCA6D8E5D934}"/>
                    </a:ext>
                  </a:extLst>
                </p:cNvPr>
                <p:cNvSpPr/>
                <p:nvPr/>
              </p:nvSpPr>
              <p:spPr>
                <a:xfrm>
                  <a:off x="-4318319" y="1970799"/>
                  <a:ext cx="371570" cy="371760"/>
                </a:xfrm>
                <a:custGeom>
                  <a:avLst/>
                  <a:gdLst>
                    <a:gd name="connsiteX0" fmla="*/ 261271 w 371570"/>
                    <a:gd name="connsiteY0" fmla="*/ 18859 h 371760"/>
                    <a:gd name="connsiteX1" fmla="*/ 18859 w 371570"/>
                    <a:gd name="connsiteY1" fmla="*/ 261271 h 371760"/>
                    <a:gd name="connsiteX2" fmla="*/ 18859 w 371570"/>
                    <a:gd name="connsiteY2" fmla="*/ 352806 h 371760"/>
                    <a:gd name="connsiteX3" fmla="*/ 64579 w 371570"/>
                    <a:gd name="connsiteY3" fmla="*/ 371761 h 371760"/>
                    <a:gd name="connsiteX4" fmla="*/ 110299 w 371570"/>
                    <a:gd name="connsiteY4" fmla="*/ 352806 h 371760"/>
                    <a:gd name="connsiteX5" fmla="*/ 352711 w 371570"/>
                    <a:gd name="connsiteY5" fmla="*/ 110395 h 371760"/>
                    <a:gd name="connsiteX6" fmla="*/ 352711 w 371570"/>
                    <a:gd name="connsiteY6" fmla="*/ 18859 h 371760"/>
                    <a:gd name="connsiteX7" fmla="*/ 261271 w 371570"/>
                    <a:gd name="connsiteY7" fmla="*/ 18859 h 371760"/>
                    <a:gd name="connsiteX8" fmla="*/ 261271 w 371570"/>
                    <a:gd name="connsiteY8" fmla="*/ 18859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70" h="371760">
                      <a:moveTo>
                        <a:pt x="261271" y="18859"/>
                      </a:moveTo>
                      <a:lnTo>
                        <a:pt x="18859" y="261271"/>
                      </a:lnTo>
                      <a:cubicBezTo>
                        <a:pt x="-6286" y="286417"/>
                        <a:pt x="-6286" y="327469"/>
                        <a:pt x="18859" y="352806"/>
                      </a:cubicBezTo>
                      <a:cubicBezTo>
                        <a:pt x="31528" y="365474"/>
                        <a:pt x="48101" y="371761"/>
                        <a:pt x="64579" y="371761"/>
                      </a:cubicBezTo>
                      <a:cubicBezTo>
                        <a:pt x="81058" y="371761"/>
                        <a:pt x="97631" y="365474"/>
                        <a:pt x="110299" y="352806"/>
                      </a:cubicBezTo>
                      <a:lnTo>
                        <a:pt x="352711" y="110395"/>
                      </a:lnTo>
                      <a:cubicBezTo>
                        <a:pt x="377857" y="85249"/>
                        <a:pt x="377857" y="44196"/>
                        <a:pt x="352711" y="18859"/>
                      </a:cubicBezTo>
                      <a:cubicBezTo>
                        <a:pt x="327374" y="-6286"/>
                        <a:pt x="286417" y="-6286"/>
                        <a:pt x="261271" y="18859"/>
                      </a:cubicBezTo>
                      <a:lnTo>
                        <a:pt x="261271" y="18859"/>
                      </a:lnTo>
                      <a:close/>
                    </a:path>
                  </a:pathLst>
                </a:custGeom>
                <a:solidFill>
                  <a:schemeClr val="tx1"/>
                </a:solidFill>
                <a:ln w="9525"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914AA2E2-E206-5C3F-6422-03745D290D52}"/>
                    </a:ext>
                  </a:extLst>
                </p:cNvPr>
                <p:cNvSpPr/>
                <p:nvPr/>
              </p:nvSpPr>
              <p:spPr>
                <a:xfrm>
                  <a:off x="-5413694" y="1433018"/>
                  <a:ext cx="129349" cy="472154"/>
                </a:xfrm>
                <a:custGeom>
                  <a:avLst/>
                  <a:gdLst>
                    <a:gd name="connsiteX0" fmla="*/ 64675 w 129349"/>
                    <a:gd name="connsiteY0" fmla="*/ 472154 h 472154"/>
                    <a:gd name="connsiteX1" fmla="*/ 129350 w 129349"/>
                    <a:gd name="connsiteY1" fmla="*/ 407480 h 472154"/>
                    <a:gd name="connsiteX2" fmla="*/ 129350 w 129349"/>
                    <a:gd name="connsiteY2" fmla="*/ 64675 h 472154"/>
                    <a:gd name="connsiteX3" fmla="*/ 64675 w 129349"/>
                    <a:gd name="connsiteY3" fmla="*/ 0 h 472154"/>
                    <a:gd name="connsiteX4" fmla="*/ 0 w 129349"/>
                    <a:gd name="connsiteY4" fmla="*/ 64675 h 472154"/>
                    <a:gd name="connsiteX5" fmla="*/ 0 w 129349"/>
                    <a:gd name="connsiteY5" fmla="*/ 407480 h 472154"/>
                    <a:gd name="connsiteX6" fmla="*/ 64675 w 129349"/>
                    <a:gd name="connsiteY6" fmla="*/ 472154 h 4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349" h="472154">
                      <a:moveTo>
                        <a:pt x="64675" y="472154"/>
                      </a:moveTo>
                      <a:cubicBezTo>
                        <a:pt x="100394" y="472154"/>
                        <a:pt x="129350" y="443198"/>
                        <a:pt x="129350" y="407480"/>
                      </a:cubicBezTo>
                      <a:lnTo>
                        <a:pt x="129350" y="64675"/>
                      </a:lnTo>
                      <a:cubicBezTo>
                        <a:pt x="129350" y="28956"/>
                        <a:pt x="100394" y="0"/>
                        <a:pt x="64675" y="0"/>
                      </a:cubicBezTo>
                      <a:cubicBezTo>
                        <a:pt x="28956" y="0"/>
                        <a:pt x="0" y="28956"/>
                        <a:pt x="0" y="64675"/>
                      </a:cubicBezTo>
                      <a:lnTo>
                        <a:pt x="0" y="407480"/>
                      </a:lnTo>
                      <a:cubicBezTo>
                        <a:pt x="0" y="443198"/>
                        <a:pt x="28956" y="472154"/>
                        <a:pt x="64675" y="472154"/>
                      </a:cubicBezTo>
                      <a:close/>
                    </a:path>
                  </a:pathLst>
                </a:custGeom>
                <a:solidFill>
                  <a:schemeClr val="accent1"/>
                </a:solidFill>
                <a:ln w="952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FA0023A2-D233-7D5C-36DE-302A6F42CF1B}"/>
                    </a:ext>
                  </a:extLst>
                </p:cNvPr>
                <p:cNvSpPr/>
                <p:nvPr/>
              </p:nvSpPr>
              <p:spPr>
                <a:xfrm>
                  <a:off x="-4338512" y="4395483"/>
                  <a:ext cx="371570" cy="371760"/>
                </a:xfrm>
                <a:custGeom>
                  <a:avLst/>
                  <a:gdLst>
                    <a:gd name="connsiteX0" fmla="*/ 110395 w 371570"/>
                    <a:gd name="connsiteY0" fmla="*/ 18860 h 371760"/>
                    <a:gd name="connsiteX1" fmla="*/ 18860 w 371570"/>
                    <a:gd name="connsiteY1" fmla="*/ 18860 h 371760"/>
                    <a:gd name="connsiteX2" fmla="*/ 18860 w 371570"/>
                    <a:gd name="connsiteY2" fmla="*/ 110395 h 371760"/>
                    <a:gd name="connsiteX3" fmla="*/ 261271 w 371570"/>
                    <a:gd name="connsiteY3" fmla="*/ 352806 h 371760"/>
                    <a:gd name="connsiteX4" fmla="*/ 306991 w 371570"/>
                    <a:gd name="connsiteY4" fmla="*/ 371761 h 371760"/>
                    <a:gd name="connsiteX5" fmla="*/ 352711 w 371570"/>
                    <a:gd name="connsiteY5" fmla="*/ 352806 h 371760"/>
                    <a:gd name="connsiteX6" fmla="*/ 352711 w 371570"/>
                    <a:gd name="connsiteY6" fmla="*/ 261271 h 371760"/>
                    <a:gd name="connsiteX7" fmla="*/ 110300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110395" y="18860"/>
                      </a:moveTo>
                      <a:cubicBezTo>
                        <a:pt x="85249" y="-6287"/>
                        <a:pt x="44196" y="-6287"/>
                        <a:pt x="18860" y="18860"/>
                      </a:cubicBezTo>
                      <a:cubicBezTo>
                        <a:pt x="-6287" y="44006"/>
                        <a:pt x="-6287" y="85058"/>
                        <a:pt x="18860" y="110395"/>
                      </a:cubicBezTo>
                      <a:lnTo>
                        <a:pt x="261271" y="352806"/>
                      </a:lnTo>
                      <a:cubicBezTo>
                        <a:pt x="273939" y="365475"/>
                        <a:pt x="290513" y="371761"/>
                        <a:pt x="306991" y="371761"/>
                      </a:cubicBezTo>
                      <a:cubicBezTo>
                        <a:pt x="323469" y="371761"/>
                        <a:pt x="340043" y="365475"/>
                        <a:pt x="352711" y="352806"/>
                      </a:cubicBezTo>
                      <a:cubicBezTo>
                        <a:pt x="377857" y="327660"/>
                        <a:pt x="377857" y="286607"/>
                        <a:pt x="352711" y="261271"/>
                      </a:cubicBezTo>
                      <a:lnTo>
                        <a:pt x="110300" y="18860"/>
                      </a:lnTo>
                      <a:close/>
                    </a:path>
                  </a:pathLst>
                </a:custGeom>
                <a:solidFill>
                  <a:schemeClr val="tx1"/>
                </a:solidFill>
                <a:ln w="9525"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24EF155-063A-A4C8-5A35-7DF2F881F811}"/>
                    </a:ext>
                  </a:extLst>
                </p:cNvPr>
                <p:cNvSpPr/>
                <p:nvPr/>
              </p:nvSpPr>
              <p:spPr>
                <a:xfrm>
                  <a:off x="-6767101" y="1990706"/>
                  <a:ext cx="371665" cy="371760"/>
                </a:xfrm>
                <a:custGeom>
                  <a:avLst/>
                  <a:gdLst>
                    <a:gd name="connsiteX0" fmla="*/ 307086 w 371665"/>
                    <a:gd name="connsiteY0" fmla="*/ 371761 h 371760"/>
                    <a:gd name="connsiteX1" fmla="*/ 352806 w 371665"/>
                    <a:gd name="connsiteY1" fmla="*/ 352806 h 371760"/>
                    <a:gd name="connsiteX2" fmla="*/ 352806 w 371665"/>
                    <a:gd name="connsiteY2" fmla="*/ 261271 h 371760"/>
                    <a:gd name="connsiteX3" fmla="*/ 110395 w 371665"/>
                    <a:gd name="connsiteY3" fmla="*/ 18859 h 371760"/>
                    <a:gd name="connsiteX4" fmla="*/ 18859 w 371665"/>
                    <a:gd name="connsiteY4" fmla="*/ 18859 h 371760"/>
                    <a:gd name="connsiteX5" fmla="*/ 18859 w 371665"/>
                    <a:gd name="connsiteY5" fmla="*/ 110395 h 371760"/>
                    <a:gd name="connsiteX6" fmla="*/ 261271 w 371665"/>
                    <a:gd name="connsiteY6" fmla="*/ 352806 h 371760"/>
                    <a:gd name="connsiteX7" fmla="*/ 306991 w 371665"/>
                    <a:gd name="connsiteY7" fmla="*/ 371761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665" h="371760">
                      <a:moveTo>
                        <a:pt x="307086" y="371761"/>
                      </a:moveTo>
                      <a:cubicBezTo>
                        <a:pt x="323564" y="371761"/>
                        <a:pt x="340138" y="365474"/>
                        <a:pt x="352806" y="352806"/>
                      </a:cubicBezTo>
                      <a:cubicBezTo>
                        <a:pt x="377952" y="327660"/>
                        <a:pt x="377952" y="286607"/>
                        <a:pt x="352806" y="261271"/>
                      </a:cubicBezTo>
                      <a:lnTo>
                        <a:pt x="110395" y="18859"/>
                      </a:lnTo>
                      <a:cubicBezTo>
                        <a:pt x="85249" y="-6286"/>
                        <a:pt x="44196" y="-6286"/>
                        <a:pt x="18859" y="18859"/>
                      </a:cubicBezTo>
                      <a:cubicBezTo>
                        <a:pt x="-6286" y="44005"/>
                        <a:pt x="-6286" y="85058"/>
                        <a:pt x="18859" y="110395"/>
                      </a:cubicBezTo>
                      <a:lnTo>
                        <a:pt x="261271" y="352806"/>
                      </a:lnTo>
                      <a:cubicBezTo>
                        <a:pt x="273939" y="365474"/>
                        <a:pt x="290513" y="371761"/>
                        <a:pt x="306991" y="371761"/>
                      </a:cubicBezTo>
                      <a:close/>
                    </a:path>
                  </a:pathLst>
                </a:custGeom>
                <a:solidFill>
                  <a:schemeClr val="tx1"/>
                </a:solidFill>
                <a:ln w="9525" cap="flat">
                  <a:noFill/>
                  <a:prstDash val="solid"/>
                  <a:miter/>
                </a:ln>
              </p:spPr>
              <p:txBody>
                <a:bodyPr rtlCol="0" anchor="ctr"/>
                <a:lstStyle/>
                <a:p>
                  <a:endParaRPr lang="en-IN"/>
                </a:p>
              </p:txBody>
            </p:sp>
          </p:grpSp>
          <p:cxnSp>
            <p:nvCxnSpPr>
              <p:cNvPr id="25" name="Straight Connector 24">
                <a:extLst>
                  <a:ext uri="{FF2B5EF4-FFF2-40B4-BE49-F238E27FC236}">
                    <a16:creationId xmlns:a16="http://schemas.microsoft.com/office/drawing/2014/main" id="{0064EEDD-FD20-CB2F-2679-2B3CADE37FB6}"/>
                  </a:ext>
                </a:extLst>
              </p:cNvPr>
              <p:cNvCxnSpPr>
                <a:cxnSpLocks/>
              </p:cNvCxnSpPr>
              <p:nvPr/>
            </p:nvCxnSpPr>
            <p:spPr>
              <a:xfrm>
                <a:off x="-744437" y="3033525"/>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83D8AF7-4A41-C5C9-2D17-0A0043572EE0}"/>
                  </a:ext>
                </a:extLst>
              </p:cNvPr>
              <p:cNvCxnSpPr/>
              <p:nvPr/>
            </p:nvCxnSpPr>
            <p:spPr>
              <a:xfrm>
                <a:off x="-180195" y="3906187"/>
                <a:ext cx="0" cy="2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F44CB3E-2B88-8381-C6A8-39DFCAF627B2}"/>
                  </a:ext>
                </a:extLst>
              </p:cNvPr>
              <p:cNvCxnSpPr/>
              <p:nvPr/>
            </p:nvCxnSpPr>
            <p:spPr>
              <a:xfrm>
                <a:off x="-1308680" y="3375471"/>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 name="Rectangle 8">
            <a:extLst>
              <a:ext uri="{FF2B5EF4-FFF2-40B4-BE49-F238E27FC236}">
                <a16:creationId xmlns:a16="http://schemas.microsoft.com/office/drawing/2014/main" id="{5811F87B-D5A1-8951-1FB7-CE6B6F67310B}"/>
              </a:ext>
            </a:extLst>
          </p:cNvPr>
          <p:cNvSpPr/>
          <p:nvPr/>
        </p:nvSpPr>
        <p:spPr>
          <a:xfrm>
            <a:off x="1406969" y="2172394"/>
            <a:ext cx="10164082" cy="521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a:solidFill>
                  <a:schemeClr val="bg2"/>
                </a:solidFill>
                <a:cs typeface="Arial" panose="020B0604020202020204" pitchFamily="34" charset="0"/>
              </a:rPr>
              <a:t>Strapline with </a:t>
            </a:r>
            <a:r>
              <a:rPr lang="en-GB" sz="1400" b="1">
                <a:solidFill>
                  <a:schemeClr val="bg2"/>
                </a:solidFill>
                <a:cs typeface="Arial" panose="020B0604020202020204" pitchFamily="34" charset="0"/>
              </a:rPr>
              <a:t>one clear message</a:t>
            </a:r>
          </a:p>
        </p:txBody>
      </p:sp>
      <p:grpSp>
        <p:nvGrpSpPr>
          <p:cNvPr id="36" name="Group 35">
            <a:extLst>
              <a:ext uri="{FF2B5EF4-FFF2-40B4-BE49-F238E27FC236}">
                <a16:creationId xmlns:a16="http://schemas.microsoft.com/office/drawing/2014/main" id="{B0982B9A-C1AD-AF93-3138-AB1C3DE29E24}"/>
              </a:ext>
            </a:extLst>
          </p:cNvPr>
          <p:cNvGrpSpPr/>
          <p:nvPr/>
        </p:nvGrpSpPr>
        <p:grpSpPr>
          <a:xfrm>
            <a:off x="809664" y="2063776"/>
            <a:ext cx="483876" cy="738423"/>
            <a:chOff x="10426431" y="4929690"/>
            <a:chExt cx="483876" cy="738423"/>
          </a:xfrm>
        </p:grpSpPr>
        <p:grpSp>
          <p:nvGrpSpPr>
            <p:cNvPr id="37" name="Group 36">
              <a:extLst>
                <a:ext uri="{FF2B5EF4-FFF2-40B4-BE49-F238E27FC236}">
                  <a16:creationId xmlns:a16="http://schemas.microsoft.com/office/drawing/2014/main" id="{AF3992F4-E1D4-AC75-FCCA-8CF703CC09C0}"/>
                </a:ext>
              </a:extLst>
            </p:cNvPr>
            <p:cNvGrpSpPr/>
            <p:nvPr/>
          </p:nvGrpSpPr>
          <p:grpSpPr>
            <a:xfrm rot="1800000">
              <a:off x="10426431" y="5068636"/>
              <a:ext cx="483876" cy="452436"/>
              <a:chOff x="3600440" y="1095389"/>
              <a:chExt cx="4990540" cy="4666282"/>
            </a:xfrm>
          </p:grpSpPr>
          <p:sp>
            <p:nvSpPr>
              <p:cNvPr id="41" name="Freeform: Shape 40">
                <a:extLst>
                  <a:ext uri="{FF2B5EF4-FFF2-40B4-BE49-F238E27FC236}">
                    <a16:creationId xmlns:a16="http://schemas.microsoft.com/office/drawing/2014/main" id="{C3ECA393-4BA1-5653-E961-8CE01DE72308}"/>
                  </a:ext>
                </a:extLst>
              </p:cNvPr>
              <p:cNvSpPr/>
              <p:nvPr/>
            </p:nvSpPr>
            <p:spPr>
              <a:xfrm>
                <a:off x="3600440" y="1095389"/>
                <a:ext cx="4990540" cy="4666282"/>
              </a:xfrm>
              <a:custGeom>
                <a:avLst/>
                <a:gdLst>
                  <a:gd name="connsiteX0" fmla="*/ 1649930 w 4990540"/>
                  <a:gd name="connsiteY0" fmla="*/ 4666283 h 4666282"/>
                  <a:gd name="connsiteX1" fmla="*/ 1674504 w 4990540"/>
                  <a:gd name="connsiteY1" fmla="*/ 4129359 h 4666282"/>
                  <a:gd name="connsiteX2" fmla="*/ 1698793 w 4990540"/>
                  <a:gd name="connsiteY2" fmla="*/ 3606532 h 4666282"/>
                  <a:gd name="connsiteX3" fmla="*/ 1655549 w 4990540"/>
                  <a:gd name="connsiteY3" fmla="*/ 3576623 h 4666282"/>
                  <a:gd name="connsiteX4" fmla="*/ 898312 w 4990540"/>
                  <a:gd name="connsiteY4" fmla="*/ 3576623 h 4666282"/>
                  <a:gd name="connsiteX5" fmla="*/ 564937 w 4990540"/>
                  <a:gd name="connsiteY5" fmla="*/ 3576433 h 4666282"/>
                  <a:gd name="connsiteX6" fmla="*/ 295 w 4990540"/>
                  <a:gd name="connsiteY6" fmla="*/ 3013029 h 4666282"/>
                  <a:gd name="connsiteX7" fmla="*/ 9 w 4990540"/>
                  <a:gd name="connsiteY7" fmla="*/ 565199 h 4666282"/>
                  <a:gd name="connsiteX8" fmla="*/ 557888 w 4990540"/>
                  <a:gd name="connsiteY8" fmla="*/ 747 h 4666282"/>
                  <a:gd name="connsiteX9" fmla="*/ 2691393 w 4990540"/>
                  <a:gd name="connsiteY9" fmla="*/ 271 h 4666282"/>
                  <a:gd name="connsiteX10" fmla="*/ 4419990 w 4990540"/>
                  <a:gd name="connsiteY10" fmla="*/ 462 h 4666282"/>
                  <a:gd name="connsiteX11" fmla="*/ 4967011 w 4990540"/>
                  <a:gd name="connsiteY11" fmla="*/ 398797 h 4666282"/>
                  <a:gd name="connsiteX12" fmla="*/ 4989014 w 4990540"/>
                  <a:gd name="connsiteY12" fmla="*/ 577010 h 4666282"/>
                  <a:gd name="connsiteX13" fmla="*/ 4990538 w 4990540"/>
                  <a:gd name="connsiteY13" fmla="*/ 2995979 h 4666282"/>
                  <a:gd name="connsiteX14" fmla="*/ 4554864 w 4990540"/>
                  <a:gd name="connsiteY14" fmla="*/ 3561669 h 4666282"/>
                  <a:gd name="connsiteX15" fmla="*/ 4418181 w 4990540"/>
                  <a:gd name="connsiteY15" fmla="*/ 3576814 h 4666282"/>
                  <a:gd name="connsiteX16" fmla="*/ 3023054 w 4990540"/>
                  <a:gd name="connsiteY16" fmla="*/ 3575671 h 4666282"/>
                  <a:gd name="connsiteX17" fmla="*/ 2924946 w 4990540"/>
                  <a:gd name="connsiteY17" fmla="*/ 3611866 h 4666282"/>
                  <a:gd name="connsiteX18" fmla="*/ 1684220 w 4990540"/>
                  <a:gd name="connsiteY18" fmla="*/ 4642756 h 4666282"/>
                  <a:gd name="connsiteX19" fmla="*/ 1649930 w 4990540"/>
                  <a:gd name="connsiteY19" fmla="*/ 4666283 h 4666282"/>
                  <a:gd name="connsiteX20" fmla="*/ 1858051 w 4990540"/>
                  <a:gd name="connsiteY20" fmla="*/ 4248612 h 4666282"/>
                  <a:gd name="connsiteX21" fmla="*/ 1898532 w 4990540"/>
                  <a:gd name="connsiteY21" fmla="*/ 4219465 h 4666282"/>
                  <a:gd name="connsiteX22" fmla="*/ 2864843 w 4990540"/>
                  <a:gd name="connsiteY22" fmla="*/ 3416984 h 4666282"/>
                  <a:gd name="connsiteX23" fmla="*/ 2950473 w 4990540"/>
                  <a:gd name="connsiteY23" fmla="*/ 3386218 h 4666282"/>
                  <a:gd name="connsiteX24" fmla="*/ 4412275 w 4990540"/>
                  <a:gd name="connsiteY24" fmla="*/ 3386885 h 4666282"/>
                  <a:gd name="connsiteX25" fmla="*/ 4802133 w 4990540"/>
                  <a:gd name="connsiteY25" fmla="*/ 2996551 h 4666282"/>
                  <a:gd name="connsiteX26" fmla="*/ 4802133 w 4990540"/>
                  <a:gd name="connsiteY26" fmla="*/ 577677 h 4666282"/>
                  <a:gd name="connsiteX27" fmla="*/ 4411037 w 4990540"/>
                  <a:gd name="connsiteY27" fmla="*/ 185914 h 4666282"/>
                  <a:gd name="connsiteX28" fmla="*/ 606656 w 4990540"/>
                  <a:gd name="connsiteY28" fmla="*/ 184770 h 4666282"/>
                  <a:gd name="connsiteX29" fmla="*/ 452351 w 4990540"/>
                  <a:gd name="connsiteY29" fmla="*/ 203916 h 4666282"/>
                  <a:gd name="connsiteX30" fmla="*/ 186794 w 4990540"/>
                  <a:gd name="connsiteY30" fmla="*/ 602442 h 4666282"/>
                  <a:gd name="connsiteX31" fmla="*/ 186509 w 4990540"/>
                  <a:gd name="connsiteY31" fmla="*/ 2992741 h 4666282"/>
                  <a:gd name="connsiteX32" fmla="*/ 584368 w 4990540"/>
                  <a:gd name="connsiteY32" fmla="*/ 3388790 h 4666282"/>
                  <a:gd name="connsiteX33" fmla="*/ 1836715 w 4990540"/>
                  <a:gd name="connsiteY33" fmla="*/ 3386980 h 4666282"/>
                  <a:gd name="connsiteX34" fmla="*/ 1870052 w 4990540"/>
                  <a:gd name="connsiteY34" fmla="*/ 3386885 h 4666282"/>
                  <a:gd name="connsiteX35" fmla="*/ 1896341 w 4990540"/>
                  <a:gd name="connsiteY35" fmla="*/ 3414793 h 4666282"/>
                  <a:gd name="connsiteX36" fmla="*/ 1872910 w 4990540"/>
                  <a:gd name="connsiteY36" fmla="*/ 3880376 h 4666282"/>
                  <a:gd name="connsiteX37" fmla="*/ 1858051 w 4990540"/>
                  <a:gd name="connsiteY37" fmla="*/ 4248517 h 4666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90540" h="4666282">
                    <a:moveTo>
                      <a:pt x="1649930" y="4666283"/>
                    </a:moveTo>
                    <a:cubicBezTo>
                      <a:pt x="1658407" y="4480927"/>
                      <a:pt x="1666503" y="4305190"/>
                      <a:pt x="1674504" y="4129359"/>
                    </a:cubicBezTo>
                    <a:cubicBezTo>
                      <a:pt x="1682410" y="3955051"/>
                      <a:pt x="1689649" y="3780744"/>
                      <a:pt x="1698793" y="3606532"/>
                    </a:cubicBezTo>
                    <a:cubicBezTo>
                      <a:pt x="1700793" y="3568051"/>
                      <a:pt x="1675933" y="3576718"/>
                      <a:pt x="1655549" y="3576623"/>
                    </a:cubicBezTo>
                    <a:cubicBezTo>
                      <a:pt x="1403137" y="3576433"/>
                      <a:pt x="1150724" y="3576623"/>
                      <a:pt x="898312" y="3576623"/>
                    </a:cubicBezTo>
                    <a:cubicBezTo>
                      <a:pt x="787155" y="3576623"/>
                      <a:pt x="676094" y="3577195"/>
                      <a:pt x="564937" y="3576433"/>
                    </a:cubicBezTo>
                    <a:cubicBezTo>
                      <a:pt x="215846" y="3573956"/>
                      <a:pt x="-1039" y="3291349"/>
                      <a:pt x="295" y="3013029"/>
                    </a:cubicBezTo>
                    <a:cubicBezTo>
                      <a:pt x="4295" y="2197117"/>
                      <a:pt x="4772" y="1381111"/>
                      <a:pt x="9" y="565199"/>
                    </a:cubicBezTo>
                    <a:cubicBezTo>
                      <a:pt x="-1610" y="288307"/>
                      <a:pt x="214988" y="1319"/>
                      <a:pt x="557888" y="747"/>
                    </a:cubicBezTo>
                    <a:cubicBezTo>
                      <a:pt x="1269120" y="-586"/>
                      <a:pt x="1980257" y="271"/>
                      <a:pt x="2691393" y="271"/>
                    </a:cubicBezTo>
                    <a:cubicBezTo>
                      <a:pt x="3267560" y="271"/>
                      <a:pt x="3843823" y="-110"/>
                      <a:pt x="4419990" y="462"/>
                    </a:cubicBezTo>
                    <a:cubicBezTo>
                      <a:pt x="4682499" y="747"/>
                      <a:pt x="4890239" y="153433"/>
                      <a:pt x="4967011" y="398797"/>
                    </a:cubicBezTo>
                    <a:cubicBezTo>
                      <a:pt x="4985299" y="457090"/>
                      <a:pt x="4988919" y="517002"/>
                      <a:pt x="4989014" y="577010"/>
                    </a:cubicBezTo>
                    <a:cubicBezTo>
                      <a:pt x="4989680" y="1383301"/>
                      <a:pt x="4988347" y="2189688"/>
                      <a:pt x="4990538" y="2995979"/>
                    </a:cubicBezTo>
                    <a:cubicBezTo>
                      <a:pt x="4991395" y="3301732"/>
                      <a:pt x="4790322" y="3510710"/>
                      <a:pt x="4554864" y="3561669"/>
                    </a:cubicBezTo>
                    <a:cubicBezTo>
                      <a:pt x="4510097" y="3571384"/>
                      <a:pt x="4464472" y="3576909"/>
                      <a:pt x="4418181" y="3576814"/>
                    </a:cubicBezTo>
                    <a:cubicBezTo>
                      <a:pt x="3953170" y="3576433"/>
                      <a:pt x="3488064" y="3577004"/>
                      <a:pt x="3023054" y="3575671"/>
                    </a:cubicBezTo>
                    <a:cubicBezTo>
                      <a:pt x="2983620" y="3575576"/>
                      <a:pt x="2954569" y="3587196"/>
                      <a:pt x="2924946" y="3611866"/>
                    </a:cubicBezTo>
                    <a:cubicBezTo>
                      <a:pt x="2511847" y="3956099"/>
                      <a:pt x="2097986" y="4299380"/>
                      <a:pt x="1684220" y="4642756"/>
                    </a:cubicBezTo>
                    <a:cubicBezTo>
                      <a:pt x="1676123" y="4649519"/>
                      <a:pt x="1666694" y="4654853"/>
                      <a:pt x="1649930" y="4666283"/>
                    </a:cubicBezTo>
                    <a:close/>
                    <a:moveTo>
                      <a:pt x="1858051" y="4248612"/>
                    </a:moveTo>
                    <a:cubicBezTo>
                      <a:pt x="1876529" y="4235372"/>
                      <a:pt x="1888150" y="4228133"/>
                      <a:pt x="1898532" y="4219465"/>
                    </a:cubicBezTo>
                    <a:cubicBezTo>
                      <a:pt x="2220858" y="3952194"/>
                      <a:pt x="2543184" y="3685018"/>
                      <a:pt x="2864843" y="3416984"/>
                    </a:cubicBezTo>
                    <a:cubicBezTo>
                      <a:pt x="2890751" y="3395362"/>
                      <a:pt x="2916469" y="3386218"/>
                      <a:pt x="2950473" y="3386218"/>
                    </a:cubicBezTo>
                    <a:cubicBezTo>
                      <a:pt x="3437772" y="3387266"/>
                      <a:pt x="3924976" y="3386980"/>
                      <a:pt x="4412275" y="3386885"/>
                    </a:cubicBezTo>
                    <a:cubicBezTo>
                      <a:pt x="4646971" y="3386885"/>
                      <a:pt x="4802038" y="3232009"/>
                      <a:pt x="4802133" y="2996551"/>
                    </a:cubicBezTo>
                    <a:cubicBezTo>
                      <a:pt x="4802419" y="2190259"/>
                      <a:pt x="4802324" y="1383968"/>
                      <a:pt x="4802133" y="577677"/>
                    </a:cubicBezTo>
                    <a:cubicBezTo>
                      <a:pt x="4802133" y="346315"/>
                      <a:pt x="4641637" y="186009"/>
                      <a:pt x="4411037" y="185914"/>
                    </a:cubicBezTo>
                    <a:cubicBezTo>
                      <a:pt x="3142878" y="185532"/>
                      <a:pt x="1874815" y="185152"/>
                      <a:pt x="606656" y="184770"/>
                    </a:cubicBezTo>
                    <a:cubicBezTo>
                      <a:pt x="554364" y="184770"/>
                      <a:pt x="502548" y="188390"/>
                      <a:pt x="452351" y="203916"/>
                    </a:cubicBezTo>
                    <a:cubicBezTo>
                      <a:pt x="280044" y="257256"/>
                      <a:pt x="186699" y="396511"/>
                      <a:pt x="186794" y="602442"/>
                    </a:cubicBezTo>
                    <a:cubicBezTo>
                      <a:pt x="186890" y="1399208"/>
                      <a:pt x="189747" y="2195974"/>
                      <a:pt x="186509" y="2992741"/>
                    </a:cubicBezTo>
                    <a:cubicBezTo>
                      <a:pt x="185556" y="3219817"/>
                      <a:pt x="357673" y="3392219"/>
                      <a:pt x="584368" y="3388790"/>
                    </a:cubicBezTo>
                    <a:cubicBezTo>
                      <a:pt x="1001753" y="3382408"/>
                      <a:pt x="1419234" y="3386980"/>
                      <a:pt x="1836715" y="3386980"/>
                    </a:cubicBezTo>
                    <a:cubicBezTo>
                      <a:pt x="1847859" y="3386980"/>
                      <a:pt x="1859003" y="3387742"/>
                      <a:pt x="1870052" y="3386885"/>
                    </a:cubicBezTo>
                    <a:cubicBezTo>
                      <a:pt x="1890817" y="3385361"/>
                      <a:pt x="1897484" y="3394029"/>
                      <a:pt x="1896341" y="3414793"/>
                    </a:cubicBezTo>
                    <a:cubicBezTo>
                      <a:pt x="1887959" y="3569955"/>
                      <a:pt x="1880054" y="3725213"/>
                      <a:pt x="1872910" y="3880376"/>
                    </a:cubicBezTo>
                    <a:cubicBezTo>
                      <a:pt x="1867385" y="4000105"/>
                      <a:pt x="1863194" y="4119834"/>
                      <a:pt x="1858051" y="4248517"/>
                    </a:cubicBezTo>
                    <a:close/>
                  </a:path>
                </a:pathLst>
              </a:custGeom>
              <a:solidFill>
                <a:schemeClr val="tx1"/>
              </a:solidFill>
              <a:ln w="952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87825DC1-08F3-AAAF-718F-6F1B5DA7C0D5}"/>
                  </a:ext>
                </a:extLst>
              </p:cNvPr>
              <p:cNvSpPr/>
              <p:nvPr/>
            </p:nvSpPr>
            <p:spPr>
              <a:xfrm>
                <a:off x="4720958" y="2633915"/>
                <a:ext cx="596978" cy="596883"/>
              </a:xfrm>
              <a:custGeom>
                <a:avLst/>
                <a:gdLst>
                  <a:gd name="connsiteX0" fmla="*/ 596945 w 596978"/>
                  <a:gd name="connsiteY0" fmla="*/ 303690 h 596883"/>
                  <a:gd name="connsiteX1" fmla="*/ 296336 w 596978"/>
                  <a:gd name="connsiteY1" fmla="*/ 596870 h 596883"/>
                  <a:gd name="connsiteX2" fmla="*/ 13 w 596978"/>
                  <a:gd name="connsiteY2" fmla="*/ 298737 h 596883"/>
                  <a:gd name="connsiteX3" fmla="*/ 301384 w 596978"/>
                  <a:gd name="connsiteY3" fmla="*/ 33 h 596883"/>
                  <a:gd name="connsiteX4" fmla="*/ 596945 w 596978"/>
                  <a:gd name="connsiteY4" fmla="*/ 303785 h 596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978" h="596883">
                    <a:moveTo>
                      <a:pt x="596945" y="303690"/>
                    </a:moveTo>
                    <a:cubicBezTo>
                      <a:pt x="591325" y="460186"/>
                      <a:pt x="477977" y="595060"/>
                      <a:pt x="296336" y="596870"/>
                    </a:cubicBezTo>
                    <a:cubicBezTo>
                      <a:pt x="132506" y="598489"/>
                      <a:pt x="-1511" y="458567"/>
                      <a:pt x="13" y="298737"/>
                    </a:cubicBezTo>
                    <a:cubicBezTo>
                      <a:pt x="1632" y="134526"/>
                      <a:pt x="139840" y="-2443"/>
                      <a:pt x="301384" y="33"/>
                    </a:cubicBezTo>
                    <a:cubicBezTo>
                      <a:pt x="465976" y="2510"/>
                      <a:pt x="599421" y="139574"/>
                      <a:pt x="596945" y="303785"/>
                    </a:cubicBezTo>
                    <a:close/>
                  </a:path>
                </a:pathLst>
              </a:custGeom>
              <a:solidFill>
                <a:schemeClr val="accent1"/>
              </a:solidFill>
              <a:ln w="9525"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77E6EC87-1B1E-F6EB-4805-03D69B70E8DA}"/>
                  </a:ext>
                </a:extLst>
              </p:cNvPr>
              <p:cNvSpPr/>
              <p:nvPr/>
            </p:nvSpPr>
            <p:spPr>
              <a:xfrm>
                <a:off x="5796675" y="2633930"/>
                <a:ext cx="596789" cy="595901"/>
              </a:xfrm>
              <a:custGeom>
                <a:avLst/>
                <a:gdLst>
                  <a:gd name="connsiteX0" fmla="*/ 596790 w 596789"/>
                  <a:gd name="connsiteY0" fmla="*/ 298912 h 595901"/>
                  <a:gd name="connsiteX1" fmla="*/ 301229 w 596789"/>
                  <a:gd name="connsiteY1" fmla="*/ 595902 h 595901"/>
                  <a:gd name="connsiteX2" fmla="*/ 49 w 596789"/>
                  <a:gd name="connsiteY2" fmla="*/ 294055 h 595901"/>
                  <a:gd name="connsiteX3" fmla="*/ 296562 w 596789"/>
                  <a:gd name="connsiteY3" fmla="*/ 18 h 595901"/>
                  <a:gd name="connsiteX4" fmla="*/ 596790 w 596789"/>
                  <a:gd name="connsiteY4" fmla="*/ 298912 h 595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89" h="595901">
                    <a:moveTo>
                      <a:pt x="596790" y="298912"/>
                    </a:moveTo>
                    <a:cubicBezTo>
                      <a:pt x="592980" y="462647"/>
                      <a:pt x="476965" y="595997"/>
                      <a:pt x="301229" y="595902"/>
                    </a:cubicBezTo>
                    <a:cubicBezTo>
                      <a:pt x="118921" y="595807"/>
                      <a:pt x="3382" y="464362"/>
                      <a:pt x="49" y="294055"/>
                    </a:cubicBezTo>
                    <a:cubicBezTo>
                      <a:pt x="-2999" y="137845"/>
                      <a:pt x="137685" y="1828"/>
                      <a:pt x="296562" y="18"/>
                    </a:cubicBezTo>
                    <a:cubicBezTo>
                      <a:pt x="460011" y="-1792"/>
                      <a:pt x="596409" y="134035"/>
                      <a:pt x="596790" y="298912"/>
                    </a:cubicBezTo>
                    <a:close/>
                  </a:path>
                </a:pathLst>
              </a:custGeom>
              <a:solidFill>
                <a:schemeClr val="accent1"/>
              </a:solidFill>
              <a:ln w="952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CCE80CC-822D-B5AE-F575-05F98D4DB32A}"/>
                  </a:ext>
                </a:extLst>
              </p:cNvPr>
              <p:cNvSpPr/>
              <p:nvPr/>
            </p:nvSpPr>
            <p:spPr>
              <a:xfrm>
                <a:off x="6873279" y="2634036"/>
                <a:ext cx="596320" cy="595911"/>
              </a:xfrm>
              <a:custGeom>
                <a:avLst/>
                <a:gdLst>
                  <a:gd name="connsiteX0" fmla="*/ 596226 w 596320"/>
                  <a:gd name="connsiteY0" fmla="*/ 299283 h 595911"/>
                  <a:gd name="connsiteX1" fmla="*/ 300188 w 596320"/>
                  <a:gd name="connsiteY1" fmla="*/ 595891 h 595911"/>
                  <a:gd name="connsiteX2" fmla="*/ 56 w 596320"/>
                  <a:gd name="connsiteY2" fmla="*/ 298330 h 595911"/>
                  <a:gd name="connsiteX3" fmla="*/ 296283 w 596320"/>
                  <a:gd name="connsiteY3" fmla="*/ 7 h 595911"/>
                  <a:gd name="connsiteX4" fmla="*/ 596321 w 596320"/>
                  <a:gd name="connsiteY4" fmla="*/ 299378 h 59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320" h="595911">
                    <a:moveTo>
                      <a:pt x="596226" y="299283"/>
                    </a:moveTo>
                    <a:cubicBezTo>
                      <a:pt x="592130" y="447873"/>
                      <a:pt x="491546" y="593796"/>
                      <a:pt x="300188" y="595891"/>
                    </a:cubicBezTo>
                    <a:cubicBezTo>
                      <a:pt x="125595" y="597796"/>
                      <a:pt x="3389" y="467875"/>
                      <a:pt x="56" y="298330"/>
                    </a:cubicBezTo>
                    <a:cubicBezTo>
                      <a:pt x="-3183" y="137548"/>
                      <a:pt x="135501" y="1150"/>
                      <a:pt x="296283" y="7"/>
                    </a:cubicBezTo>
                    <a:cubicBezTo>
                      <a:pt x="459732" y="-1136"/>
                      <a:pt x="596035" y="134786"/>
                      <a:pt x="596321" y="299378"/>
                    </a:cubicBezTo>
                    <a:close/>
                  </a:path>
                </a:pathLst>
              </a:custGeom>
              <a:solidFill>
                <a:schemeClr val="accent1"/>
              </a:solidFill>
              <a:ln w="9525" cap="flat">
                <a:noFill/>
                <a:prstDash val="solid"/>
                <a:miter/>
              </a:ln>
            </p:spPr>
            <p:txBody>
              <a:bodyPr rtlCol="0" anchor="ctr"/>
              <a:lstStyle/>
              <a:p>
                <a:endParaRPr lang="en-IN"/>
              </a:p>
            </p:txBody>
          </p:sp>
        </p:grpSp>
        <p:cxnSp>
          <p:nvCxnSpPr>
            <p:cNvPr id="38" name="Straight Connector 37">
              <a:extLst>
                <a:ext uri="{FF2B5EF4-FFF2-40B4-BE49-F238E27FC236}">
                  <a16:creationId xmlns:a16="http://schemas.microsoft.com/office/drawing/2014/main" id="{61312627-EB1C-782A-3D5C-D0AB2C5C7F8D}"/>
                </a:ext>
              </a:extLst>
            </p:cNvPr>
            <p:cNvCxnSpPr>
              <a:cxnSpLocks/>
            </p:cNvCxnSpPr>
            <p:nvPr/>
          </p:nvCxnSpPr>
          <p:spPr>
            <a:xfrm rot="1800000">
              <a:off x="10882835" y="5352224"/>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E6328B7-2AC2-CF54-038E-002DBFB489E4}"/>
                </a:ext>
              </a:extLst>
            </p:cNvPr>
            <p:cNvCxnSpPr>
              <a:cxnSpLocks/>
            </p:cNvCxnSpPr>
            <p:nvPr/>
          </p:nvCxnSpPr>
          <p:spPr>
            <a:xfrm rot="1800000">
              <a:off x="10854315" y="4955135"/>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2F783F5-7F4A-535D-C55A-E017A947F6C9}"/>
                </a:ext>
              </a:extLst>
            </p:cNvPr>
            <p:cNvCxnSpPr>
              <a:cxnSpLocks/>
            </p:cNvCxnSpPr>
            <p:nvPr/>
          </p:nvCxnSpPr>
          <p:spPr>
            <a:xfrm rot="1800000">
              <a:off x="10459467" y="4929690"/>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6C810F37-C2F1-D465-18EF-40CCF9EDE5E4}"/>
              </a:ext>
            </a:extLst>
          </p:cNvPr>
          <p:cNvGrpSpPr/>
          <p:nvPr/>
        </p:nvGrpSpPr>
        <p:grpSpPr>
          <a:xfrm>
            <a:off x="754487" y="4699639"/>
            <a:ext cx="10816564" cy="631098"/>
            <a:chOff x="754487" y="4699639"/>
            <a:chExt cx="10816564" cy="631098"/>
          </a:xfrm>
        </p:grpSpPr>
        <p:sp>
          <p:nvSpPr>
            <p:cNvPr id="17" name="Rectangle 16">
              <a:extLst>
                <a:ext uri="{FF2B5EF4-FFF2-40B4-BE49-F238E27FC236}">
                  <a16:creationId xmlns:a16="http://schemas.microsoft.com/office/drawing/2014/main" id="{E618747F-6373-1202-9E6B-6E107EAC80EE}"/>
                </a:ext>
              </a:extLst>
            </p:cNvPr>
            <p:cNvSpPr/>
            <p:nvPr/>
          </p:nvSpPr>
          <p:spPr>
            <a:xfrm>
              <a:off x="1406969" y="4766791"/>
              <a:ext cx="10164082" cy="5289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b="1">
                  <a:solidFill>
                    <a:schemeClr val="bg2"/>
                  </a:solidFill>
                  <a:cs typeface="Arial" panose="020B0604020202020204" pitchFamily="34" charset="0"/>
                </a:rPr>
                <a:t>Crisp and concise language </a:t>
              </a:r>
              <a:r>
                <a:rPr lang="en-GB" sz="1400">
                  <a:solidFill>
                    <a:schemeClr val="bg2"/>
                  </a:solidFill>
                  <a:cs typeface="Arial" panose="020B0604020202020204" pitchFamily="34" charset="0"/>
                </a:rPr>
                <a:t>that helps the reader understand the message immediately</a:t>
              </a:r>
            </a:p>
          </p:txBody>
        </p:sp>
        <p:grpSp>
          <p:nvGrpSpPr>
            <p:cNvPr id="54" name="Group 53">
              <a:extLst>
                <a:ext uri="{FF2B5EF4-FFF2-40B4-BE49-F238E27FC236}">
                  <a16:creationId xmlns:a16="http://schemas.microsoft.com/office/drawing/2014/main" id="{F73B28EC-6416-0025-C71C-1FD1F5BBA134}"/>
                </a:ext>
              </a:extLst>
            </p:cNvPr>
            <p:cNvGrpSpPr/>
            <p:nvPr/>
          </p:nvGrpSpPr>
          <p:grpSpPr>
            <a:xfrm rot="1800000">
              <a:off x="754487" y="4699639"/>
              <a:ext cx="594231" cy="631098"/>
              <a:chOff x="-2264980" y="3794567"/>
              <a:chExt cx="857552" cy="910757"/>
            </a:xfrm>
          </p:grpSpPr>
          <p:grpSp>
            <p:nvGrpSpPr>
              <p:cNvPr id="55" name="Group 54">
                <a:extLst>
                  <a:ext uri="{FF2B5EF4-FFF2-40B4-BE49-F238E27FC236}">
                    <a16:creationId xmlns:a16="http://schemas.microsoft.com/office/drawing/2014/main" id="{8BFFFE8B-61EE-9AF0-DD96-BE9858C83EA4}"/>
                  </a:ext>
                </a:extLst>
              </p:cNvPr>
              <p:cNvGrpSpPr/>
              <p:nvPr/>
            </p:nvGrpSpPr>
            <p:grpSpPr>
              <a:xfrm>
                <a:off x="-2191791" y="3994150"/>
                <a:ext cx="711174" cy="711174"/>
                <a:chOff x="-7916336" y="-18"/>
                <a:chExt cx="3977571" cy="3977578"/>
              </a:xfrm>
            </p:grpSpPr>
            <p:sp>
              <p:nvSpPr>
                <p:cNvPr id="59" name="Freeform: Shape 58">
                  <a:extLst>
                    <a:ext uri="{FF2B5EF4-FFF2-40B4-BE49-F238E27FC236}">
                      <a16:creationId xmlns:a16="http://schemas.microsoft.com/office/drawing/2014/main" id="{248376BC-3CD3-3C5E-79F5-54A54742D32C}"/>
                    </a:ext>
                  </a:extLst>
                </p:cNvPr>
                <p:cNvSpPr/>
                <p:nvPr/>
              </p:nvSpPr>
              <p:spPr>
                <a:xfrm>
                  <a:off x="-6778453" y="1137856"/>
                  <a:ext cx="1091660" cy="1091660"/>
                </a:xfrm>
                <a:custGeom>
                  <a:avLst/>
                  <a:gdLst>
                    <a:gd name="connsiteX0" fmla="*/ 931545 w 1091660"/>
                    <a:gd name="connsiteY0" fmla="*/ 159830 h 1091660"/>
                    <a:gd name="connsiteX1" fmla="*/ 545782 w 1091660"/>
                    <a:gd name="connsiteY1" fmla="*/ 0 h 1091660"/>
                    <a:gd name="connsiteX2" fmla="*/ 159830 w 1091660"/>
                    <a:gd name="connsiteY2" fmla="*/ 159925 h 1091660"/>
                    <a:gd name="connsiteX3" fmla="*/ 0 w 1091660"/>
                    <a:gd name="connsiteY3" fmla="*/ 545973 h 1091660"/>
                    <a:gd name="connsiteX4" fmla="*/ 159925 w 1091660"/>
                    <a:gd name="connsiteY4" fmla="*/ 931926 h 1091660"/>
                    <a:gd name="connsiteX5" fmla="*/ 545973 w 1091660"/>
                    <a:gd name="connsiteY5" fmla="*/ 1091660 h 1091660"/>
                    <a:gd name="connsiteX6" fmla="*/ 931926 w 1091660"/>
                    <a:gd name="connsiteY6" fmla="*/ 931640 h 1091660"/>
                    <a:gd name="connsiteX7" fmla="*/ 1091660 w 1091660"/>
                    <a:gd name="connsiteY7" fmla="*/ 545592 h 1091660"/>
                    <a:gd name="connsiteX8" fmla="*/ 931640 w 1091660"/>
                    <a:gd name="connsiteY8" fmla="*/ 159830 h 1091660"/>
                    <a:gd name="connsiteX9" fmla="*/ 865537 w 1091660"/>
                    <a:gd name="connsiteY9" fmla="*/ 865442 h 1091660"/>
                    <a:gd name="connsiteX10" fmla="*/ 545782 w 1091660"/>
                    <a:gd name="connsiteY10" fmla="*/ 998315 h 1091660"/>
                    <a:gd name="connsiteX11" fmla="*/ 225838 w 1091660"/>
                    <a:gd name="connsiteY11" fmla="*/ 865823 h 1091660"/>
                    <a:gd name="connsiteX12" fmla="*/ 93250 w 1091660"/>
                    <a:gd name="connsiteY12" fmla="*/ 545878 h 1091660"/>
                    <a:gd name="connsiteX13" fmla="*/ 225647 w 1091660"/>
                    <a:gd name="connsiteY13" fmla="*/ 225933 h 1091660"/>
                    <a:gd name="connsiteX14" fmla="*/ 545497 w 1091660"/>
                    <a:gd name="connsiteY14" fmla="*/ 93250 h 1091660"/>
                    <a:gd name="connsiteX15" fmla="*/ 865442 w 1091660"/>
                    <a:gd name="connsiteY15" fmla="*/ 225647 h 1091660"/>
                    <a:gd name="connsiteX16" fmla="*/ 998125 w 1091660"/>
                    <a:gd name="connsiteY16" fmla="*/ 545497 h 1091660"/>
                    <a:gd name="connsiteX17" fmla="*/ 865442 w 1091660"/>
                    <a:gd name="connsiteY17" fmla="*/ 865346 h 1091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91660" h="1091660">
                      <a:moveTo>
                        <a:pt x="931545" y="159830"/>
                      </a:moveTo>
                      <a:cubicBezTo>
                        <a:pt x="829247" y="57531"/>
                        <a:pt x="690467" y="95"/>
                        <a:pt x="545782" y="0"/>
                      </a:cubicBezTo>
                      <a:cubicBezTo>
                        <a:pt x="401003" y="0"/>
                        <a:pt x="262128" y="57531"/>
                        <a:pt x="159830" y="159925"/>
                      </a:cubicBezTo>
                      <a:cubicBezTo>
                        <a:pt x="57436" y="262319"/>
                        <a:pt x="0" y="401193"/>
                        <a:pt x="0" y="545973"/>
                      </a:cubicBezTo>
                      <a:cubicBezTo>
                        <a:pt x="0" y="690753"/>
                        <a:pt x="57531" y="829628"/>
                        <a:pt x="159925" y="931926"/>
                      </a:cubicBezTo>
                      <a:cubicBezTo>
                        <a:pt x="262319" y="1034224"/>
                        <a:pt x="401193" y="1091756"/>
                        <a:pt x="545973" y="1091660"/>
                      </a:cubicBezTo>
                      <a:cubicBezTo>
                        <a:pt x="690753" y="1091660"/>
                        <a:pt x="829532" y="1034034"/>
                        <a:pt x="931926" y="931640"/>
                      </a:cubicBezTo>
                      <a:cubicBezTo>
                        <a:pt x="1034224" y="829247"/>
                        <a:pt x="1091660" y="690372"/>
                        <a:pt x="1091660" y="545592"/>
                      </a:cubicBezTo>
                      <a:cubicBezTo>
                        <a:pt x="1091470" y="400907"/>
                        <a:pt x="1033939" y="262128"/>
                        <a:pt x="931640" y="159830"/>
                      </a:cubicBezTo>
                      <a:close/>
                      <a:moveTo>
                        <a:pt x="865537" y="865442"/>
                      </a:moveTo>
                      <a:cubicBezTo>
                        <a:pt x="780764" y="950309"/>
                        <a:pt x="665702" y="998125"/>
                        <a:pt x="545782" y="998315"/>
                      </a:cubicBezTo>
                      <a:cubicBezTo>
                        <a:pt x="425768" y="998315"/>
                        <a:pt x="310706" y="950690"/>
                        <a:pt x="225838" y="865823"/>
                      </a:cubicBezTo>
                      <a:cubicBezTo>
                        <a:pt x="140970" y="780955"/>
                        <a:pt x="93345" y="665893"/>
                        <a:pt x="93250" y="545878"/>
                      </a:cubicBezTo>
                      <a:cubicBezTo>
                        <a:pt x="93250" y="425863"/>
                        <a:pt x="140875" y="310801"/>
                        <a:pt x="225647" y="225933"/>
                      </a:cubicBezTo>
                      <a:cubicBezTo>
                        <a:pt x="310420" y="141065"/>
                        <a:pt x="425482" y="93345"/>
                        <a:pt x="545497" y="93250"/>
                      </a:cubicBezTo>
                      <a:cubicBezTo>
                        <a:pt x="665512" y="93250"/>
                        <a:pt x="780574" y="140875"/>
                        <a:pt x="865442" y="225647"/>
                      </a:cubicBezTo>
                      <a:cubicBezTo>
                        <a:pt x="950309" y="310420"/>
                        <a:pt x="998030" y="425482"/>
                        <a:pt x="998125" y="545497"/>
                      </a:cubicBezTo>
                      <a:cubicBezTo>
                        <a:pt x="997934" y="665417"/>
                        <a:pt x="950214" y="780478"/>
                        <a:pt x="865442" y="865346"/>
                      </a:cubicBezTo>
                      <a:close/>
                    </a:path>
                  </a:pathLst>
                </a:custGeom>
                <a:solidFill>
                  <a:schemeClr val="tx1"/>
                </a:solidFill>
                <a:ln w="9525"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09028BE6-828F-8A2C-06E8-5C94E149FBDE}"/>
                    </a:ext>
                  </a:extLst>
                </p:cNvPr>
                <p:cNvSpPr/>
                <p:nvPr/>
              </p:nvSpPr>
              <p:spPr>
                <a:xfrm>
                  <a:off x="-7282707" y="633317"/>
                  <a:ext cx="2099501" cy="2099881"/>
                </a:xfrm>
                <a:custGeom>
                  <a:avLst/>
                  <a:gdLst>
                    <a:gd name="connsiteX0" fmla="*/ 2062734 w 2099501"/>
                    <a:gd name="connsiteY0" fmla="*/ 826103 h 2099881"/>
                    <a:gd name="connsiteX1" fmla="*/ 1856804 w 2099501"/>
                    <a:gd name="connsiteY1" fmla="*/ 782193 h 2099881"/>
                    <a:gd name="connsiteX2" fmla="*/ 1809941 w 2099501"/>
                    <a:gd name="connsiteY2" fmla="*/ 668846 h 2099881"/>
                    <a:gd name="connsiteX3" fmla="*/ 1924717 w 2099501"/>
                    <a:gd name="connsiteY3" fmla="*/ 492157 h 2099881"/>
                    <a:gd name="connsiteX4" fmla="*/ 1924717 w 2099501"/>
                    <a:gd name="connsiteY4" fmla="*/ 492157 h 2099881"/>
                    <a:gd name="connsiteX5" fmla="*/ 1918526 w 2099501"/>
                    <a:gd name="connsiteY5" fmla="*/ 433769 h 2099881"/>
                    <a:gd name="connsiteX6" fmla="*/ 1666114 w 2099501"/>
                    <a:gd name="connsiteY6" fmla="*/ 181547 h 2099881"/>
                    <a:gd name="connsiteX7" fmla="*/ 1607725 w 2099501"/>
                    <a:gd name="connsiteY7" fmla="*/ 175451 h 2099881"/>
                    <a:gd name="connsiteX8" fmla="*/ 1430751 w 2099501"/>
                    <a:gd name="connsiteY8" fmla="*/ 289941 h 2099881"/>
                    <a:gd name="connsiteX9" fmla="*/ 1317880 w 2099501"/>
                    <a:gd name="connsiteY9" fmla="*/ 243269 h 2099881"/>
                    <a:gd name="connsiteX10" fmla="*/ 1273969 w 2099501"/>
                    <a:gd name="connsiteY10" fmla="*/ 37148 h 2099881"/>
                    <a:gd name="connsiteX11" fmla="*/ 1273969 w 2099501"/>
                    <a:gd name="connsiteY11" fmla="*/ 37148 h 2099881"/>
                    <a:gd name="connsiteX12" fmla="*/ 1228344 w 2099501"/>
                    <a:gd name="connsiteY12" fmla="*/ 0 h 2099881"/>
                    <a:gd name="connsiteX13" fmla="*/ 871348 w 2099501"/>
                    <a:gd name="connsiteY13" fmla="*/ 0 h 2099881"/>
                    <a:gd name="connsiteX14" fmla="*/ 825818 w 2099501"/>
                    <a:gd name="connsiteY14" fmla="*/ 37148 h 2099881"/>
                    <a:gd name="connsiteX15" fmla="*/ 781908 w 2099501"/>
                    <a:gd name="connsiteY15" fmla="*/ 243269 h 2099881"/>
                    <a:gd name="connsiteX16" fmla="*/ 669036 w 2099501"/>
                    <a:gd name="connsiteY16" fmla="*/ 289941 h 2099881"/>
                    <a:gd name="connsiteX17" fmla="*/ 492062 w 2099501"/>
                    <a:gd name="connsiteY17" fmla="*/ 175451 h 2099881"/>
                    <a:gd name="connsiteX18" fmla="*/ 433674 w 2099501"/>
                    <a:gd name="connsiteY18" fmla="*/ 181547 h 2099881"/>
                    <a:gd name="connsiteX19" fmla="*/ 181166 w 2099501"/>
                    <a:gd name="connsiteY19" fmla="*/ 433769 h 2099881"/>
                    <a:gd name="connsiteX20" fmla="*/ 175070 w 2099501"/>
                    <a:gd name="connsiteY20" fmla="*/ 492157 h 2099881"/>
                    <a:gd name="connsiteX21" fmla="*/ 289656 w 2099501"/>
                    <a:gd name="connsiteY21" fmla="*/ 668846 h 2099881"/>
                    <a:gd name="connsiteX22" fmla="*/ 289656 w 2099501"/>
                    <a:gd name="connsiteY22" fmla="*/ 668846 h 2099881"/>
                    <a:gd name="connsiteX23" fmla="*/ 242888 w 2099501"/>
                    <a:gd name="connsiteY23" fmla="*/ 782193 h 2099881"/>
                    <a:gd name="connsiteX24" fmla="*/ 36957 w 2099501"/>
                    <a:gd name="connsiteY24" fmla="*/ 826103 h 2099881"/>
                    <a:gd name="connsiteX25" fmla="*/ 36957 w 2099501"/>
                    <a:gd name="connsiteY25" fmla="*/ 826103 h 2099881"/>
                    <a:gd name="connsiteX26" fmla="*/ 0 w 2099501"/>
                    <a:gd name="connsiteY26" fmla="*/ 871633 h 2099881"/>
                    <a:gd name="connsiteX27" fmla="*/ 0 w 2099501"/>
                    <a:gd name="connsiteY27" fmla="*/ 1228249 h 2099881"/>
                    <a:gd name="connsiteX28" fmla="*/ 36957 w 2099501"/>
                    <a:gd name="connsiteY28" fmla="*/ 1274350 h 2099881"/>
                    <a:gd name="connsiteX29" fmla="*/ 242888 w 2099501"/>
                    <a:gd name="connsiteY29" fmla="*/ 1318260 h 2099881"/>
                    <a:gd name="connsiteX30" fmla="*/ 242888 w 2099501"/>
                    <a:gd name="connsiteY30" fmla="*/ 1318260 h 2099881"/>
                    <a:gd name="connsiteX31" fmla="*/ 289656 w 2099501"/>
                    <a:gd name="connsiteY31" fmla="*/ 1431036 h 2099881"/>
                    <a:gd name="connsiteX32" fmla="*/ 175070 w 2099501"/>
                    <a:gd name="connsiteY32" fmla="*/ 1607725 h 2099881"/>
                    <a:gd name="connsiteX33" fmla="*/ 181166 w 2099501"/>
                    <a:gd name="connsiteY33" fmla="*/ 1666113 h 2099881"/>
                    <a:gd name="connsiteX34" fmla="*/ 433674 w 2099501"/>
                    <a:gd name="connsiteY34" fmla="*/ 1918907 h 2099881"/>
                    <a:gd name="connsiteX35" fmla="*/ 492062 w 2099501"/>
                    <a:gd name="connsiteY35" fmla="*/ 1925003 h 2099881"/>
                    <a:gd name="connsiteX36" fmla="*/ 669036 w 2099501"/>
                    <a:gd name="connsiteY36" fmla="*/ 1809941 h 2099881"/>
                    <a:gd name="connsiteX37" fmla="*/ 781908 w 2099501"/>
                    <a:gd name="connsiteY37" fmla="*/ 1857089 h 2099881"/>
                    <a:gd name="connsiteX38" fmla="*/ 825818 w 2099501"/>
                    <a:gd name="connsiteY38" fmla="*/ 2062639 h 2099881"/>
                    <a:gd name="connsiteX39" fmla="*/ 825818 w 2099501"/>
                    <a:gd name="connsiteY39" fmla="*/ 2062639 h 2099881"/>
                    <a:gd name="connsiteX40" fmla="*/ 871348 w 2099501"/>
                    <a:gd name="connsiteY40" fmla="*/ 2099882 h 2099881"/>
                    <a:gd name="connsiteX41" fmla="*/ 1228440 w 2099501"/>
                    <a:gd name="connsiteY41" fmla="*/ 2099882 h 2099881"/>
                    <a:gd name="connsiteX42" fmla="*/ 1274065 w 2099501"/>
                    <a:gd name="connsiteY42" fmla="*/ 2062639 h 2099881"/>
                    <a:gd name="connsiteX43" fmla="*/ 1317975 w 2099501"/>
                    <a:gd name="connsiteY43" fmla="*/ 1857089 h 2099881"/>
                    <a:gd name="connsiteX44" fmla="*/ 1317975 w 2099501"/>
                    <a:gd name="connsiteY44" fmla="*/ 1857089 h 2099881"/>
                    <a:gd name="connsiteX45" fmla="*/ 1430846 w 2099501"/>
                    <a:gd name="connsiteY45" fmla="*/ 1809845 h 2099881"/>
                    <a:gd name="connsiteX46" fmla="*/ 1607535 w 2099501"/>
                    <a:gd name="connsiteY46" fmla="*/ 1924907 h 2099881"/>
                    <a:gd name="connsiteX47" fmla="*/ 1607535 w 2099501"/>
                    <a:gd name="connsiteY47" fmla="*/ 1924907 h 2099881"/>
                    <a:gd name="connsiteX48" fmla="*/ 1665923 w 2099501"/>
                    <a:gd name="connsiteY48" fmla="*/ 1918811 h 2099881"/>
                    <a:gd name="connsiteX49" fmla="*/ 1918336 w 2099501"/>
                    <a:gd name="connsiteY49" fmla="*/ 1666018 h 2099881"/>
                    <a:gd name="connsiteX50" fmla="*/ 1924527 w 2099501"/>
                    <a:gd name="connsiteY50" fmla="*/ 1607630 h 2099881"/>
                    <a:gd name="connsiteX51" fmla="*/ 1809750 w 2099501"/>
                    <a:gd name="connsiteY51" fmla="*/ 1430941 h 2099881"/>
                    <a:gd name="connsiteX52" fmla="*/ 1856614 w 2099501"/>
                    <a:gd name="connsiteY52" fmla="*/ 1318165 h 2099881"/>
                    <a:gd name="connsiteX53" fmla="*/ 2062544 w 2099501"/>
                    <a:gd name="connsiteY53" fmla="*/ 1274255 h 2099881"/>
                    <a:gd name="connsiteX54" fmla="*/ 2099501 w 2099501"/>
                    <a:gd name="connsiteY54" fmla="*/ 1228154 h 2099881"/>
                    <a:gd name="connsiteX55" fmla="*/ 2099501 w 2099501"/>
                    <a:gd name="connsiteY55" fmla="*/ 871538 h 2099881"/>
                    <a:gd name="connsiteX56" fmla="*/ 2062544 w 2099501"/>
                    <a:gd name="connsiteY56" fmla="*/ 826008 h 2099881"/>
                    <a:gd name="connsiteX57" fmla="*/ 2006347 w 2099501"/>
                    <a:gd name="connsiteY57" fmla="*/ 1191101 h 2099881"/>
                    <a:gd name="connsiteX58" fmla="*/ 2006251 w 2099501"/>
                    <a:gd name="connsiteY58" fmla="*/ 1191101 h 2099881"/>
                    <a:gd name="connsiteX59" fmla="*/ 1810608 w 2099501"/>
                    <a:gd name="connsiteY59" fmla="*/ 1232821 h 2099881"/>
                    <a:gd name="connsiteX60" fmla="*/ 1775556 w 2099501"/>
                    <a:gd name="connsiteY60" fmla="*/ 1265015 h 2099881"/>
                    <a:gd name="connsiteX61" fmla="*/ 1715167 w 2099501"/>
                    <a:gd name="connsiteY61" fmla="*/ 1411129 h 2099881"/>
                    <a:gd name="connsiteX62" fmla="*/ 1717072 w 2099501"/>
                    <a:gd name="connsiteY62" fmla="*/ 1458944 h 2099881"/>
                    <a:gd name="connsiteX63" fmla="*/ 1717072 w 2099501"/>
                    <a:gd name="connsiteY63" fmla="*/ 1458944 h 2099881"/>
                    <a:gd name="connsiteX64" fmla="*/ 1826038 w 2099501"/>
                    <a:gd name="connsiteY64" fmla="*/ 1626680 h 2099881"/>
                    <a:gd name="connsiteX65" fmla="*/ 1626966 w 2099501"/>
                    <a:gd name="connsiteY65" fmla="*/ 1826133 h 2099881"/>
                    <a:gd name="connsiteX66" fmla="*/ 1458849 w 2099501"/>
                    <a:gd name="connsiteY66" fmla="*/ 1717262 h 2099881"/>
                    <a:gd name="connsiteX67" fmla="*/ 1411129 w 2099501"/>
                    <a:gd name="connsiteY67" fmla="*/ 1715072 h 2099881"/>
                    <a:gd name="connsiteX68" fmla="*/ 1264825 w 2099501"/>
                    <a:gd name="connsiteY68" fmla="*/ 1776127 h 2099881"/>
                    <a:gd name="connsiteX69" fmla="*/ 1232440 w 2099501"/>
                    <a:gd name="connsiteY69" fmla="*/ 1811084 h 2099881"/>
                    <a:gd name="connsiteX70" fmla="*/ 1190816 w 2099501"/>
                    <a:gd name="connsiteY70" fmla="*/ 2006632 h 2099881"/>
                    <a:gd name="connsiteX71" fmla="*/ 909448 w 2099501"/>
                    <a:gd name="connsiteY71" fmla="*/ 2006632 h 2099881"/>
                    <a:gd name="connsiteX72" fmla="*/ 867823 w 2099501"/>
                    <a:gd name="connsiteY72" fmla="*/ 1811084 h 2099881"/>
                    <a:gd name="connsiteX73" fmla="*/ 835438 w 2099501"/>
                    <a:gd name="connsiteY73" fmla="*/ 1776127 h 2099881"/>
                    <a:gd name="connsiteX74" fmla="*/ 689039 w 2099501"/>
                    <a:gd name="connsiteY74" fmla="*/ 1715072 h 2099881"/>
                    <a:gd name="connsiteX75" fmla="*/ 641319 w 2099501"/>
                    <a:gd name="connsiteY75" fmla="*/ 1717262 h 2099881"/>
                    <a:gd name="connsiteX76" fmla="*/ 641319 w 2099501"/>
                    <a:gd name="connsiteY76" fmla="*/ 1717262 h 2099881"/>
                    <a:gd name="connsiteX77" fmla="*/ 473202 w 2099501"/>
                    <a:gd name="connsiteY77" fmla="*/ 1826133 h 2099881"/>
                    <a:gd name="connsiteX78" fmla="*/ 274130 w 2099501"/>
                    <a:gd name="connsiteY78" fmla="*/ 1626680 h 2099881"/>
                    <a:gd name="connsiteX79" fmla="*/ 382810 w 2099501"/>
                    <a:gd name="connsiteY79" fmla="*/ 1458849 h 2099881"/>
                    <a:gd name="connsiteX80" fmla="*/ 384715 w 2099501"/>
                    <a:gd name="connsiteY80" fmla="*/ 1411034 h 2099881"/>
                    <a:gd name="connsiteX81" fmla="*/ 323946 w 2099501"/>
                    <a:gd name="connsiteY81" fmla="*/ 1265015 h 2099881"/>
                    <a:gd name="connsiteX82" fmla="*/ 288989 w 2099501"/>
                    <a:gd name="connsiteY82" fmla="*/ 1232821 h 2099881"/>
                    <a:gd name="connsiteX83" fmla="*/ 288989 w 2099501"/>
                    <a:gd name="connsiteY83" fmla="*/ 1232821 h 2099881"/>
                    <a:gd name="connsiteX84" fmla="*/ 93345 w 2099501"/>
                    <a:gd name="connsiteY84" fmla="*/ 1191101 h 2099881"/>
                    <a:gd name="connsiteX85" fmla="*/ 93345 w 2099501"/>
                    <a:gd name="connsiteY85" fmla="*/ 909447 h 2099881"/>
                    <a:gd name="connsiteX86" fmla="*/ 288989 w 2099501"/>
                    <a:gd name="connsiteY86" fmla="*/ 867823 h 2099881"/>
                    <a:gd name="connsiteX87" fmla="*/ 324041 w 2099501"/>
                    <a:gd name="connsiteY87" fmla="*/ 835057 h 2099881"/>
                    <a:gd name="connsiteX88" fmla="*/ 384810 w 2099501"/>
                    <a:gd name="connsiteY88" fmla="*/ 689039 h 2099881"/>
                    <a:gd name="connsiteX89" fmla="*/ 383001 w 2099501"/>
                    <a:gd name="connsiteY89" fmla="*/ 641223 h 2099881"/>
                    <a:gd name="connsiteX90" fmla="*/ 383001 w 2099501"/>
                    <a:gd name="connsiteY90" fmla="*/ 641223 h 2099881"/>
                    <a:gd name="connsiteX91" fmla="*/ 274130 w 2099501"/>
                    <a:gd name="connsiteY91" fmla="*/ 473488 h 2099881"/>
                    <a:gd name="connsiteX92" fmla="*/ 473202 w 2099501"/>
                    <a:gd name="connsiteY92" fmla="*/ 274415 h 2099881"/>
                    <a:gd name="connsiteX93" fmla="*/ 641319 w 2099501"/>
                    <a:gd name="connsiteY93" fmla="*/ 383286 h 2099881"/>
                    <a:gd name="connsiteX94" fmla="*/ 689039 w 2099501"/>
                    <a:gd name="connsiteY94" fmla="*/ 384905 h 2099881"/>
                    <a:gd name="connsiteX95" fmla="*/ 835343 w 2099501"/>
                    <a:gd name="connsiteY95" fmla="*/ 324326 h 2099881"/>
                    <a:gd name="connsiteX96" fmla="*/ 867728 w 2099501"/>
                    <a:gd name="connsiteY96" fmla="*/ 289370 h 2099881"/>
                    <a:gd name="connsiteX97" fmla="*/ 867728 w 2099501"/>
                    <a:gd name="connsiteY97" fmla="*/ 289370 h 2099881"/>
                    <a:gd name="connsiteX98" fmla="*/ 909352 w 2099501"/>
                    <a:gd name="connsiteY98" fmla="*/ 93250 h 2099881"/>
                    <a:gd name="connsiteX99" fmla="*/ 1190911 w 2099501"/>
                    <a:gd name="connsiteY99" fmla="*/ 93250 h 2099881"/>
                    <a:gd name="connsiteX100" fmla="*/ 1232536 w 2099501"/>
                    <a:gd name="connsiteY100" fmla="*/ 289370 h 2099881"/>
                    <a:gd name="connsiteX101" fmla="*/ 1264921 w 2099501"/>
                    <a:gd name="connsiteY101" fmla="*/ 324326 h 2099881"/>
                    <a:gd name="connsiteX102" fmla="*/ 1410844 w 2099501"/>
                    <a:gd name="connsiteY102" fmla="*/ 384810 h 2099881"/>
                    <a:gd name="connsiteX103" fmla="*/ 1458564 w 2099501"/>
                    <a:gd name="connsiteY103" fmla="*/ 383191 h 2099881"/>
                    <a:gd name="connsiteX104" fmla="*/ 1626680 w 2099501"/>
                    <a:gd name="connsiteY104" fmla="*/ 274320 h 2099881"/>
                    <a:gd name="connsiteX105" fmla="*/ 1825753 w 2099501"/>
                    <a:gd name="connsiteY105" fmla="*/ 473393 h 2099881"/>
                    <a:gd name="connsiteX106" fmla="*/ 1716786 w 2099501"/>
                    <a:gd name="connsiteY106" fmla="*/ 641128 h 2099881"/>
                    <a:gd name="connsiteX107" fmla="*/ 1714882 w 2099501"/>
                    <a:gd name="connsiteY107" fmla="*/ 688943 h 2099881"/>
                    <a:gd name="connsiteX108" fmla="*/ 1775651 w 2099501"/>
                    <a:gd name="connsiteY108" fmla="*/ 834961 h 2099881"/>
                    <a:gd name="connsiteX109" fmla="*/ 1811084 w 2099501"/>
                    <a:gd name="connsiteY109" fmla="*/ 867728 h 2099881"/>
                    <a:gd name="connsiteX110" fmla="*/ 2006537 w 2099501"/>
                    <a:gd name="connsiteY110" fmla="*/ 909352 h 2099881"/>
                    <a:gd name="connsiteX111" fmla="*/ 2006537 w 2099501"/>
                    <a:gd name="connsiteY111" fmla="*/ 1191006 h 2099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2099501" h="2099881">
                      <a:moveTo>
                        <a:pt x="2062734" y="826103"/>
                      </a:moveTo>
                      <a:lnTo>
                        <a:pt x="1856804" y="782193"/>
                      </a:lnTo>
                      <a:cubicBezTo>
                        <a:pt x="1843945" y="743331"/>
                        <a:pt x="1828229" y="705422"/>
                        <a:pt x="1809941" y="668846"/>
                      </a:cubicBezTo>
                      <a:lnTo>
                        <a:pt x="1924717" y="492157"/>
                      </a:lnTo>
                      <a:lnTo>
                        <a:pt x="1924717" y="492157"/>
                      </a:lnTo>
                      <a:cubicBezTo>
                        <a:pt x="1936623" y="473678"/>
                        <a:pt x="1934052" y="449294"/>
                        <a:pt x="1918526" y="433769"/>
                      </a:cubicBezTo>
                      <a:lnTo>
                        <a:pt x="1666114" y="181547"/>
                      </a:lnTo>
                      <a:cubicBezTo>
                        <a:pt x="1650588" y="165926"/>
                        <a:pt x="1626204" y="163354"/>
                        <a:pt x="1607725" y="175451"/>
                      </a:cubicBezTo>
                      <a:lnTo>
                        <a:pt x="1430751" y="289941"/>
                      </a:lnTo>
                      <a:cubicBezTo>
                        <a:pt x="1394270" y="271653"/>
                        <a:pt x="1356551" y="256032"/>
                        <a:pt x="1317880" y="243269"/>
                      </a:cubicBezTo>
                      <a:lnTo>
                        <a:pt x="1273969" y="37148"/>
                      </a:lnTo>
                      <a:lnTo>
                        <a:pt x="1273969" y="37148"/>
                      </a:lnTo>
                      <a:cubicBezTo>
                        <a:pt x="1269493" y="15526"/>
                        <a:pt x="1250443" y="0"/>
                        <a:pt x="1228344" y="0"/>
                      </a:cubicBezTo>
                      <a:lnTo>
                        <a:pt x="871348" y="0"/>
                      </a:lnTo>
                      <a:cubicBezTo>
                        <a:pt x="849249" y="0"/>
                        <a:pt x="830295" y="15621"/>
                        <a:pt x="825818" y="37148"/>
                      </a:cubicBezTo>
                      <a:lnTo>
                        <a:pt x="781908" y="243269"/>
                      </a:lnTo>
                      <a:cubicBezTo>
                        <a:pt x="743141" y="256032"/>
                        <a:pt x="705422" y="271653"/>
                        <a:pt x="669036" y="289941"/>
                      </a:cubicBezTo>
                      <a:lnTo>
                        <a:pt x="492062" y="175451"/>
                      </a:lnTo>
                      <a:cubicBezTo>
                        <a:pt x="473583" y="163354"/>
                        <a:pt x="449199" y="165926"/>
                        <a:pt x="433674" y="181547"/>
                      </a:cubicBezTo>
                      <a:lnTo>
                        <a:pt x="181166" y="433769"/>
                      </a:lnTo>
                      <a:cubicBezTo>
                        <a:pt x="165640" y="449390"/>
                        <a:pt x="163068" y="473678"/>
                        <a:pt x="175070" y="492157"/>
                      </a:cubicBezTo>
                      <a:lnTo>
                        <a:pt x="289656" y="668846"/>
                      </a:lnTo>
                      <a:lnTo>
                        <a:pt x="289656" y="668846"/>
                      </a:lnTo>
                      <a:cubicBezTo>
                        <a:pt x="271368" y="705517"/>
                        <a:pt x="255747" y="743331"/>
                        <a:pt x="242888" y="782193"/>
                      </a:cubicBezTo>
                      <a:lnTo>
                        <a:pt x="36957" y="826103"/>
                      </a:lnTo>
                      <a:lnTo>
                        <a:pt x="36957" y="826103"/>
                      </a:lnTo>
                      <a:cubicBezTo>
                        <a:pt x="15336" y="830580"/>
                        <a:pt x="-95" y="849630"/>
                        <a:pt x="0" y="871633"/>
                      </a:cubicBezTo>
                      <a:lnTo>
                        <a:pt x="0" y="1228249"/>
                      </a:lnTo>
                      <a:cubicBezTo>
                        <a:pt x="0" y="1250347"/>
                        <a:pt x="15431" y="1269492"/>
                        <a:pt x="36957" y="1274350"/>
                      </a:cubicBezTo>
                      <a:lnTo>
                        <a:pt x="242888" y="1318260"/>
                      </a:lnTo>
                      <a:lnTo>
                        <a:pt x="242888" y="1318260"/>
                      </a:lnTo>
                      <a:cubicBezTo>
                        <a:pt x="255937" y="1356932"/>
                        <a:pt x="271558" y="1394555"/>
                        <a:pt x="289656" y="1431036"/>
                      </a:cubicBezTo>
                      <a:lnTo>
                        <a:pt x="175070" y="1607725"/>
                      </a:lnTo>
                      <a:cubicBezTo>
                        <a:pt x="163068" y="1626203"/>
                        <a:pt x="165735" y="1650492"/>
                        <a:pt x="181166" y="1666113"/>
                      </a:cubicBezTo>
                      <a:lnTo>
                        <a:pt x="433674" y="1918907"/>
                      </a:lnTo>
                      <a:cubicBezTo>
                        <a:pt x="449390" y="1934242"/>
                        <a:pt x="473583" y="1936813"/>
                        <a:pt x="492062" y="1925003"/>
                      </a:cubicBezTo>
                      <a:lnTo>
                        <a:pt x="669036" y="1809941"/>
                      </a:lnTo>
                      <a:cubicBezTo>
                        <a:pt x="705517" y="1828133"/>
                        <a:pt x="743236" y="1843945"/>
                        <a:pt x="781908" y="1857089"/>
                      </a:cubicBezTo>
                      <a:lnTo>
                        <a:pt x="825818" y="2062639"/>
                      </a:lnTo>
                      <a:lnTo>
                        <a:pt x="825818" y="2062639"/>
                      </a:lnTo>
                      <a:cubicBezTo>
                        <a:pt x="830295" y="2084261"/>
                        <a:pt x="849249" y="2099786"/>
                        <a:pt x="871348" y="2099882"/>
                      </a:cubicBezTo>
                      <a:lnTo>
                        <a:pt x="1228440" y="2099882"/>
                      </a:lnTo>
                      <a:cubicBezTo>
                        <a:pt x="1250538" y="2099882"/>
                        <a:pt x="1269493" y="2084261"/>
                        <a:pt x="1274065" y="2062639"/>
                      </a:cubicBezTo>
                      <a:lnTo>
                        <a:pt x="1317975" y="1857089"/>
                      </a:lnTo>
                      <a:lnTo>
                        <a:pt x="1317975" y="1857089"/>
                      </a:lnTo>
                      <a:cubicBezTo>
                        <a:pt x="1356646" y="1843850"/>
                        <a:pt x="1394365" y="1828133"/>
                        <a:pt x="1430846" y="1809845"/>
                      </a:cubicBezTo>
                      <a:lnTo>
                        <a:pt x="1607535" y="1924907"/>
                      </a:lnTo>
                      <a:lnTo>
                        <a:pt x="1607535" y="1924907"/>
                      </a:lnTo>
                      <a:cubicBezTo>
                        <a:pt x="1626013" y="1936718"/>
                        <a:pt x="1650207" y="1934146"/>
                        <a:pt x="1665923" y="1918811"/>
                      </a:cubicBezTo>
                      <a:lnTo>
                        <a:pt x="1918336" y="1666018"/>
                      </a:lnTo>
                      <a:cubicBezTo>
                        <a:pt x="1933861" y="1650397"/>
                        <a:pt x="1936433" y="1626108"/>
                        <a:pt x="1924527" y="1607630"/>
                      </a:cubicBezTo>
                      <a:lnTo>
                        <a:pt x="1809750" y="1430941"/>
                      </a:lnTo>
                      <a:cubicBezTo>
                        <a:pt x="1828039" y="1394460"/>
                        <a:pt x="1843659" y="1356836"/>
                        <a:pt x="1856614" y="1318165"/>
                      </a:cubicBezTo>
                      <a:lnTo>
                        <a:pt x="2062544" y="1274255"/>
                      </a:lnTo>
                      <a:cubicBezTo>
                        <a:pt x="2084166" y="1269397"/>
                        <a:pt x="2099501" y="1250252"/>
                        <a:pt x="2099501" y="1228154"/>
                      </a:cubicBezTo>
                      <a:lnTo>
                        <a:pt x="2099501" y="871538"/>
                      </a:lnTo>
                      <a:cubicBezTo>
                        <a:pt x="2099596" y="849440"/>
                        <a:pt x="2084166" y="830390"/>
                        <a:pt x="2062544" y="826008"/>
                      </a:cubicBezTo>
                      <a:close/>
                      <a:moveTo>
                        <a:pt x="2006347" y="1191101"/>
                      </a:moveTo>
                      <a:lnTo>
                        <a:pt x="2006251" y="1191101"/>
                      </a:lnTo>
                      <a:lnTo>
                        <a:pt x="1810608" y="1232821"/>
                      </a:lnTo>
                      <a:cubicBezTo>
                        <a:pt x="1793844" y="1236155"/>
                        <a:pt x="1780318" y="1248537"/>
                        <a:pt x="1775556" y="1265015"/>
                      </a:cubicBezTo>
                      <a:cubicBezTo>
                        <a:pt x="1760697" y="1315688"/>
                        <a:pt x="1740409" y="1364647"/>
                        <a:pt x="1715167" y="1411129"/>
                      </a:cubicBezTo>
                      <a:cubicBezTo>
                        <a:pt x="1706976" y="1426274"/>
                        <a:pt x="1707738" y="1444562"/>
                        <a:pt x="1717072" y="1458944"/>
                      </a:cubicBezTo>
                      <a:lnTo>
                        <a:pt x="1717072" y="1458944"/>
                      </a:lnTo>
                      <a:lnTo>
                        <a:pt x="1826038" y="1626680"/>
                      </a:lnTo>
                      <a:lnTo>
                        <a:pt x="1626966" y="1826133"/>
                      </a:lnTo>
                      <a:lnTo>
                        <a:pt x="1458849" y="1717262"/>
                      </a:lnTo>
                      <a:cubicBezTo>
                        <a:pt x="1444467" y="1708023"/>
                        <a:pt x="1426274" y="1707166"/>
                        <a:pt x="1411129" y="1715072"/>
                      </a:cubicBezTo>
                      <a:cubicBezTo>
                        <a:pt x="1364743" y="1740599"/>
                        <a:pt x="1315594" y="1761077"/>
                        <a:pt x="1264825" y="1776127"/>
                      </a:cubicBezTo>
                      <a:cubicBezTo>
                        <a:pt x="1248347" y="1780889"/>
                        <a:pt x="1235869" y="1794320"/>
                        <a:pt x="1232440" y="1811084"/>
                      </a:cubicBezTo>
                      <a:lnTo>
                        <a:pt x="1190816" y="2006632"/>
                      </a:lnTo>
                      <a:lnTo>
                        <a:pt x="909448" y="2006632"/>
                      </a:lnTo>
                      <a:lnTo>
                        <a:pt x="867823" y="1811084"/>
                      </a:lnTo>
                      <a:cubicBezTo>
                        <a:pt x="864394" y="1794320"/>
                        <a:pt x="851917" y="1780889"/>
                        <a:pt x="835438" y="1776127"/>
                      </a:cubicBezTo>
                      <a:cubicBezTo>
                        <a:pt x="784575" y="1760982"/>
                        <a:pt x="735616" y="1740503"/>
                        <a:pt x="689039" y="1715072"/>
                      </a:cubicBezTo>
                      <a:cubicBezTo>
                        <a:pt x="673894" y="1707166"/>
                        <a:pt x="655702" y="1708023"/>
                        <a:pt x="641319" y="1717262"/>
                      </a:cubicBezTo>
                      <a:lnTo>
                        <a:pt x="641319" y="1717262"/>
                      </a:lnTo>
                      <a:lnTo>
                        <a:pt x="473202" y="1826133"/>
                      </a:lnTo>
                      <a:lnTo>
                        <a:pt x="274130" y="1626680"/>
                      </a:lnTo>
                      <a:lnTo>
                        <a:pt x="382810" y="1458849"/>
                      </a:lnTo>
                      <a:cubicBezTo>
                        <a:pt x="392145" y="1444466"/>
                        <a:pt x="392812" y="1426178"/>
                        <a:pt x="384715" y="1411034"/>
                      </a:cubicBezTo>
                      <a:cubicBezTo>
                        <a:pt x="359379" y="1364647"/>
                        <a:pt x="338995" y="1315688"/>
                        <a:pt x="323946" y="1265015"/>
                      </a:cubicBezTo>
                      <a:cubicBezTo>
                        <a:pt x="319278" y="1248537"/>
                        <a:pt x="305753" y="1236155"/>
                        <a:pt x="288989" y="1232821"/>
                      </a:cubicBezTo>
                      <a:lnTo>
                        <a:pt x="288989" y="1232821"/>
                      </a:lnTo>
                      <a:lnTo>
                        <a:pt x="93345" y="1191101"/>
                      </a:lnTo>
                      <a:lnTo>
                        <a:pt x="93345" y="909447"/>
                      </a:lnTo>
                      <a:lnTo>
                        <a:pt x="288989" y="867823"/>
                      </a:lnTo>
                      <a:cubicBezTo>
                        <a:pt x="305753" y="864108"/>
                        <a:pt x="319183" y="851535"/>
                        <a:pt x="324041" y="835057"/>
                      </a:cubicBezTo>
                      <a:cubicBezTo>
                        <a:pt x="339186" y="784384"/>
                        <a:pt x="359474" y="735425"/>
                        <a:pt x="384810" y="689039"/>
                      </a:cubicBezTo>
                      <a:cubicBezTo>
                        <a:pt x="393002" y="673989"/>
                        <a:pt x="392335" y="655701"/>
                        <a:pt x="383001" y="641223"/>
                      </a:cubicBezTo>
                      <a:lnTo>
                        <a:pt x="383001" y="641223"/>
                      </a:lnTo>
                      <a:lnTo>
                        <a:pt x="274130" y="473488"/>
                      </a:lnTo>
                      <a:lnTo>
                        <a:pt x="473202" y="274415"/>
                      </a:lnTo>
                      <a:lnTo>
                        <a:pt x="641319" y="383286"/>
                      </a:lnTo>
                      <a:cubicBezTo>
                        <a:pt x="655797" y="392430"/>
                        <a:pt x="673989" y="393002"/>
                        <a:pt x="689039" y="384905"/>
                      </a:cubicBezTo>
                      <a:cubicBezTo>
                        <a:pt x="735521" y="359569"/>
                        <a:pt x="784575" y="339281"/>
                        <a:pt x="835343" y="324326"/>
                      </a:cubicBezTo>
                      <a:cubicBezTo>
                        <a:pt x="851726" y="319373"/>
                        <a:pt x="864109" y="306038"/>
                        <a:pt x="867728" y="289370"/>
                      </a:cubicBezTo>
                      <a:lnTo>
                        <a:pt x="867728" y="289370"/>
                      </a:lnTo>
                      <a:lnTo>
                        <a:pt x="909352" y="93250"/>
                      </a:lnTo>
                      <a:lnTo>
                        <a:pt x="1190911" y="93250"/>
                      </a:lnTo>
                      <a:lnTo>
                        <a:pt x="1232536" y="289370"/>
                      </a:lnTo>
                      <a:cubicBezTo>
                        <a:pt x="1236155" y="306038"/>
                        <a:pt x="1248538" y="319469"/>
                        <a:pt x="1264921" y="324326"/>
                      </a:cubicBezTo>
                      <a:cubicBezTo>
                        <a:pt x="1315689" y="338995"/>
                        <a:pt x="1364552" y="359283"/>
                        <a:pt x="1410844" y="384810"/>
                      </a:cubicBezTo>
                      <a:cubicBezTo>
                        <a:pt x="1425893" y="392906"/>
                        <a:pt x="1444086" y="392335"/>
                        <a:pt x="1458564" y="383191"/>
                      </a:cubicBezTo>
                      <a:lnTo>
                        <a:pt x="1626680" y="274320"/>
                      </a:lnTo>
                      <a:lnTo>
                        <a:pt x="1825753" y="473393"/>
                      </a:lnTo>
                      <a:lnTo>
                        <a:pt x="1716786" y="641128"/>
                      </a:lnTo>
                      <a:cubicBezTo>
                        <a:pt x="1707452" y="655511"/>
                        <a:pt x="1706785" y="673799"/>
                        <a:pt x="1714882" y="688943"/>
                      </a:cubicBezTo>
                      <a:cubicBezTo>
                        <a:pt x="1740218" y="735330"/>
                        <a:pt x="1760506" y="784289"/>
                        <a:pt x="1775651" y="834961"/>
                      </a:cubicBezTo>
                      <a:cubicBezTo>
                        <a:pt x="1780604" y="851535"/>
                        <a:pt x="1794130" y="864108"/>
                        <a:pt x="1811084" y="867728"/>
                      </a:cubicBezTo>
                      <a:lnTo>
                        <a:pt x="2006537" y="909352"/>
                      </a:lnTo>
                      <a:lnTo>
                        <a:pt x="2006537" y="1191006"/>
                      </a:lnTo>
                      <a:close/>
                    </a:path>
                  </a:pathLst>
                </a:custGeom>
                <a:solidFill>
                  <a:schemeClr val="accent1"/>
                </a:solidFill>
                <a:ln w="952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ABAC869F-B294-D436-390E-BE610D20D0EC}"/>
                    </a:ext>
                  </a:extLst>
                </p:cNvPr>
                <p:cNvSpPr/>
                <p:nvPr/>
              </p:nvSpPr>
              <p:spPr>
                <a:xfrm>
                  <a:off x="-7625797" y="288988"/>
                  <a:ext cx="2787491" cy="2788920"/>
                </a:xfrm>
                <a:custGeom>
                  <a:avLst/>
                  <a:gdLst>
                    <a:gd name="connsiteX0" fmla="*/ 2379631 w 2787491"/>
                    <a:gd name="connsiteY0" fmla="*/ 408051 h 2788920"/>
                    <a:gd name="connsiteX1" fmla="*/ 2379631 w 2787491"/>
                    <a:gd name="connsiteY1" fmla="*/ 407765 h 2788920"/>
                    <a:gd name="connsiteX2" fmla="*/ 1393698 w 2787491"/>
                    <a:gd name="connsiteY2" fmla="*/ 0 h 2788920"/>
                    <a:gd name="connsiteX3" fmla="*/ 408146 w 2787491"/>
                    <a:gd name="connsiteY3" fmla="*/ 408623 h 2788920"/>
                    <a:gd name="connsiteX4" fmla="*/ 0 w 2787491"/>
                    <a:gd name="connsiteY4" fmla="*/ 1394460 h 2788920"/>
                    <a:gd name="connsiteX5" fmla="*/ 408146 w 2787491"/>
                    <a:gd name="connsiteY5" fmla="*/ 2380298 h 2788920"/>
                    <a:gd name="connsiteX6" fmla="*/ 1393698 w 2787491"/>
                    <a:gd name="connsiteY6" fmla="*/ 2788920 h 2788920"/>
                    <a:gd name="connsiteX7" fmla="*/ 2379631 w 2787491"/>
                    <a:gd name="connsiteY7" fmla="*/ 2381155 h 2788920"/>
                    <a:gd name="connsiteX8" fmla="*/ 2787491 w 2787491"/>
                    <a:gd name="connsiteY8" fmla="*/ 1394555 h 2788920"/>
                    <a:gd name="connsiteX9" fmla="*/ 2379631 w 2787491"/>
                    <a:gd name="connsiteY9" fmla="*/ 407956 h 2788920"/>
                    <a:gd name="connsiteX10" fmla="*/ 2313528 w 2787491"/>
                    <a:gd name="connsiteY10" fmla="*/ 2314861 h 2788920"/>
                    <a:gd name="connsiteX11" fmla="*/ 2313528 w 2787491"/>
                    <a:gd name="connsiteY11" fmla="*/ 2314861 h 2788920"/>
                    <a:gd name="connsiteX12" fmla="*/ 1393031 w 2787491"/>
                    <a:gd name="connsiteY12" fmla="*/ 2695575 h 2788920"/>
                    <a:gd name="connsiteX13" fmla="*/ 472535 w 2787491"/>
                    <a:gd name="connsiteY13" fmla="*/ 2314861 h 2788920"/>
                    <a:gd name="connsiteX14" fmla="*/ 91250 w 2787491"/>
                    <a:gd name="connsiteY14" fmla="*/ 1394365 h 2788920"/>
                    <a:gd name="connsiteX15" fmla="*/ 472535 w 2787491"/>
                    <a:gd name="connsiteY15" fmla="*/ 473869 h 2788920"/>
                    <a:gd name="connsiteX16" fmla="*/ 1393031 w 2787491"/>
                    <a:gd name="connsiteY16" fmla="*/ 92583 h 2788920"/>
                    <a:gd name="connsiteX17" fmla="*/ 2313528 w 2787491"/>
                    <a:gd name="connsiteY17" fmla="*/ 473869 h 2788920"/>
                    <a:gd name="connsiteX18" fmla="*/ 2694813 w 2787491"/>
                    <a:gd name="connsiteY18" fmla="*/ 1394365 h 2788920"/>
                    <a:gd name="connsiteX19" fmla="*/ 2313528 w 2787491"/>
                    <a:gd name="connsiteY19" fmla="*/ 2314861 h 278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87491" h="2788920">
                      <a:moveTo>
                        <a:pt x="2379631" y="408051"/>
                      </a:moveTo>
                      <a:lnTo>
                        <a:pt x="2379631" y="407765"/>
                      </a:lnTo>
                      <a:cubicBezTo>
                        <a:pt x="2118074" y="146495"/>
                        <a:pt x="1763363" y="-190"/>
                        <a:pt x="1393698" y="0"/>
                      </a:cubicBezTo>
                      <a:cubicBezTo>
                        <a:pt x="1024033" y="191"/>
                        <a:pt x="669512" y="147161"/>
                        <a:pt x="408146" y="408623"/>
                      </a:cubicBezTo>
                      <a:cubicBezTo>
                        <a:pt x="146780" y="670084"/>
                        <a:pt x="0" y="1024700"/>
                        <a:pt x="0" y="1394460"/>
                      </a:cubicBezTo>
                      <a:cubicBezTo>
                        <a:pt x="0" y="1764221"/>
                        <a:pt x="146780" y="2118836"/>
                        <a:pt x="408146" y="2380298"/>
                      </a:cubicBezTo>
                      <a:cubicBezTo>
                        <a:pt x="669512" y="2641854"/>
                        <a:pt x="1024033" y="2788825"/>
                        <a:pt x="1393698" y="2788920"/>
                      </a:cubicBezTo>
                      <a:cubicBezTo>
                        <a:pt x="1763363" y="2789111"/>
                        <a:pt x="2118074" y="2642426"/>
                        <a:pt x="2379631" y="2381155"/>
                      </a:cubicBezTo>
                      <a:cubicBezTo>
                        <a:pt x="2640806" y="2119218"/>
                        <a:pt x="2787491" y="1764506"/>
                        <a:pt x="2787491" y="1394555"/>
                      </a:cubicBezTo>
                      <a:cubicBezTo>
                        <a:pt x="2787491" y="1024605"/>
                        <a:pt x="2640806" y="669893"/>
                        <a:pt x="2379631" y="407956"/>
                      </a:cubicBezTo>
                      <a:close/>
                      <a:moveTo>
                        <a:pt x="2313528" y="2314861"/>
                      </a:moveTo>
                      <a:lnTo>
                        <a:pt x="2313528" y="2314861"/>
                      </a:lnTo>
                      <a:cubicBezTo>
                        <a:pt x="2069211" y="2558701"/>
                        <a:pt x="1738217" y="2695575"/>
                        <a:pt x="1393031" y="2695575"/>
                      </a:cubicBezTo>
                      <a:cubicBezTo>
                        <a:pt x="1047845" y="2695575"/>
                        <a:pt x="716852" y="2558701"/>
                        <a:pt x="472535" y="2314861"/>
                      </a:cubicBezTo>
                      <a:cubicBezTo>
                        <a:pt x="228410" y="2070735"/>
                        <a:pt x="91250" y="1739551"/>
                        <a:pt x="91250" y="1394365"/>
                      </a:cubicBezTo>
                      <a:cubicBezTo>
                        <a:pt x="91250" y="1049179"/>
                        <a:pt x="228410" y="717995"/>
                        <a:pt x="472535" y="473869"/>
                      </a:cubicBezTo>
                      <a:cubicBezTo>
                        <a:pt x="716661" y="229743"/>
                        <a:pt x="1047750" y="92583"/>
                        <a:pt x="1393031" y="92583"/>
                      </a:cubicBezTo>
                      <a:cubicBezTo>
                        <a:pt x="1738313" y="92583"/>
                        <a:pt x="2069402" y="229743"/>
                        <a:pt x="2313528" y="473869"/>
                      </a:cubicBezTo>
                      <a:cubicBezTo>
                        <a:pt x="2557653" y="717995"/>
                        <a:pt x="2694813" y="1049179"/>
                        <a:pt x="2694813" y="1394365"/>
                      </a:cubicBezTo>
                      <a:cubicBezTo>
                        <a:pt x="2694813" y="1739551"/>
                        <a:pt x="2557653" y="2070735"/>
                        <a:pt x="2313528" y="2314861"/>
                      </a:cubicBezTo>
                      <a:close/>
                    </a:path>
                  </a:pathLst>
                </a:custGeom>
                <a:solidFill>
                  <a:schemeClr val="tx1"/>
                </a:solidFill>
                <a:ln w="9525"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A00A43B8-3C09-04D0-2B32-5DBCB2C19627}"/>
                    </a:ext>
                  </a:extLst>
                </p:cNvPr>
                <p:cNvSpPr/>
                <p:nvPr/>
              </p:nvSpPr>
              <p:spPr>
                <a:xfrm>
                  <a:off x="-7916336" y="-18"/>
                  <a:ext cx="3977571" cy="3977578"/>
                </a:xfrm>
                <a:custGeom>
                  <a:avLst/>
                  <a:gdLst>
                    <a:gd name="connsiteX0" fmla="*/ 3896133 w 3977571"/>
                    <a:gd name="connsiteY0" fmla="*/ 3491693 h 3977578"/>
                    <a:gd name="connsiteX1" fmla="*/ 3238527 w 3977571"/>
                    <a:gd name="connsiteY1" fmla="*/ 2834468 h 3977578"/>
                    <a:gd name="connsiteX2" fmla="*/ 3205570 w 3977571"/>
                    <a:gd name="connsiteY2" fmla="*/ 2820657 h 3977578"/>
                    <a:gd name="connsiteX3" fmla="*/ 3172614 w 3977571"/>
                    <a:gd name="connsiteY3" fmla="*/ 2834468 h 3977578"/>
                    <a:gd name="connsiteX4" fmla="*/ 3111273 w 3977571"/>
                    <a:gd name="connsiteY4" fmla="*/ 2895619 h 3977578"/>
                    <a:gd name="connsiteX5" fmla="*/ 2978304 w 3977571"/>
                    <a:gd name="connsiteY5" fmla="*/ 2762840 h 3977578"/>
                    <a:gd name="connsiteX6" fmla="*/ 2978304 w 3977571"/>
                    <a:gd name="connsiteY6" fmla="*/ 2762840 h 3977578"/>
                    <a:gd name="connsiteX7" fmla="*/ 3363495 w 3977571"/>
                    <a:gd name="connsiteY7" fmla="*/ 1569929 h 3977578"/>
                    <a:gd name="connsiteX8" fmla="*/ 2818760 w 3977571"/>
                    <a:gd name="connsiteY8" fmla="*/ 440931 h 3977578"/>
                    <a:gd name="connsiteX9" fmla="*/ 1645185 w 3977571"/>
                    <a:gd name="connsiteY9" fmla="*/ 399 h 3977578"/>
                    <a:gd name="connsiteX10" fmla="*/ 492088 w 3977571"/>
                    <a:gd name="connsiteY10" fmla="*/ 491794 h 3977578"/>
                    <a:gd name="connsiteX11" fmla="*/ 408 w 3977571"/>
                    <a:gd name="connsiteY11" fmla="*/ 1644986 h 3977578"/>
                    <a:gd name="connsiteX12" fmla="*/ 440844 w 3977571"/>
                    <a:gd name="connsiteY12" fmla="*/ 2818657 h 3977578"/>
                    <a:gd name="connsiteX13" fmla="*/ 1569747 w 3977571"/>
                    <a:gd name="connsiteY13" fmla="*/ 3363582 h 3977578"/>
                    <a:gd name="connsiteX14" fmla="*/ 2762562 w 3977571"/>
                    <a:gd name="connsiteY14" fmla="*/ 2978296 h 3977578"/>
                    <a:gd name="connsiteX15" fmla="*/ 2895531 w 3977571"/>
                    <a:gd name="connsiteY15" fmla="*/ 3111074 h 3977578"/>
                    <a:gd name="connsiteX16" fmla="*/ 2834095 w 3977571"/>
                    <a:gd name="connsiteY16" fmla="*/ 3172225 h 3977578"/>
                    <a:gd name="connsiteX17" fmla="*/ 2820284 w 3977571"/>
                    <a:gd name="connsiteY17" fmla="*/ 3205371 h 3977578"/>
                    <a:gd name="connsiteX18" fmla="*/ 2834095 w 3977571"/>
                    <a:gd name="connsiteY18" fmla="*/ 3238519 h 3977578"/>
                    <a:gd name="connsiteX19" fmla="*/ 3491796 w 3977571"/>
                    <a:gd name="connsiteY19" fmla="*/ 3896125 h 3977578"/>
                    <a:gd name="connsiteX20" fmla="*/ 3766783 w 3977571"/>
                    <a:gd name="connsiteY20" fmla="*/ 3967562 h 3977578"/>
                    <a:gd name="connsiteX21" fmla="*/ 3967570 w 3977571"/>
                    <a:gd name="connsiteY21" fmla="*/ 3766680 h 3977578"/>
                    <a:gd name="connsiteX22" fmla="*/ 3896037 w 3977571"/>
                    <a:gd name="connsiteY22" fmla="*/ 3491693 h 3977578"/>
                    <a:gd name="connsiteX23" fmla="*/ 2292885 w 3977571"/>
                    <a:gd name="connsiteY23" fmla="*/ 3154603 h 3977578"/>
                    <a:gd name="connsiteX24" fmla="*/ 1373055 w 3977571"/>
                    <a:gd name="connsiteY24" fmla="*/ 3245186 h 3977578"/>
                    <a:gd name="connsiteX25" fmla="*/ 557906 w 3977571"/>
                    <a:gd name="connsiteY25" fmla="*/ 2809417 h 3977578"/>
                    <a:gd name="connsiteX26" fmla="*/ 557906 w 3977571"/>
                    <a:gd name="connsiteY26" fmla="*/ 2809608 h 3977578"/>
                    <a:gd name="connsiteX27" fmla="*/ 142044 w 3977571"/>
                    <a:gd name="connsiteY27" fmla="*/ 2096471 h 3977578"/>
                    <a:gd name="connsiteX28" fmla="*/ 142044 w 3977571"/>
                    <a:gd name="connsiteY28" fmla="*/ 1270939 h 3977578"/>
                    <a:gd name="connsiteX29" fmla="*/ 557906 w 3977571"/>
                    <a:gd name="connsiteY29" fmla="*/ 557803 h 3977578"/>
                    <a:gd name="connsiteX30" fmla="*/ 1373055 w 3977571"/>
                    <a:gd name="connsiteY30" fmla="*/ 122034 h 3977578"/>
                    <a:gd name="connsiteX31" fmla="*/ 2292885 w 3977571"/>
                    <a:gd name="connsiteY31" fmla="*/ 212616 h 3977578"/>
                    <a:gd name="connsiteX32" fmla="*/ 3007355 w 3977571"/>
                    <a:gd name="connsiteY32" fmla="*/ 798975 h 3977578"/>
                    <a:gd name="connsiteX33" fmla="*/ 3275674 w 3977571"/>
                    <a:gd name="connsiteY33" fmla="*/ 1683562 h 3977578"/>
                    <a:gd name="connsiteX34" fmla="*/ 3007355 w 3977571"/>
                    <a:gd name="connsiteY34" fmla="*/ 2568149 h 3977578"/>
                    <a:gd name="connsiteX35" fmla="*/ 2292885 w 3977571"/>
                    <a:gd name="connsiteY35" fmla="*/ 3154603 h 3977578"/>
                    <a:gd name="connsiteX36" fmla="*/ 2832762 w 3977571"/>
                    <a:gd name="connsiteY36" fmla="*/ 2916097 h 3977578"/>
                    <a:gd name="connsiteX37" fmla="*/ 2832667 w 3977571"/>
                    <a:gd name="connsiteY37" fmla="*/ 2916097 h 3977578"/>
                    <a:gd name="connsiteX38" fmla="*/ 2875243 w 3977571"/>
                    <a:gd name="connsiteY38" fmla="*/ 2874949 h 3977578"/>
                    <a:gd name="connsiteX39" fmla="*/ 2916201 w 3977571"/>
                    <a:gd name="connsiteY39" fmla="*/ 2832754 h 3977578"/>
                    <a:gd name="connsiteX40" fmla="*/ 3045074 w 3977571"/>
                    <a:gd name="connsiteY40" fmla="*/ 2961627 h 3977578"/>
                    <a:gd name="connsiteX41" fmla="*/ 2961730 w 3977571"/>
                    <a:gd name="connsiteY41" fmla="*/ 3045066 h 3977578"/>
                    <a:gd name="connsiteX42" fmla="*/ 2832762 w 3977571"/>
                    <a:gd name="connsiteY42" fmla="*/ 2916193 h 3977578"/>
                    <a:gd name="connsiteX43" fmla="*/ 2933155 w 3977571"/>
                    <a:gd name="connsiteY43" fmla="*/ 3205467 h 3977578"/>
                    <a:gd name="connsiteX44" fmla="*/ 3205475 w 3977571"/>
                    <a:gd name="connsiteY44" fmla="*/ 2933242 h 3977578"/>
                    <a:gd name="connsiteX45" fmla="*/ 3299201 w 3977571"/>
                    <a:gd name="connsiteY45" fmla="*/ 3027159 h 3977578"/>
                    <a:gd name="connsiteX46" fmla="*/ 3026977 w 3977571"/>
                    <a:gd name="connsiteY46" fmla="*/ 3299383 h 3977578"/>
                    <a:gd name="connsiteX47" fmla="*/ 2933155 w 3977571"/>
                    <a:gd name="connsiteY47" fmla="*/ 3205467 h 3977578"/>
                    <a:gd name="connsiteX48" fmla="*/ 3092985 w 3977571"/>
                    <a:gd name="connsiteY48" fmla="*/ 3364915 h 3977578"/>
                    <a:gd name="connsiteX49" fmla="*/ 3092985 w 3977571"/>
                    <a:gd name="connsiteY49" fmla="*/ 3364915 h 3977578"/>
                    <a:gd name="connsiteX50" fmla="*/ 3365304 w 3977571"/>
                    <a:gd name="connsiteY50" fmla="*/ 3092691 h 3977578"/>
                    <a:gd name="connsiteX51" fmla="*/ 3418359 w 3977571"/>
                    <a:gd name="connsiteY51" fmla="*/ 3146031 h 3977578"/>
                    <a:gd name="connsiteX52" fmla="*/ 3146134 w 3977571"/>
                    <a:gd name="connsiteY52" fmla="*/ 3418255 h 3977578"/>
                    <a:gd name="connsiteX53" fmla="*/ 3093080 w 3977571"/>
                    <a:gd name="connsiteY53" fmla="*/ 3364915 h 3977578"/>
                    <a:gd name="connsiteX54" fmla="*/ 3507322 w 3977571"/>
                    <a:gd name="connsiteY54" fmla="*/ 3779348 h 3977578"/>
                    <a:gd name="connsiteX55" fmla="*/ 3211857 w 3977571"/>
                    <a:gd name="connsiteY55" fmla="*/ 3484359 h 3977578"/>
                    <a:gd name="connsiteX56" fmla="*/ 3484177 w 3977571"/>
                    <a:gd name="connsiteY56" fmla="*/ 3212134 h 3977578"/>
                    <a:gd name="connsiteX57" fmla="*/ 3779737 w 3977571"/>
                    <a:gd name="connsiteY57" fmla="*/ 3507124 h 3977578"/>
                    <a:gd name="connsiteX58" fmla="*/ 3507513 w 3977571"/>
                    <a:gd name="connsiteY58" fmla="*/ 3779348 h 3977578"/>
                    <a:gd name="connsiteX59" fmla="*/ 3507418 w 3977571"/>
                    <a:gd name="connsiteY59" fmla="*/ 3779348 h 3977578"/>
                    <a:gd name="connsiteX60" fmla="*/ 3885941 w 3977571"/>
                    <a:gd name="connsiteY60" fmla="*/ 3704863 h 3977578"/>
                    <a:gd name="connsiteX61" fmla="*/ 3830124 w 3977571"/>
                    <a:gd name="connsiteY61" fmla="*/ 3829926 h 3977578"/>
                    <a:gd name="connsiteX62" fmla="*/ 3830124 w 3977571"/>
                    <a:gd name="connsiteY62" fmla="*/ 3829926 h 3977578"/>
                    <a:gd name="connsiteX63" fmla="*/ 3705061 w 3977571"/>
                    <a:gd name="connsiteY63" fmla="*/ 3885647 h 3977578"/>
                    <a:gd name="connsiteX64" fmla="*/ 3574378 w 3977571"/>
                    <a:gd name="connsiteY64" fmla="*/ 3844880 h 3977578"/>
                    <a:gd name="connsiteX65" fmla="*/ 3844698 w 3977571"/>
                    <a:gd name="connsiteY65" fmla="*/ 3574275 h 3977578"/>
                    <a:gd name="connsiteX66" fmla="*/ 3885941 w 3977571"/>
                    <a:gd name="connsiteY66" fmla="*/ 3704863 h 397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977571" h="3977578">
                      <a:moveTo>
                        <a:pt x="3896133" y="3491693"/>
                      </a:moveTo>
                      <a:lnTo>
                        <a:pt x="3238527" y="2834468"/>
                      </a:lnTo>
                      <a:cubicBezTo>
                        <a:pt x="3229764" y="2825705"/>
                        <a:pt x="3217953" y="2820657"/>
                        <a:pt x="3205570" y="2820657"/>
                      </a:cubicBezTo>
                      <a:cubicBezTo>
                        <a:pt x="3193188" y="2820657"/>
                        <a:pt x="3181281" y="2825610"/>
                        <a:pt x="3172614" y="2834468"/>
                      </a:cubicBezTo>
                      <a:lnTo>
                        <a:pt x="3111273" y="2895619"/>
                      </a:lnTo>
                      <a:lnTo>
                        <a:pt x="2978304" y="2762840"/>
                      </a:lnTo>
                      <a:lnTo>
                        <a:pt x="2978304" y="2762840"/>
                      </a:lnTo>
                      <a:cubicBezTo>
                        <a:pt x="3255291" y="2429560"/>
                        <a:pt x="3393213" y="2002364"/>
                        <a:pt x="3363495" y="1569929"/>
                      </a:cubicBezTo>
                      <a:cubicBezTo>
                        <a:pt x="3333777" y="1137589"/>
                        <a:pt x="3138705" y="733253"/>
                        <a:pt x="2818760" y="440931"/>
                      </a:cubicBezTo>
                      <a:cubicBezTo>
                        <a:pt x="2498625" y="148799"/>
                        <a:pt x="2078382" y="-9030"/>
                        <a:pt x="1645185" y="399"/>
                      </a:cubicBezTo>
                      <a:cubicBezTo>
                        <a:pt x="1211892" y="9829"/>
                        <a:pt x="798984" y="185851"/>
                        <a:pt x="492088" y="491794"/>
                      </a:cubicBezTo>
                      <a:cubicBezTo>
                        <a:pt x="185955" y="798690"/>
                        <a:pt x="9933" y="1211694"/>
                        <a:pt x="408" y="1644986"/>
                      </a:cubicBezTo>
                      <a:cubicBezTo>
                        <a:pt x="-9117" y="2078278"/>
                        <a:pt x="148617" y="2498617"/>
                        <a:pt x="440844" y="2818657"/>
                      </a:cubicBezTo>
                      <a:cubicBezTo>
                        <a:pt x="733071" y="3138696"/>
                        <a:pt x="1137407" y="3333864"/>
                        <a:pt x="1569747" y="3363582"/>
                      </a:cubicBezTo>
                      <a:cubicBezTo>
                        <a:pt x="2002086" y="3393300"/>
                        <a:pt x="2429283" y="3255378"/>
                        <a:pt x="2762562" y="2978296"/>
                      </a:cubicBezTo>
                      <a:lnTo>
                        <a:pt x="2895531" y="3111074"/>
                      </a:lnTo>
                      <a:lnTo>
                        <a:pt x="2834095" y="3172225"/>
                      </a:lnTo>
                      <a:cubicBezTo>
                        <a:pt x="2825332" y="3180988"/>
                        <a:pt x="2820284" y="3192989"/>
                        <a:pt x="2820284" y="3205371"/>
                      </a:cubicBezTo>
                      <a:cubicBezTo>
                        <a:pt x="2820284" y="3217754"/>
                        <a:pt x="2825237" y="3229755"/>
                        <a:pt x="2834095" y="3238519"/>
                      </a:cubicBezTo>
                      <a:lnTo>
                        <a:pt x="3491796" y="3896125"/>
                      </a:lnTo>
                      <a:cubicBezTo>
                        <a:pt x="3564282" y="3966991"/>
                        <a:pt x="3668961" y="3994137"/>
                        <a:pt x="3766783" y="3967562"/>
                      </a:cubicBezTo>
                      <a:cubicBezTo>
                        <a:pt x="3864605" y="3940892"/>
                        <a:pt x="3940995" y="3864502"/>
                        <a:pt x="3967570" y="3766680"/>
                      </a:cubicBezTo>
                      <a:cubicBezTo>
                        <a:pt x="3994145" y="3668858"/>
                        <a:pt x="3966903" y="3564178"/>
                        <a:pt x="3896037" y="3491693"/>
                      </a:cubicBezTo>
                      <a:close/>
                      <a:moveTo>
                        <a:pt x="2292885" y="3154603"/>
                      </a:moveTo>
                      <a:cubicBezTo>
                        <a:pt x="2001991" y="3275095"/>
                        <a:pt x="1681856" y="3306622"/>
                        <a:pt x="1373055" y="3245186"/>
                      </a:cubicBezTo>
                      <a:cubicBezTo>
                        <a:pt x="1064255" y="3183750"/>
                        <a:pt x="780505" y="3032112"/>
                        <a:pt x="557906" y="2809417"/>
                      </a:cubicBezTo>
                      <a:lnTo>
                        <a:pt x="557906" y="2809608"/>
                      </a:lnTo>
                      <a:cubicBezTo>
                        <a:pt x="358643" y="2612917"/>
                        <a:pt x="215101" y="2366791"/>
                        <a:pt x="142044" y="2096471"/>
                      </a:cubicBezTo>
                      <a:cubicBezTo>
                        <a:pt x="68988" y="1826152"/>
                        <a:pt x="68988" y="1541259"/>
                        <a:pt x="142044" y="1270939"/>
                      </a:cubicBezTo>
                      <a:cubicBezTo>
                        <a:pt x="215101" y="1000620"/>
                        <a:pt x="358643" y="754494"/>
                        <a:pt x="557906" y="557803"/>
                      </a:cubicBezTo>
                      <a:cubicBezTo>
                        <a:pt x="780600" y="335108"/>
                        <a:pt x="1064255" y="183470"/>
                        <a:pt x="1373055" y="122034"/>
                      </a:cubicBezTo>
                      <a:cubicBezTo>
                        <a:pt x="1681856" y="60597"/>
                        <a:pt x="2001991" y="92125"/>
                        <a:pt x="2292885" y="212616"/>
                      </a:cubicBezTo>
                      <a:cubicBezTo>
                        <a:pt x="2583778" y="333108"/>
                        <a:pt x="2832476" y="537133"/>
                        <a:pt x="3007355" y="798975"/>
                      </a:cubicBezTo>
                      <a:cubicBezTo>
                        <a:pt x="3182329" y="1060818"/>
                        <a:pt x="3275674" y="1368666"/>
                        <a:pt x="3275674" y="1683562"/>
                      </a:cubicBezTo>
                      <a:cubicBezTo>
                        <a:pt x="3275674" y="1998459"/>
                        <a:pt x="3182329" y="2306307"/>
                        <a:pt x="3007355" y="2568149"/>
                      </a:cubicBezTo>
                      <a:cubicBezTo>
                        <a:pt x="2832381" y="2829991"/>
                        <a:pt x="2583778" y="3034017"/>
                        <a:pt x="2292885" y="3154603"/>
                      </a:cubicBezTo>
                      <a:close/>
                      <a:moveTo>
                        <a:pt x="2832762" y="2916097"/>
                      </a:moveTo>
                      <a:lnTo>
                        <a:pt x="2832667" y="2916097"/>
                      </a:lnTo>
                      <a:cubicBezTo>
                        <a:pt x="2846954" y="2902762"/>
                        <a:pt x="2861242" y="2888761"/>
                        <a:pt x="2875243" y="2874949"/>
                      </a:cubicBezTo>
                      <a:cubicBezTo>
                        <a:pt x="2889245" y="2861043"/>
                        <a:pt x="2902770" y="2847136"/>
                        <a:pt x="2916201" y="2832754"/>
                      </a:cubicBezTo>
                      <a:lnTo>
                        <a:pt x="3045074" y="2961627"/>
                      </a:lnTo>
                      <a:lnTo>
                        <a:pt x="2961730" y="3045066"/>
                      </a:lnTo>
                      <a:lnTo>
                        <a:pt x="2832762" y="2916193"/>
                      </a:lnTo>
                      <a:close/>
                      <a:moveTo>
                        <a:pt x="2933155" y="3205467"/>
                      </a:moveTo>
                      <a:lnTo>
                        <a:pt x="3205475" y="2933242"/>
                      </a:lnTo>
                      <a:lnTo>
                        <a:pt x="3299201" y="3027159"/>
                      </a:lnTo>
                      <a:lnTo>
                        <a:pt x="3026977" y="3299383"/>
                      </a:lnTo>
                      <a:lnTo>
                        <a:pt x="2933155" y="3205467"/>
                      </a:lnTo>
                      <a:close/>
                      <a:moveTo>
                        <a:pt x="3092985" y="3364915"/>
                      </a:moveTo>
                      <a:lnTo>
                        <a:pt x="3092985" y="3364915"/>
                      </a:lnTo>
                      <a:lnTo>
                        <a:pt x="3365304" y="3092691"/>
                      </a:lnTo>
                      <a:lnTo>
                        <a:pt x="3418359" y="3146031"/>
                      </a:lnTo>
                      <a:lnTo>
                        <a:pt x="3146134" y="3418255"/>
                      </a:lnTo>
                      <a:lnTo>
                        <a:pt x="3093080" y="3364915"/>
                      </a:lnTo>
                      <a:close/>
                      <a:moveTo>
                        <a:pt x="3507322" y="3779348"/>
                      </a:moveTo>
                      <a:lnTo>
                        <a:pt x="3211857" y="3484359"/>
                      </a:lnTo>
                      <a:lnTo>
                        <a:pt x="3484177" y="3212134"/>
                      </a:lnTo>
                      <a:lnTo>
                        <a:pt x="3779737" y="3507124"/>
                      </a:lnTo>
                      <a:lnTo>
                        <a:pt x="3507513" y="3779348"/>
                      </a:lnTo>
                      <a:lnTo>
                        <a:pt x="3507418" y="3779348"/>
                      </a:lnTo>
                      <a:close/>
                      <a:moveTo>
                        <a:pt x="3885941" y="3704863"/>
                      </a:moveTo>
                      <a:cubicBezTo>
                        <a:pt x="3883274" y="3751916"/>
                        <a:pt x="3863462" y="3796398"/>
                        <a:pt x="3830124" y="3829926"/>
                      </a:cubicBezTo>
                      <a:lnTo>
                        <a:pt x="3830124" y="3829926"/>
                      </a:lnTo>
                      <a:cubicBezTo>
                        <a:pt x="3796596" y="3863073"/>
                        <a:pt x="3752115" y="3882885"/>
                        <a:pt x="3705061" y="3885647"/>
                      </a:cubicBezTo>
                      <a:cubicBezTo>
                        <a:pt x="3658008" y="3888409"/>
                        <a:pt x="3611526" y="3873931"/>
                        <a:pt x="3574378" y="3844880"/>
                      </a:cubicBezTo>
                      <a:lnTo>
                        <a:pt x="3844698" y="3574275"/>
                      </a:lnTo>
                      <a:cubicBezTo>
                        <a:pt x="3873939" y="3611232"/>
                        <a:pt x="3888608" y="3657714"/>
                        <a:pt x="3885941" y="3704863"/>
                      </a:cubicBezTo>
                      <a:close/>
                    </a:path>
                  </a:pathLst>
                </a:custGeom>
                <a:solidFill>
                  <a:schemeClr val="tx1"/>
                </a:solidFill>
                <a:ln w="9525" cap="flat">
                  <a:noFill/>
                  <a:prstDash val="solid"/>
                  <a:miter/>
                </a:ln>
              </p:spPr>
              <p:txBody>
                <a:bodyPr rtlCol="0" anchor="ctr"/>
                <a:lstStyle/>
                <a:p>
                  <a:endParaRPr lang="en-IN"/>
                </a:p>
              </p:txBody>
            </p:sp>
          </p:grpSp>
          <p:cxnSp>
            <p:nvCxnSpPr>
              <p:cNvPr id="56" name="Straight Connector 55">
                <a:extLst>
                  <a:ext uri="{FF2B5EF4-FFF2-40B4-BE49-F238E27FC236}">
                    <a16:creationId xmlns:a16="http://schemas.microsoft.com/office/drawing/2014/main" id="{2DB27166-F557-DD7C-4EBA-E88192556284}"/>
                  </a:ext>
                </a:extLst>
              </p:cNvPr>
              <p:cNvCxnSpPr>
                <a:cxnSpLocks/>
              </p:cNvCxnSpPr>
              <p:nvPr/>
            </p:nvCxnSpPr>
            <p:spPr>
              <a:xfrm>
                <a:off x="-1836204" y="3794567"/>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4CE652D-F03A-60DC-76D3-AD688F4ADE26}"/>
                  </a:ext>
                </a:extLst>
              </p:cNvPr>
              <p:cNvCxnSpPr/>
              <p:nvPr/>
            </p:nvCxnSpPr>
            <p:spPr>
              <a:xfrm>
                <a:off x="-2264980" y="3985444"/>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DB14FD7-3145-0B24-F448-130E1C5AF077}"/>
                  </a:ext>
                </a:extLst>
              </p:cNvPr>
              <p:cNvCxnSpPr/>
              <p:nvPr/>
            </p:nvCxnSpPr>
            <p:spPr>
              <a:xfrm>
                <a:off x="-1407428" y="4156825"/>
                <a:ext cx="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83807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23193B99-4A62-BBB3-5385-0376B084BC78}"/>
              </a:ext>
            </a:extLst>
          </p:cNvPr>
          <p:cNvSpPr/>
          <p:nvPr/>
        </p:nvSpPr>
        <p:spPr>
          <a:xfrm>
            <a:off x="1799769" y="2955195"/>
            <a:ext cx="8592461" cy="473805"/>
          </a:xfrm>
          <a:prstGeom prst="parallelogram">
            <a:avLst>
              <a:gd name="adj" fmla="val 1413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3200" b="1">
                <a:solidFill>
                  <a:schemeClr val="accent1"/>
                </a:solidFill>
              </a:rPr>
              <a:t>What do we mean by “so what”? </a:t>
            </a:r>
            <a:endParaRPr lang="en-GB" sz="3200" b="1">
              <a:solidFill>
                <a:schemeClr val="accent1"/>
              </a:solidFill>
              <a:cs typeface="Arial" panose="020B0604020202020204" pitchFamily="34" charset="0"/>
            </a:endParaRPr>
          </a:p>
        </p:txBody>
      </p:sp>
    </p:spTree>
    <p:extLst>
      <p:ext uri="{BB962C8B-B14F-4D97-AF65-F5344CB8AC3E}">
        <p14:creationId xmlns:p14="http://schemas.microsoft.com/office/powerpoint/2010/main" val="1434970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p:txBody>
          <a:bodyPr/>
          <a:lstStyle/>
          <a:p>
            <a:r>
              <a:rPr lang="en-GB" sz="2300"/>
              <a:t>What do we mean by “so what”? </a:t>
            </a:r>
          </a:p>
        </p:txBody>
      </p:sp>
      <p:sp>
        <p:nvSpPr>
          <p:cNvPr id="46" name="Rectangle 45">
            <a:extLst>
              <a:ext uri="{FF2B5EF4-FFF2-40B4-BE49-F238E27FC236}">
                <a16:creationId xmlns:a16="http://schemas.microsoft.com/office/drawing/2014/main" id="{5018DA6B-3B91-C472-7D8D-39C419F7872F}"/>
              </a:ext>
            </a:extLst>
          </p:cNvPr>
          <p:cNvSpPr/>
          <p:nvPr/>
        </p:nvSpPr>
        <p:spPr>
          <a:xfrm>
            <a:off x="1633921" y="1833737"/>
            <a:ext cx="3778199" cy="12741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576" rIns="0" bIns="36576" rtlCol="0" anchor="ctr" anchorCtr="0"/>
          <a:lstStyle/>
          <a:p>
            <a:pPr>
              <a:buClr>
                <a:schemeClr val="tx2"/>
              </a:buClr>
              <a:buSzPct val="100000"/>
            </a:pPr>
            <a:r>
              <a:rPr lang="en-GB" sz="1600" b="1">
                <a:solidFill>
                  <a:schemeClr val="accent1"/>
                </a:solidFill>
              </a:rPr>
              <a:t>The most important thing to take from the slide is…</a:t>
            </a:r>
          </a:p>
        </p:txBody>
      </p:sp>
      <p:grpSp>
        <p:nvGrpSpPr>
          <p:cNvPr id="2" name="Group 1">
            <a:extLst>
              <a:ext uri="{FF2B5EF4-FFF2-40B4-BE49-F238E27FC236}">
                <a16:creationId xmlns:a16="http://schemas.microsoft.com/office/drawing/2014/main" id="{8874F80F-6363-467D-D0AA-304D0120D097}"/>
              </a:ext>
            </a:extLst>
          </p:cNvPr>
          <p:cNvGrpSpPr/>
          <p:nvPr/>
        </p:nvGrpSpPr>
        <p:grpSpPr>
          <a:xfrm rot="1800000">
            <a:off x="888251" y="2000960"/>
            <a:ext cx="607582" cy="687804"/>
            <a:chOff x="-1308680" y="3033525"/>
            <a:chExt cx="1128485" cy="1277486"/>
          </a:xfrm>
        </p:grpSpPr>
        <p:grpSp>
          <p:nvGrpSpPr>
            <p:cNvPr id="3" name="Group 2">
              <a:extLst>
                <a:ext uri="{FF2B5EF4-FFF2-40B4-BE49-F238E27FC236}">
                  <a16:creationId xmlns:a16="http://schemas.microsoft.com/office/drawing/2014/main" id="{2B2BD083-32C4-FBDB-3F52-F100C411C4A4}"/>
                </a:ext>
              </a:extLst>
            </p:cNvPr>
            <p:cNvGrpSpPr/>
            <p:nvPr/>
          </p:nvGrpSpPr>
          <p:grpSpPr>
            <a:xfrm>
              <a:off x="-1221100" y="3248581"/>
              <a:ext cx="953326" cy="1062430"/>
              <a:chOff x="-7276974" y="1433018"/>
              <a:chExt cx="3855910" cy="4297203"/>
            </a:xfrm>
          </p:grpSpPr>
          <p:sp>
            <p:nvSpPr>
              <p:cNvPr id="8" name="Freeform: Shape 7">
                <a:extLst>
                  <a:ext uri="{FF2B5EF4-FFF2-40B4-BE49-F238E27FC236}">
                    <a16:creationId xmlns:a16="http://schemas.microsoft.com/office/drawing/2014/main" id="{1A4CB20B-330F-7747-86E3-20332D27684D}"/>
                  </a:ext>
                </a:extLst>
              </p:cNvPr>
              <p:cNvSpPr/>
              <p:nvPr/>
            </p:nvSpPr>
            <p:spPr>
              <a:xfrm>
                <a:off x="-6618227" y="2095291"/>
                <a:ext cx="2539081" cy="3634930"/>
              </a:xfrm>
              <a:custGeom>
                <a:avLst/>
                <a:gdLst>
                  <a:gd name="connsiteX0" fmla="*/ 2491456 w 2539081"/>
                  <a:gd name="connsiteY0" fmla="*/ 1615059 h 3634930"/>
                  <a:gd name="connsiteX1" fmla="*/ 2539081 w 2539081"/>
                  <a:gd name="connsiteY1" fmla="*/ 1269587 h 3634930"/>
                  <a:gd name="connsiteX2" fmla="*/ 2439069 w 2539081"/>
                  <a:gd name="connsiteY2" fmla="*/ 774859 h 3634930"/>
                  <a:gd name="connsiteX3" fmla="*/ 2166463 w 2539081"/>
                  <a:gd name="connsiteY3" fmla="*/ 371094 h 3634930"/>
                  <a:gd name="connsiteX4" fmla="*/ 1762317 w 2539081"/>
                  <a:gd name="connsiteY4" fmla="*/ 99155 h 3634930"/>
                  <a:gd name="connsiteX5" fmla="*/ 1269589 w 2539081"/>
                  <a:gd name="connsiteY5" fmla="*/ 0 h 3634930"/>
                  <a:gd name="connsiteX6" fmla="*/ 1267494 w 2539081"/>
                  <a:gd name="connsiteY6" fmla="*/ 0 h 3634930"/>
                  <a:gd name="connsiteX7" fmla="*/ 773337 w 2539081"/>
                  <a:gd name="connsiteY7" fmla="*/ 100679 h 3634930"/>
                  <a:gd name="connsiteX8" fmla="*/ 370239 w 2539081"/>
                  <a:gd name="connsiteY8" fmla="*/ 373571 h 3634930"/>
                  <a:gd name="connsiteX9" fmla="*/ 98871 w 2539081"/>
                  <a:gd name="connsiteY9" fmla="*/ 777716 h 3634930"/>
                  <a:gd name="connsiteX10" fmla="*/ 2 w 2539081"/>
                  <a:gd name="connsiteY10" fmla="*/ 1272350 h 3634930"/>
                  <a:gd name="connsiteX11" fmla="*/ 48008 w 2539081"/>
                  <a:gd name="connsiteY11" fmla="*/ 1616964 h 3634930"/>
                  <a:gd name="connsiteX12" fmla="*/ 182215 w 2539081"/>
                  <a:gd name="connsiteY12" fmla="*/ 1925479 h 3634930"/>
                  <a:gd name="connsiteX13" fmla="*/ 656655 w 2539081"/>
                  <a:gd name="connsiteY13" fmla="*/ 2381917 h 3634930"/>
                  <a:gd name="connsiteX14" fmla="*/ 794101 w 2539081"/>
                  <a:gd name="connsiteY14" fmla="*/ 2615470 h 3634930"/>
                  <a:gd name="connsiteX15" fmla="*/ 794101 w 2539081"/>
                  <a:gd name="connsiteY15" fmla="*/ 3298603 h 3634930"/>
                  <a:gd name="connsiteX16" fmla="*/ 854109 w 2539081"/>
                  <a:gd name="connsiteY16" fmla="*/ 3358611 h 3634930"/>
                  <a:gd name="connsiteX17" fmla="*/ 938786 w 2539081"/>
                  <a:gd name="connsiteY17" fmla="*/ 3358611 h 3634930"/>
                  <a:gd name="connsiteX18" fmla="*/ 1032036 w 2539081"/>
                  <a:gd name="connsiteY18" fmla="*/ 3536347 h 3634930"/>
                  <a:gd name="connsiteX19" fmla="*/ 1269780 w 2539081"/>
                  <a:gd name="connsiteY19" fmla="*/ 3634931 h 3634930"/>
                  <a:gd name="connsiteX20" fmla="*/ 1507524 w 2539081"/>
                  <a:gd name="connsiteY20" fmla="*/ 3536347 h 3634930"/>
                  <a:gd name="connsiteX21" fmla="*/ 1600773 w 2539081"/>
                  <a:gd name="connsiteY21" fmla="*/ 3358611 h 3634930"/>
                  <a:gd name="connsiteX22" fmla="*/ 1685451 w 2539081"/>
                  <a:gd name="connsiteY22" fmla="*/ 3358611 h 3634930"/>
                  <a:gd name="connsiteX23" fmla="*/ 1745458 w 2539081"/>
                  <a:gd name="connsiteY23" fmla="*/ 3298603 h 3634930"/>
                  <a:gd name="connsiteX24" fmla="*/ 1745458 w 2539081"/>
                  <a:gd name="connsiteY24" fmla="*/ 2615470 h 3634930"/>
                  <a:gd name="connsiteX25" fmla="*/ 1882523 w 2539081"/>
                  <a:gd name="connsiteY25" fmla="*/ 2382298 h 3634930"/>
                  <a:gd name="connsiteX26" fmla="*/ 2357916 w 2539081"/>
                  <a:gd name="connsiteY26" fmla="*/ 1924717 h 3634930"/>
                  <a:gd name="connsiteX27" fmla="*/ 2491552 w 2539081"/>
                  <a:gd name="connsiteY27" fmla="*/ 1615154 h 3634930"/>
                  <a:gd name="connsiteX28" fmla="*/ 2491552 w 2539081"/>
                  <a:gd name="connsiteY28" fmla="*/ 1615154 h 3634930"/>
                  <a:gd name="connsiteX29" fmla="*/ 1269303 w 2539081"/>
                  <a:gd name="connsiteY29" fmla="*/ 3514630 h 3634930"/>
                  <a:gd name="connsiteX30" fmla="*/ 1061563 w 2539081"/>
                  <a:gd name="connsiteY30" fmla="*/ 3358515 h 3634930"/>
                  <a:gd name="connsiteX31" fmla="*/ 1477044 w 2539081"/>
                  <a:gd name="connsiteY31" fmla="*/ 3358515 h 3634930"/>
                  <a:gd name="connsiteX32" fmla="*/ 1269303 w 2539081"/>
                  <a:gd name="connsiteY32" fmla="*/ 3514630 h 3634930"/>
                  <a:gd name="connsiteX33" fmla="*/ 1269303 w 2539081"/>
                  <a:gd name="connsiteY33" fmla="*/ 3514630 h 3634930"/>
                  <a:gd name="connsiteX34" fmla="*/ 1624777 w 2539081"/>
                  <a:gd name="connsiteY34" fmla="*/ 3238500 h 3634930"/>
                  <a:gd name="connsiteX35" fmla="*/ 913735 w 2539081"/>
                  <a:gd name="connsiteY35" fmla="*/ 3238500 h 3634930"/>
                  <a:gd name="connsiteX36" fmla="*/ 913735 w 2539081"/>
                  <a:gd name="connsiteY36" fmla="*/ 3021521 h 3634930"/>
                  <a:gd name="connsiteX37" fmla="*/ 1624777 w 2539081"/>
                  <a:gd name="connsiteY37" fmla="*/ 3021521 h 3634930"/>
                  <a:gd name="connsiteX38" fmla="*/ 1624777 w 2539081"/>
                  <a:gd name="connsiteY38" fmla="*/ 3238500 h 3634930"/>
                  <a:gd name="connsiteX39" fmla="*/ 1624777 w 2539081"/>
                  <a:gd name="connsiteY39" fmla="*/ 2901506 h 3634930"/>
                  <a:gd name="connsiteX40" fmla="*/ 913735 w 2539081"/>
                  <a:gd name="connsiteY40" fmla="*/ 2901506 h 3634930"/>
                  <a:gd name="connsiteX41" fmla="*/ 913735 w 2539081"/>
                  <a:gd name="connsiteY41" fmla="*/ 2675382 h 3634930"/>
                  <a:gd name="connsiteX42" fmla="*/ 1624777 w 2539081"/>
                  <a:gd name="connsiteY42" fmla="*/ 2675382 h 3634930"/>
                  <a:gd name="connsiteX43" fmla="*/ 1624777 w 2539081"/>
                  <a:gd name="connsiteY43" fmla="*/ 2901506 h 3634930"/>
                  <a:gd name="connsiteX44" fmla="*/ 964694 w 2539081"/>
                  <a:gd name="connsiteY44" fmla="*/ 1474280 h 3634930"/>
                  <a:gd name="connsiteX45" fmla="*/ 780099 w 2539081"/>
                  <a:gd name="connsiteY45" fmla="*/ 1474280 h 3634930"/>
                  <a:gd name="connsiteX46" fmla="*/ 595505 w 2539081"/>
                  <a:gd name="connsiteY46" fmla="*/ 1289685 h 3634930"/>
                  <a:gd name="connsiteX47" fmla="*/ 780099 w 2539081"/>
                  <a:gd name="connsiteY47" fmla="*/ 1105091 h 3634930"/>
                  <a:gd name="connsiteX48" fmla="*/ 964694 w 2539081"/>
                  <a:gd name="connsiteY48" fmla="*/ 1289685 h 3634930"/>
                  <a:gd name="connsiteX49" fmla="*/ 964694 w 2539081"/>
                  <a:gd name="connsiteY49" fmla="*/ 1474280 h 3634930"/>
                  <a:gd name="connsiteX50" fmla="*/ 1084709 w 2539081"/>
                  <a:gd name="connsiteY50" fmla="*/ 2555177 h 3634930"/>
                  <a:gd name="connsiteX51" fmla="*/ 1084709 w 2539081"/>
                  <a:gd name="connsiteY51" fmla="*/ 1594104 h 3634930"/>
                  <a:gd name="connsiteX52" fmla="*/ 1453803 w 2539081"/>
                  <a:gd name="connsiteY52" fmla="*/ 1594104 h 3634930"/>
                  <a:gd name="connsiteX53" fmla="*/ 1453803 w 2539081"/>
                  <a:gd name="connsiteY53" fmla="*/ 2555177 h 3634930"/>
                  <a:gd name="connsiteX54" fmla="*/ 1084709 w 2539081"/>
                  <a:gd name="connsiteY54" fmla="*/ 2555177 h 3634930"/>
                  <a:gd name="connsiteX55" fmla="*/ 1823849 w 2539081"/>
                  <a:gd name="connsiteY55" fmla="*/ 2276856 h 3634930"/>
                  <a:gd name="connsiteX56" fmla="*/ 1629444 w 2539081"/>
                  <a:gd name="connsiteY56" fmla="*/ 2555177 h 3634930"/>
                  <a:gd name="connsiteX57" fmla="*/ 1573818 w 2539081"/>
                  <a:gd name="connsiteY57" fmla="*/ 2555177 h 3634930"/>
                  <a:gd name="connsiteX58" fmla="*/ 1573818 w 2539081"/>
                  <a:gd name="connsiteY58" fmla="*/ 1594104 h 3634930"/>
                  <a:gd name="connsiteX59" fmla="*/ 1758412 w 2539081"/>
                  <a:gd name="connsiteY59" fmla="*/ 1594104 h 3634930"/>
                  <a:gd name="connsiteX60" fmla="*/ 1973772 w 2539081"/>
                  <a:gd name="connsiteY60" fmla="*/ 1504855 h 3634930"/>
                  <a:gd name="connsiteX61" fmla="*/ 2063022 w 2539081"/>
                  <a:gd name="connsiteY61" fmla="*/ 1289495 h 3634930"/>
                  <a:gd name="connsiteX62" fmla="*/ 1973772 w 2539081"/>
                  <a:gd name="connsiteY62" fmla="*/ 1074134 h 3634930"/>
                  <a:gd name="connsiteX63" fmla="*/ 1758412 w 2539081"/>
                  <a:gd name="connsiteY63" fmla="*/ 984885 h 3634930"/>
                  <a:gd name="connsiteX64" fmla="*/ 1543052 w 2539081"/>
                  <a:gd name="connsiteY64" fmla="*/ 1074134 h 3634930"/>
                  <a:gd name="connsiteX65" fmla="*/ 1453803 w 2539081"/>
                  <a:gd name="connsiteY65" fmla="*/ 1289495 h 3634930"/>
                  <a:gd name="connsiteX66" fmla="*/ 1453803 w 2539081"/>
                  <a:gd name="connsiteY66" fmla="*/ 1474089 h 3634930"/>
                  <a:gd name="connsiteX67" fmla="*/ 1084709 w 2539081"/>
                  <a:gd name="connsiteY67" fmla="*/ 1474089 h 3634930"/>
                  <a:gd name="connsiteX68" fmla="*/ 1084709 w 2539081"/>
                  <a:gd name="connsiteY68" fmla="*/ 1289495 h 3634930"/>
                  <a:gd name="connsiteX69" fmla="*/ 995460 w 2539081"/>
                  <a:gd name="connsiteY69" fmla="*/ 1074134 h 3634930"/>
                  <a:gd name="connsiteX70" fmla="*/ 780099 w 2539081"/>
                  <a:gd name="connsiteY70" fmla="*/ 984885 h 3634930"/>
                  <a:gd name="connsiteX71" fmla="*/ 564739 w 2539081"/>
                  <a:gd name="connsiteY71" fmla="*/ 1074134 h 3634930"/>
                  <a:gd name="connsiteX72" fmla="*/ 475490 w 2539081"/>
                  <a:gd name="connsiteY72" fmla="*/ 1289495 h 3634930"/>
                  <a:gd name="connsiteX73" fmla="*/ 564739 w 2539081"/>
                  <a:gd name="connsiteY73" fmla="*/ 1504855 h 3634930"/>
                  <a:gd name="connsiteX74" fmla="*/ 780099 w 2539081"/>
                  <a:gd name="connsiteY74" fmla="*/ 1594104 h 3634930"/>
                  <a:gd name="connsiteX75" fmla="*/ 964694 w 2539081"/>
                  <a:gd name="connsiteY75" fmla="*/ 1594104 h 3634930"/>
                  <a:gd name="connsiteX76" fmla="*/ 964694 w 2539081"/>
                  <a:gd name="connsiteY76" fmla="*/ 2555177 h 3634930"/>
                  <a:gd name="connsiteX77" fmla="*/ 909068 w 2539081"/>
                  <a:gd name="connsiteY77" fmla="*/ 2555177 h 3634930"/>
                  <a:gd name="connsiteX78" fmla="*/ 714282 w 2539081"/>
                  <a:gd name="connsiteY78" fmla="*/ 2276570 h 3634930"/>
                  <a:gd name="connsiteX79" fmla="*/ 119541 w 2539081"/>
                  <a:gd name="connsiteY79" fmla="*/ 1271778 h 3634930"/>
                  <a:gd name="connsiteX80" fmla="*/ 454630 w 2539081"/>
                  <a:gd name="connsiteY80" fmla="*/ 457962 h 3634930"/>
                  <a:gd name="connsiteX81" fmla="*/ 1267113 w 2539081"/>
                  <a:gd name="connsiteY81" fmla="*/ 119825 h 3634930"/>
                  <a:gd name="connsiteX82" fmla="*/ 1269113 w 2539081"/>
                  <a:gd name="connsiteY82" fmla="*/ 119825 h 3634930"/>
                  <a:gd name="connsiteX83" fmla="*/ 2081310 w 2539081"/>
                  <a:gd name="connsiteY83" fmla="*/ 455867 h 3634930"/>
                  <a:gd name="connsiteX84" fmla="*/ 2418685 w 2539081"/>
                  <a:gd name="connsiteY84" fmla="*/ 1269397 h 3634930"/>
                  <a:gd name="connsiteX85" fmla="*/ 1823849 w 2539081"/>
                  <a:gd name="connsiteY85" fmla="*/ 2276856 h 3634930"/>
                  <a:gd name="connsiteX86" fmla="*/ 1823849 w 2539081"/>
                  <a:gd name="connsiteY86" fmla="*/ 2276856 h 3634930"/>
                  <a:gd name="connsiteX87" fmla="*/ 1573818 w 2539081"/>
                  <a:gd name="connsiteY87" fmla="*/ 1474184 h 3634930"/>
                  <a:gd name="connsiteX88" fmla="*/ 1573818 w 2539081"/>
                  <a:gd name="connsiteY88" fmla="*/ 1289590 h 3634930"/>
                  <a:gd name="connsiteX89" fmla="*/ 1758412 w 2539081"/>
                  <a:gd name="connsiteY89" fmla="*/ 1104995 h 3634930"/>
                  <a:gd name="connsiteX90" fmla="*/ 1943007 w 2539081"/>
                  <a:gd name="connsiteY90" fmla="*/ 1289590 h 3634930"/>
                  <a:gd name="connsiteX91" fmla="*/ 1758412 w 2539081"/>
                  <a:gd name="connsiteY91" fmla="*/ 1474184 h 3634930"/>
                  <a:gd name="connsiteX92" fmla="*/ 1573818 w 2539081"/>
                  <a:gd name="connsiteY92" fmla="*/ 1474184 h 36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539081" h="3634930">
                    <a:moveTo>
                      <a:pt x="2491456" y="1615059"/>
                    </a:moveTo>
                    <a:cubicBezTo>
                      <a:pt x="2523079" y="1503140"/>
                      <a:pt x="2539081" y="1386935"/>
                      <a:pt x="2539081" y="1269587"/>
                    </a:cubicBezTo>
                    <a:cubicBezTo>
                      <a:pt x="2539081" y="1097947"/>
                      <a:pt x="2505458" y="931545"/>
                      <a:pt x="2439069" y="774859"/>
                    </a:cubicBezTo>
                    <a:cubicBezTo>
                      <a:pt x="2374965" y="623507"/>
                      <a:pt x="2283335" y="487585"/>
                      <a:pt x="2166463" y="371094"/>
                    </a:cubicBezTo>
                    <a:cubicBezTo>
                      <a:pt x="2049591" y="254603"/>
                      <a:pt x="1913670" y="162973"/>
                      <a:pt x="1762317" y="99155"/>
                    </a:cubicBezTo>
                    <a:cubicBezTo>
                      <a:pt x="1606203" y="33338"/>
                      <a:pt x="1440372" y="0"/>
                      <a:pt x="1269589" y="0"/>
                    </a:cubicBezTo>
                    <a:lnTo>
                      <a:pt x="1267494" y="0"/>
                    </a:lnTo>
                    <a:cubicBezTo>
                      <a:pt x="1096044" y="286"/>
                      <a:pt x="929737" y="34195"/>
                      <a:pt x="773337" y="100679"/>
                    </a:cubicBezTo>
                    <a:cubicBezTo>
                      <a:pt x="622270" y="164973"/>
                      <a:pt x="486634" y="256699"/>
                      <a:pt x="370239" y="373571"/>
                    </a:cubicBezTo>
                    <a:cubicBezTo>
                      <a:pt x="253843" y="490442"/>
                      <a:pt x="162594" y="626364"/>
                      <a:pt x="98871" y="777716"/>
                    </a:cubicBezTo>
                    <a:cubicBezTo>
                      <a:pt x="33054" y="934403"/>
                      <a:pt x="-284" y="1100804"/>
                      <a:pt x="2" y="1272350"/>
                    </a:cubicBezTo>
                    <a:cubicBezTo>
                      <a:pt x="288" y="1389412"/>
                      <a:pt x="16385" y="1505331"/>
                      <a:pt x="48008" y="1616964"/>
                    </a:cubicBezTo>
                    <a:cubicBezTo>
                      <a:pt x="78678" y="1725168"/>
                      <a:pt x="123827" y="1828990"/>
                      <a:pt x="182215" y="1925479"/>
                    </a:cubicBezTo>
                    <a:cubicBezTo>
                      <a:pt x="297563" y="2116360"/>
                      <a:pt x="461583" y="2274189"/>
                      <a:pt x="656655" y="2381917"/>
                    </a:cubicBezTo>
                    <a:cubicBezTo>
                      <a:pt x="741428" y="2428685"/>
                      <a:pt x="794101" y="2518220"/>
                      <a:pt x="794101" y="2615470"/>
                    </a:cubicBezTo>
                    <a:lnTo>
                      <a:pt x="794101" y="3298603"/>
                    </a:lnTo>
                    <a:cubicBezTo>
                      <a:pt x="794101" y="3331750"/>
                      <a:pt x="820866" y="3358611"/>
                      <a:pt x="854109" y="3358611"/>
                    </a:cubicBezTo>
                    <a:lnTo>
                      <a:pt x="938786" y="3358611"/>
                    </a:lnTo>
                    <a:cubicBezTo>
                      <a:pt x="950787" y="3425571"/>
                      <a:pt x="982791" y="3487293"/>
                      <a:pt x="1032036" y="3536347"/>
                    </a:cubicBezTo>
                    <a:cubicBezTo>
                      <a:pt x="1095472" y="3599783"/>
                      <a:pt x="1179959" y="3634931"/>
                      <a:pt x="1269780" y="3634931"/>
                    </a:cubicBezTo>
                    <a:cubicBezTo>
                      <a:pt x="1359600" y="3634931"/>
                      <a:pt x="1444087" y="3599974"/>
                      <a:pt x="1507524" y="3536347"/>
                    </a:cubicBezTo>
                    <a:cubicBezTo>
                      <a:pt x="1556578" y="3487293"/>
                      <a:pt x="1588772" y="3425571"/>
                      <a:pt x="1600773" y="3358611"/>
                    </a:cubicBezTo>
                    <a:lnTo>
                      <a:pt x="1685451" y="3358611"/>
                    </a:lnTo>
                    <a:cubicBezTo>
                      <a:pt x="1718598" y="3358611"/>
                      <a:pt x="1745458" y="3331845"/>
                      <a:pt x="1745458" y="3298603"/>
                    </a:cubicBezTo>
                    <a:lnTo>
                      <a:pt x="1745458" y="2615470"/>
                    </a:lnTo>
                    <a:cubicBezTo>
                      <a:pt x="1745458" y="2518220"/>
                      <a:pt x="1798036" y="2428875"/>
                      <a:pt x="1882523" y="2382298"/>
                    </a:cubicBezTo>
                    <a:cubicBezTo>
                      <a:pt x="2078166" y="2274475"/>
                      <a:pt x="2242473" y="2116074"/>
                      <a:pt x="2357916" y="1924717"/>
                    </a:cubicBezTo>
                    <a:cubicBezTo>
                      <a:pt x="2415732" y="1827848"/>
                      <a:pt x="2460786" y="1723739"/>
                      <a:pt x="2491552" y="1615154"/>
                    </a:cubicBezTo>
                    <a:lnTo>
                      <a:pt x="2491552" y="1615154"/>
                    </a:lnTo>
                    <a:close/>
                    <a:moveTo>
                      <a:pt x="1269303" y="3514630"/>
                    </a:moveTo>
                    <a:cubicBezTo>
                      <a:pt x="1170910" y="3514630"/>
                      <a:pt x="1087662" y="3448431"/>
                      <a:pt x="1061563" y="3358515"/>
                    </a:cubicBezTo>
                    <a:lnTo>
                      <a:pt x="1477044" y="3358515"/>
                    </a:lnTo>
                    <a:cubicBezTo>
                      <a:pt x="1450945" y="3448622"/>
                      <a:pt x="1367697" y="3514630"/>
                      <a:pt x="1269303" y="3514630"/>
                    </a:cubicBezTo>
                    <a:lnTo>
                      <a:pt x="1269303" y="3514630"/>
                    </a:lnTo>
                    <a:close/>
                    <a:moveTo>
                      <a:pt x="1624777" y="3238500"/>
                    </a:moveTo>
                    <a:lnTo>
                      <a:pt x="913735" y="3238500"/>
                    </a:lnTo>
                    <a:lnTo>
                      <a:pt x="913735" y="3021521"/>
                    </a:lnTo>
                    <a:lnTo>
                      <a:pt x="1624777" y="3021521"/>
                    </a:lnTo>
                    <a:lnTo>
                      <a:pt x="1624777" y="3238500"/>
                    </a:lnTo>
                    <a:close/>
                    <a:moveTo>
                      <a:pt x="1624777" y="2901506"/>
                    </a:moveTo>
                    <a:lnTo>
                      <a:pt x="913735" y="2901506"/>
                    </a:lnTo>
                    <a:lnTo>
                      <a:pt x="913735" y="2675382"/>
                    </a:lnTo>
                    <a:lnTo>
                      <a:pt x="1624777" y="2675382"/>
                    </a:lnTo>
                    <a:lnTo>
                      <a:pt x="1624777" y="2901506"/>
                    </a:lnTo>
                    <a:close/>
                    <a:moveTo>
                      <a:pt x="964694" y="1474280"/>
                    </a:moveTo>
                    <a:lnTo>
                      <a:pt x="780099" y="1474280"/>
                    </a:lnTo>
                    <a:cubicBezTo>
                      <a:pt x="678372" y="1474280"/>
                      <a:pt x="595505" y="1391412"/>
                      <a:pt x="595505" y="1289685"/>
                    </a:cubicBezTo>
                    <a:cubicBezTo>
                      <a:pt x="595505" y="1187958"/>
                      <a:pt x="678372" y="1105091"/>
                      <a:pt x="780099" y="1105091"/>
                    </a:cubicBezTo>
                    <a:cubicBezTo>
                      <a:pt x="881826" y="1105091"/>
                      <a:pt x="964694" y="1187958"/>
                      <a:pt x="964694" y="1289685"/>
                    </a:cubicBezTo>
                    <a:lnTo>
                      <a:pt x="964694" y="1474280"/>
                    </a:lnTo>
                    <a:close/>
                    <a:moveTo>
                      <a:pt x="1084709" y="2555177"/>
                    </a:moveTo>
                    <a:lnTo>
                      <a:pt x="1084709" y="1594104"/>
                    </a:lnTo>
                    <a:lnTo>
                      <a:pt x="1453803" y="1594104"/>
                    </a:lnTo>
                    <a:lnTo>
                      <a:pt x="1453803" y="2555177"/>
                    </a:lnTo>
                    <a:lnTo>
                      <a:pt x="1084709" y="2555177"/>
                    </a:lnTo>
                    <a:close/>
                    <a:moveTo>
                      <a:pt x="1823849" y="2276856"/>
                    </a:moveTo>
                    <a:cubicBezTo>
                      <a:pt x="1718788" y="2334863"/>
                      <a:pt x="1647732" y="2438210"/>
                      <a:pt x="1629444" y="2555177"/>
                    </a:cubicBezTo>
                    <a:lnTo>
                      <a:pt x="1573818" y="2555177"/>
                    </a:lnTo>
                    <a:lnTo>
                      <a:pt x="1573818" y="1594104"/>
                    </a:lnTo>
                    <a:lnTo>
                      <a:pt x="1758412" y="1594104"/>
                    </a:lnTo>
                    <a:cubicBezTo>
                      <a:pt x="1839756" y="1594104"/>
                      <a:pt x="1916241" y="1562386"/>
                      <a:pt x="1973772" y="1504855"/>
                    </a:cubicBezTo>
                    <a:cubicBezTo>
                      <a:pt x="2031303" y="1447324"/>
                      <a:pt x="2063022" y="1370838"/>
                      <a:pt x="2063022" y="1289495"/>
                    </a:cubicBezTo>
                    <a:cubicBezTo>
                      <a:pt x="2063022" y="1208151"/>
                      <a:pt x="2031303" y="1131665"/>
                      <a:pt x="1973772" y="1074134"/>
                    </a:cubicBezTo>
                    <a:cubicBezTo>
                      <a:pt x="1916241" y="1016603"/>
                      <a:pt x="1839756" y="984885"/>
                      <a:pt x="1758412" y="984885"/>
                    </a:cubicBezTo>
                    <a:cubicBezTo>
                      <a:pt x="1677069" y="984885"/>
                      <a:pt x="1600583" y="1016603"/>
                      <a:pt x="1543052" y="1074134"/>
                    </a:cubicBezTo>
                    <a:cubicBezTo>
                      <a:pt x="1485521" y="1131665"/>
                      <a:pt x="1453803" y="1208151"/>
                      <a:pt x="1453803" y="1289495"/>
                    </a:cubicBezTo>
                    <a:lnTo>
                      <a:pt x="1453803" y="1474089"/>
                    </a:lnTo>
                    <a:lnTo>
                      <a:pt x="1084709" y="1474089"/>
                    </a:lnTo>
                    <a:lnTo>
                      <a:pt x="1084709" y="1289495"/>
                    </a:lnTo>
                    <a:cubicBezTo>
                      <a:pt x="1084709" y="1208151"/>
                      <a:pt x="1052991" y="1131665"/>
                      <a:pt x="995460" y="1074134"/>
                    </a:cubicBezTo>
                    <a:cubicBezTo>
                      <a:pt x="937929" y="1016603"/>
                      <a:pt x="861443" y="984885"/>
                      <a:pt x="780099" y="984885"/>
                    </a:cubicBezTo>
                    <a:cubicBezTo>
                      <a:pt x="698756" y="984885"/>
                      <a:pt x="622270" y="1016603"/>
                      <a:pt x="564739" y="1074134"/>
                    </a:cubicBezTo>
                    <a:cubicBezTo>
                      <a:pt x="507208" y="1131665"/>
                      <a:pt x="475490" y="1208151"/>
                      <a:pt x="475490" y="1289495"/>
                    </a:cubicBezTo>
                    <a:cubicBezTo>
                      <a:pt x="475490" y="1370838"/>
                      <a:pt x="507208" y="1447324"/>
                      <a:pt x="564739" y="1504855"/>
                    </a:cubicBezTo>
                    <a:cubicBezTo>
                      <a:pt x="622270" y="1562386"/>
                      <a:pt x="698756" y="1594104"/>
                      <a:pt x="780099" y="1594104"/>
                    </a:cubicBezTo>
                    <a:lnTo>
                      <a:pt x="964694" y="1594104"/>
                    </a:lnTo>
                    <a:lnTo>
                      <a:pt x="964694" y="2555177"/>
                    </a:lnTo>
                    <a:lnTo>
                      <a:pt x="909068" y="2555177"/>
                    </a:lnTo>
                    <a:cubicBezTo>
                      <a:pt x="890780" y="2438210"/>
                      <a:pt x="819628" y="2334863"/>
                      <a:pt x="714282" y="2276570"/>
                    </a:cubicBezTo>
                    <a:cubicBezTo>
                      <a:pt x="348236" y="2074450"/>
                      <a:pt x="120493" y="1689449"/>
                      <a:pt x="119541" y="1271778"/>
                    </a:cubicBezTo>
                    <a:cubicBezTo>
                      <a:pt x="118874" y="964501"/>
                      <a:pt x="237936" y="675418"/>
                      <a:pt x="454630" y="457962"/>
                    </a:cubicBezTo>
                    <a:cubicBezTo>
                      <a:pt x="671324" y="240411"/>
                      <a:pt x="959931" y="120301"/>
                      <a:pt x="1267113" y="119825"/>
                    </a:cubicBezTo>
                    <a:lnTo>
                      <a:pt x="1269113" y="119825"/>
                    </a:lnTo>
                    <a:cubicBezTo>
                      <a:pt x="1575818" y="119825"/>
                      <a:pt x="1864235" y="239173"/>
                      <a:pt x="2081310" y="455867"/>
                    </a:cubicBezTo>
                    <a:cubicBezTo>
                      <a:pt x="2298956" y="673037"/>
                      <a:pt x="2418685" y="962120"/>
                      <a:pt x="2418685" y="1269397"/>
                    </a:cubicBezTo>
                    <a:cubicBezTo>
                      <a:pt x="2418876" y="1688306"/>
                      <a:pt x="2190942" y="2074259"/>
                      <a:pt x="1823849" y="2276856"/>
                    </a:cubicBezTo>
                    <a:lnTo>
                      <a:pt x="1823849" y="2276856"/>
                    </a:lnTo>
                    <a:close/>
                    <a:moveTo>
                      <a:pt x="1573818" y="1474184"/>
                    </a:moveTo>
                    <a:lnTo>
                      <a:pt x="1573818" y="1289590"/>
                    </a:lnTo>
                    <a:cubicBezTo>
                      <a:pt x="1573818" y="1187863"/>
                      <a:pt x="1656685" y="1104995"/>
                      <a:pt x="1758412" y="1104995"/>
                    </a:cubicBezTo>
                    <a:cubicBezTo>
                      <a:pt x="1860139" y="1104995"/>
                      <a:pt x="1943007" y="1187863"/>
                      <a:pt x="1943007" y="1289590"/>
                    </a:cubicBezTo>
                    <a:cubicBezTo>
                      <a:pt x="1943007" y="1391317"/>
                      <a:pt x="1860139" y="1474184"/>
                      <a:pt x="1758412" y="1474184"/>
                    </a:cubicBezTo>
                    <a:lnTo>
                      <a:pt x="1573818" y="1474184"/>
                    </a:lnTo>
                    <a:close/>
                  </a:path>
                </a:pathLst>
              </a:custGeom>
              <a:solidFill>
                <a:schemeClr val="tx1"/>
              </a:solidFill>
              <a:ln w="9525"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7F8FA1E7-D0DD-04E8-544D-C6B14162B077}"/>
                  </a:ext>
                </a:extLst>
              </p:cNvPr>
              <p:cNvSpPr/>
              <p:nvPr/>
            </p:nvSpPr>
            <p:spPr>
              <a:xfrm>
                <a:off x="-7276974"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855A5D23-C5B6-58DE-9A00-23E1580D977F}"/>
                  </a:ext>
                </a:extLst>
              </p:cNvPr>
              <p:cNvSpPr/>
              <p:nvPr/>
            </p:nvSpPr>
            <p:spPr>
              <a:xfrm>
                <a:off x="-3893218"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36DF0995-A4A6-23DB-52FF-6A8D9C3D1591}"/>
                  </a:ext>
                </a:extLst>
              </p:cNvPr>
              <p:cNvSpPr/>
              <p:nvPr/>
            </p:nvSpPr>
            <p:spPr>
              <a:xfrm>
                <a:off x="-6731001" y="4395483"/>
                <a:ext cx="371570" cy="371760"/>
              </a:xfrm>
              <a:custGeom>
                <a:avLst/>
                <a:gdLst>
                  <a:gd name="connsiteX0" fmla="*/ 261271 w 371570"/>
                  <a:gd name="connsiteY0" fmla="*/ 18860 h 371760"/>
                  <a:gd name="connsiteX1" fmla="*/ 18859 w 371570"/>
                  <a:gd name="connsiteY1" fmla="*/ 261271 h 371760"/>
                  <a:gd name="connsiteX2" fmla="*/ 18859 w 371570"/>
                  <a:gd name="connsiteY2" fmla="*/ 352806 h 371760"/>
                  <a:gd name="connsiteX3" fmla="*/ 64580 w 371570"/>
                  <a:gd name="connsiteY3" fmla="*/ 371761 h 371760"/>
                  <a:gd name="connsiteX4" fmla="*/ 110300 w 371570"/>
                  <a:gd name="connsiteY4" fmla="*/ 352806 h 371760"/>
                  <a:gd name="connsiteX5" fmla="*/ 352711 w 371570"/>
                  <a:gd name="connsiteY5" fmla="*/ 110395 h 371760"/>
                  <a:gd name="connsiteX6" fmla="*/ 352711 w 371570"/>
                  <a:gd name="connsiteY6" fmla="*/ 18860 h 371760"/>
                  <a:gd name="connsiteX7" fmla="*/ 261271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261271" y="18860"/>
                    </a:moveTo>
                    <a:lnTo>
                      <a:pt x="18859" y="261271"/>
                    </a:lnTo>
                    <a:cubicBezTo>
                      <a:pt x="-6286" y="286417"/>
                      <a:pt x="-6286" y="327470"/>
                      <a:pt x="18859" y="352806"/>
                    </a:cubicBezTo>
                    <a:cubicBezTo>
                      <a:pt x="31528" y="365475"/>
                      <a:pt x="48101" y="371761"/>
                      <a:pt x="64580" y="371761"/>
                    </a:cubicBezTo>
                    <a:cubicBezTo>
                      <a:pt x="81058" y="371761"/>
                      <a:pt x="97631" y="365475"/>
                      <a:pt x="110300" y="352806"/>
                    </a:cubicBezTo>
                    <a:lnTo>
                      <a:pt x="352711" y="110395"/>
                    </a:lnTo>
                    <a:cubicBezTo>
                      <a:pt x="377857" y="85249"/>
                      <a:pt x="377857" y="44196"/>
                      <a:pt x="352711" y="18860"/>
                    </a:cubicBezTo>
                    <a:cubicBezTo>
                      <a:pt x="327374" y="-6287"/>
                      <a:pt x="286417" y="-6287"/>
                      <a:pt x="261271" y="18860"/>
                    </a:cubicBezTo>
                    <a:close/>
                  </a:path>
                </a:pathLst>
              </a:custGeom>
              <a:solidFill>
                <a:schemeClr val="tx1"/>
              </a:solidFill>
              <a:ln w="9525"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A38A956-A5E0-0E97-F730-2C910281A1F8}"/>
                  </a:ext>
                </a:extLst>
              </p:cNvPr>
              <p:cNvSpPr/>
              <p:nvPr/>
            </p:nvSpPr>
            <p:spPr>
              <a:xfrm>
                <a:off x="-4318319" y="1970799"/>
                <a:ext cx="371570" cy="371760"/>
              </a:xfrm>
              <a:custGeom>
                <a:avLst/>
                <a:gdLst>
                  <a:gd name="connsiteX0" fmla="*/ 261271 w 371570"/>
                  <a:gd name="connsiteY0" fmla="*/ 18859 h 371760"/>
                  <a:gd name="connsiteX1" fmla="*/ 18859 w 371570"/>
                  <a:gd name="connsiteY1" fmla="*/ 261271 h 371760"/>
                  <a:gd name="connsiteX2" fmla="*/ 18859 w 371570"/>
                  <a:gd name="connsiteY2" fmla="*/ 352806 h 371760"/>
                  <a:gd name="connsiteX3" fmla="*/ 64579 w 371570"/>
                  <a:gd name="connsiteY3" fmla="*/ 371761 h 371760"/>
                  <a:gd name="connsiteX4" fmla="*/ 110299 w 371570"/>
                  <a:gd name="connsiteY4" fmla="*/ 352806 h 371760"/>
                  <a:gd name="connsiteX5" fmla="*/ 352711 w 371570"/>
                  <a:gd name="connsiteY5" fmla="*/ 110395 h 371760"/>
                  <a:gd name="connsiteX6" fmla="*/ 352711 w 371570"/>
                  <a:gd name="connsiteY6" fmla="*/ 18859 h 371760"/>
                  <a:gd name="connsiteX7" fmla="*/ 261271 w 371570"/>
                  <a:gd name="connsiteY7" fmla="*/ 18859 h 371760"/>
                  <a:gd name="connsiteX8" fmla="*/ 261271 w 371570"/>
                  <a:gd name="connsiteY8" fmla="*/ 18859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70" h="371760">
                    <a:moveTo>
                      <a:pt x="261271" y="18859"/>
                    </a:moveTo>
                    <a:lnTo>
                      <a:pt x="18859" y="261271"/>
                    </a:lnTo>
                    <a:cubicBezTo>
                      <a:pt x="-6286" y="286417"/>
                      <a:pt x="-6286" y="327469"/>
                      <a:pt x="18859" y="352806"/>
                    </a:cubicBezTo>
                    <a:cubicBezTo>
                      <a:pt x="31528" y="365474"/>
                      <a:pt x="48101" y="371761"/>
                      <a:pt x="64579" y="371761"/>
                    </a:cubicBezTo>
                    <a:cubicBezTo>
                      <a:pt x="81058" y="371761"/>
                      <a:pt x="97631" y="365474"/>
                      <a:pt x="110299" y="352806"/>
                    </a:cubicBezTo>
                    <a:lnTo>
                      <a:pt x="352711" y="110395"/>
                    </a:lnTo>
                    <a:cubicBezTo>
                      <a:pt x="377857" y="85249"/>
                      <a:pt x="377857" y="44196"/>
                      <a:pt x="352711" y="18859"/>
                    </a:cubicBezTo>
                    <a:cubicBezTo>
                      <a:pt x="327374" y="-6286"/>
                      <a:pt x="286417" y="-6286"/>
                      <a:pt x="261271" y="18859"/>
                    </a:cubicBezTo>
                    <a:lnTo>
                      <a:pt x="261271" y="18859"/>
                    </a:lnTo>
                    <a:close/>
                  </a:path>
                </a:pathLst>
              </a:custGeom>
              <a:solidFill>
                <a:schemeClr val="tx1"/>
              </a:solidFill>
              <a:ln w="9525"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51D10C4D-3220-1D84-5B9E-9C0C9F582D69}"/>
                  </a:ext>
                </a:extLst>
              </p:cNvPr>
              <p:cNvSpPr/>
              <p:nvPr/>
            </p:nvSpPr>
            <p:spPr>
              <a:xfrm>
                <a:off x="-5413694" y="1433018"/>
                <a:ext cx="129349" cy="472154"/>
              </a:xfrm>
              <a:custGeom>
                <a:avLst/>
                <a:gdLst>
                  <a:gd name="connsiteX0" fmla="*/ 64675 w 129349"/>
                  <a:gd name="connsiteY0" fmla="*/ 472154 h 472154"/>
                  <a:gd name="connsiteX1" fmla="*/ 129350 w 129349"/>
                  <a:gd name="connsiteY1" fmla="*/ 407480 h 472154"/>
                  <a:gd name="connsiteX2" fmla="*/ 129350 w 129349"/>
                  <a:gd name="connsiteY2" fmla="*/ 64675 h 472154"/>
                  <a:gd name="connsiteX3" fmla="*/ 64675 w 129349"/>
                  <a:gd name="connsiteY3" fmla="*/ 0 h 472154"/>
                  <a:gd name="connsiteX4" fmla="*/ 0 w 129349"/>
                  <a:gd name="connsiteY4" fmla="*/ 64675 h 472154"/>
                  <a:gd name="connsiteX5" fmla="*/ 0 w 129349"/>
                  <a:gd name="connsiteY5" fmla="*/ 407480 h 472154"/>
                  <a:gd name="connsiteX6" fmla="*/ 64675 w 129349"/>
                  <a:gd name="connsiteY6" fmla="*/ 472154 h 4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349" h="472154">
                    <a:moveTo>
                      <a:pt x="64675" y="472154"/>
                    </a:moveTo>
                    <a:cubicBezTo>
                      <a:pt x="100394" y="472154"/>
                      <a:pt x="129350" y="443198"/>
                      <a:pt x="129350" y="407480"/>
                    </a:cubicBezTo>
                    <a:lnTo>
                      <a:pt x="129350" y="64675"/>
                    </a:lnTo>
                    <a:cubicBezTo>
                      <a:pt x="129350" y="28956"/>
                      <a:pt x="100394" y="0"/>
                      <a:pt x="64675" y="0"/>
                    </a:cubicBezTo>
                    <a:cubicBezTo>
                      <a:pt x="28956" y="0"/>
                      <a:pt x="0" y="28956"/>
                      <a:pt x="0" y="64675"/>
                    </a:cubicBezTo>
                    <a:lnTo>
                      <a:pt x="0" y="407480"/>
                    </a:lnTo>
                    <a:cubicBezTo>
                      <a:pt x="0" y="443198"/>
                      <a:pt x="28956" y="472154"/>
                      <a:pt x="64675" y="472154"/>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C19399D7-AC83-25D8-0D9A-FD600FCC3DE7}"/>
                  </a:ext>
                </a:extLst>
              </p:cNvPr>
              <p:cNvSpPr/>
              <p:nvPr/>
            </p:nvSpPr>
            <p:spPr>
              <a:xfrm>
                <a:off x="-4338512" y="4395483"/>
                <a:ext cx="371570" cy="371760"/>
              </a:xfrm>
              <a:custGeom>
                <a:avLst/>
                <a:gdLst>
                  <a:gd name="connsiteX0" fmla="*/ 110395 w 371570"/>
                  <a:gd name="connsiteY0" fmla="*/ 18860 h 371760"/>
                  <a:gd name="connsiteX1" fmla="*/ 18860 w 371570"/>
                  <a:gd name="connsiteY1" fmla="*/ 18860 h 371760"/>
                  <a:gd name="connsiteX2" fmla="*/ 18860 w 371570"/>
                  <a:gd name="connsiteY2" fmla="*/ 110395 h 371760"/>
                  <a:gd name="connsiteX3" fmla="*/ 261271 w 371570"/>
                  <a:gd name="connsiteY3" fmla="*/ 352806 h 371760"/>
                  <a:gd name="connsiteX4" fmla="*/ 306991 w 371570"/>
                  <a:gd name="connsiteY4" fmla="*/ 371761 h 371760"/>
                  <a:gd name="connsiteX5" fmla="*/ 352711 w 371570"/>
                  <a:gd name="connsiteY5" fmla="*/ 352806 h 371760"/>
                  <a:gd name="connsiteX6" fmla="*/ 352711 w 371570"/>
                  <a:gd name="connsiteY6" fmla="*/ 261271 h 371760"/>
                  <a:gd name="connsiteX7" fmla="*/ 110300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110395" y="18860"/>
                    </a:moveTo>
                    <a:cubicBezTo>
                      <a:pt x="85249" y="-6287"/>
                      <a:pt x="44196" y="-6287"/>
                      <a:pt x="18860" y="18860"/>
                    </a:cubicBezTo>
                    <a:cubicBezTo>
                      <a:pt x="-6287" y="44006"/>
                      <a:pt x="-6287" y="85058"/>
                      <a:pt x="18860" y="110395"/>
                    </a:cubicBezTo>
                    <a:lnTo>
                      <a:pt x="261271" y="352806"/>
                    </a:lnTo>
                    <a:cubicBezTo>
                      <a:pt x="273939" y="365475"/>
                      <a:pt x="290513" y="371761"/>
                      <a:pt x="306991" y="371761"/>
                    </a:cubicBezTo>
                    <a:cubicBezTo>
                      <a:pt x="323469" y="371761"/>
                      <a:pt x="340043" y="365475"/>
                      <a:pt x="352711" y="352806"/>
                    </a:cubicBezTo>
                    <a:cubicBezTo>
                      <a:pt x="377857" y="327660"/>
                      <a:pt x="377857" y="286607"/>
                      <a:pt x="352711" y="261271"/>
                    </a:cubicBezTo>
                    <a:lnTo>
                      <a:pt x="110300" y="18860"/>
                    </a:lnTo>
                    <a:close/>
                  </a:path>
                </a:pathLst>
              </a:custGeom>
              <a:solidFill>
                <a:schemeClr val="tx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1CBF5281-5A1A-7FB0-AF58-511336D61E8C}"/>
                  </a:ext>
                </a:extLst>
              </p:cNvPr>
              <p:cNvSpPr/>
              <p:nvPr/>
            </p:nvSpPr>
            <p:spPr>
              <a:xfrm>
                <a:off x="-6767101" y="1990706"/>
                <a:ext cx="371665" cy="371760"/>
              </a:xfrm>
              <a:custGeom>
                <a:avLst/>
                <a:gdLst>
                  <a:gd name="connsiteX0" fmla="*/ 307086 w 371665"/>
                  <a:gd name="connsiteY0" fmla="*/ 371761 h 371760"/>
                  <a:gd name="connsiteX1" fmla="*/ 352806 w 371665"/>
                  <a:gd name="connsiteY1" fmla="*/ 352806 h 371760"/>
                  <a:gd name="connsiteX2" fmla="*/ 352806 w 371665"/>
                  <a:gd name="connsiteY2" fmla="*/ 261271 h 371760"/>
                  <a:gd name="connsiteX3" fmla="*/ 110395 w 371665"/>
                  <a:gd name="connsiteY3" fmla="*/ 18859 h 371760"/>
                  <a:gd name="connsiteX4" fmla="*/ 18859 w 371665"/>
                  <a:gd name="connsiteY4" fmla="*/ 18859 h 371760"/>
                  <a:gd name="connsiteX5" fmla="*/ 18859 w 371665"/>
                  <a:gd name="connsiteY5" fmla="*/ 110395 h 371760"/>
                  <a:gd name="connsiteX6" fmla="*/ 261271 w 371665"/>
                  <a:gd name="connsiteY6" fmla="*/ 352806 h 371760"/>
                  <a:gd name="connsiteX7" fmla="*/ 306991 w 371665"/>
                  <a:gd name="connsiteY7" fmla="*/ 371761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665" h="371760">
                    <a:moveTo>
                      <a:pt x="307086" y="371761"/>
                    </a:moveTo>
                    <a:cubicBezTo>
                      <a:pt x="323564" y="371761"/>
                      <a:pt x="340138" y="365474"/>
                      <a:pt x="352806" y="352806"/>
                    </a:cubicBezTo>
                    <a:cubicBezTo>
                      <a:pt x="377952" y="327660"/>
                      <a:pt x="377952" y="286607"/>
                      <a:pt x="352806" y="261271"/>
                    </a:cubicBezTo>
                    <a:lnTo>
                      <a:pt x="110395" y="18859"/>
                    </a:lnTo>
                    <a:cubicBezTo>
                      <a:pt x="85249" y="-6286"/>
                      <a:pt x="44196" y="-6286"/>
                      <a:pt x="18859" y="18859"/>
                    </a:cubicBezTo>
                    <a:cubicBezTo>
                      <a:pt x="-6286" y="44005"/>
                      <a:pt x="-6286" y="85058"/>
                      <a:pt x="18859" y="110395"/>
                    </a:cubicBezTo>
                    <a:lnTo>
                      <a:pt x="261271" y="352806"/>
                    </a:lnTo>
                    <a:cubicBezTo>
                      <a:pt x="273939" y="365474"/>
                      <a:pt x="290513" y="371761"/>
                      <a:pt x="306991" y="371761"/>
                    </a:cubicBezTo>
                    <a:close/>
                  </a:path>
                </a:pathLst>
              </a:custGeom>
              <a:solidFill>
                <a:schemeClr val="tx1"/>
              </a:solidFill>
              <a:ln w="9525" cap="flat">
                <a:noFill/>
                <a:prstDash val="solid"/>
                <a:miter/>
              </a:ln>
            </p:spPr>
            <p:txBody>
              <a:bodyPr rtlCol="0" anchor="ctr"/>
              <a:lstStyle/>
              <a:p>
                <a:endParaRPr lang="en-IN"/>
              </a:p>
            </p:txBody>
          </p:sp>
        </p:grpSp>
        <p:cxnSp>
          <p:nvCxnSpPr>
            <p:cNvPr id="4" name="Straight Connector 3">
              <a:extLst>
                <a:ext uri="{FF2B5EF4-FFF2-40B4-BE49-F238E27FC236}">
                  <a16:creationId xmlns:a16="http://schemas.microsoft.com/office/drawing/2014/main" id="{3DB4814B-491E-6B76-F3E0-4B41F6D7FC90}"/>
                </a:ext>
              </a:extLst>
            </p:cNvPr>
            <p:cNvCxnSpPr>
              <a:cxnSpLocks/>
            </p:cNvCxnSpPr>
            <p:nvPr/>
          </p:nvCxnSpPr>
          <p:spPr>
            <a:xfrm>
              <a:off x="-744437" y="3033525"/>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FBA47AA-8D11-B31E-D9F0-EB560CDD0338}"/>
                </a:ext>
              </a:extLst>
            </p:cNvPr>
            <p:cNvCxnSpPr/>
            <p:nvPr/>
          </p:nvCxnSpPr>
          <p:spPr>
            <a:xfrm>
              <a:off x="-180195" y="3906187"/>
              <a:ext cx="0" cy="2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4BA247B-B459-4F43-6026-4CEA68D19853}"/>
                </a:ext>
              </a:extLst>
            </p:cNvPr>
            <p:cNvCxnSpPr/>
            <p:nvPr/>
          </p:nvCxnSpPr>
          <p:spPr>
            <a:xfrm>
              <a:off x="-1308680" y="3375471"/>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0CE29B4C-BA3C-B996-EF88-98E45059DB1C}"/>
              </a:ext>
            </a:extLst>
          </p:cNvPr>
          <p:cNvSpPr/>
          <p:nvPr/>
        </p:nvSpPr>
        <p:spPr>
          <a:xfrm>
            <a:off x="1633921" y="3658855"/>
            <a:ext cx="3778199" cy="12741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576" rIns="0" bIns="36576" rtlCol="0" anchor="ctr" anchorCtr="0"/>
          <a:lstStyle/>
          <a:p>
            <a:pPr>
              <a:buClr>
                <a:schemeClr val="tx2"/>
              </a:buClr>
              <a:buSzPct val="100000"/>
            </a:pPr>
            <a:r>
              <a:rPr lang="en-GB" sz="1600" b="1">
                <a:solidFill>
                  <a:schemeClr val="tx2"/>
                </a:solidFill>
              </a:rPr>
              <a:t>This is what that means for your key concerns…</a:t>
            </a:r>
          </a:p>
        </p:txBody>
      </p:sp>
      <p:grpSp>
        <p:nvGrpSpPr>
          <p:cNvPr id="16" name="Group 15">
            <a:extLst>
              <a:ext uri="{FF2B5EF4-FFF2-40B4-BE49-F238E27FC236}">
                <a16:creationId xmlns:a16="http://schemas.microsoft.com/office/drawing/2014/main" id="{CF5B3044-BF72-E5EC-2CB8-B81753EEF57F}"/>
              </a:ext>
            </a:extLst>
          </p:cNvPr>
          <p:cNvGrpSpPr/>
          <p:nvPr/>
        </p:nvGrpSpPr>
        <p:grpSpPr>
          <a:xfrm rot="1800000">
            <a:off x="888251" y="3855368"/>
            <a:ext cx="607582" cy="687804"/>
            <a:chOff x="-1308680" y="3033525"/>
            <a:chExt cx="1128485" cy="1277486"/>
          </a:xfrm>
        </p:grpSpPr>
        <p:grpSp>
          <p:nvGrpSpPr>
            <p:cNvPr id="17" name="Group 16">
              <a:extLst>
                <a:ext uri="{FF2B5EF4-FFF2-40B4-BE49-F238E27FC236}">
                  <a16:creationId xmlns:a16="http://schemas.microsoft.com/office/drawing/2014/main" id="{0A465DA4-4490-07EC-A19D-D5E61A1CFFC8}"/>
                </a:ext>
              </a:extLst>
            </p:cNvPr>
            <p:cNvGrpSpPr/>
            <p:nvPr/>
          </p:nvGrpSpPr>
          <p:grpSpPr>
            <a:xfrm>
              <a:off x="-1221100" y="3248581"/>
              <a:ext cx="953326" cy="1062430"/>
              <a:chOff x="-7276974" y="1433018"/>
              <a:chExt cx="3855910" cy="4297203"/>
            </a:xfrm>
          </p:grpSpPr>
          <p:sp>
            <p:nvSpPr>
              <p:cNvPr id="21" name="Freeform: Shape 20">
                <a:extLst>
                  <a:ext uri="{FF2B5EF4-FFF2-40B4-BE49-F238E27FC236}">
                    <a16:creationId xmlns:a16="http://schemas.microsoft.com/office/drawing/2014/main" id="{3C740D2A-89A5-3D98-FF43-E07FD5E809CC}"/>
                  </a:ext>
                </a:extLst>
              </p:cNvPr>
              <p:cNvSpPr/>
              <p:nvPr/>
            </p:nvSpPr>
            <p:spPr>
              <a:xfrm>
                <a:off x="-6618227" y="2095291"/>
                <a:ext cx="2539081" cy="3634930"/>
              </a:xfrm>
              <a:custGeom>
                <a:avLst/>
                <a:gdLst>
                  <a:gd name="connsiteX0" fmla="*/ 2491456 w 2539081"/>
                  <a:gd name="connsiteY0" fmla="*/ 1615059 h 3634930"/>
                  <a:gd name="connsiteX1" fmla="*/ 2539081 w 2539081"/>
                  <a:gd name="connsiteY1" fmla="*/ 1269587 h 3634930"/>
                  <a:gd name="connsiteX2" fmla="*/ 2439069 w 2539081"/>
                  <a:gd name="connsiteY2" fmla="*/ 774859 h 3634930"/>
                  <a:gd name="connsiteX3" fmla="*/ 2166463 w 2539081"/>
                  <a:gd name="connsiteY3" fmla="*/ 371094 h 3634930"/>
                  <a:gd name="connsiteX4" fmla="*/ 1762317 w 2539081"/>
                  <a:gd name="connsiteY4" fmla="*/ 99155 h 3634930"/>
                  <a:gd name="connsiteX5" fmla="*/ 1269589 w 2539081"/>
                  <a:gd name="connsiteY5" fmla="*/ 0 h 3634930"/>
                  <a:gd name="connsiteX6" fmla="*/ 1267494 w 2539081"/>
                  <a:gd name="connsiteY6" fmla="*/ 0 h 3634930"/>
                  <a:gd name="connsiteX7" fmla="*/ 773337 w 2539081"/>
                  <a:gd name="connsiteY7" fmla="*/ 100679 h 3634930"/>
                  <a:gd name="connsiteX8" fmla="*/ 370239 w 2539081"/>
                  <a:gd name="connsiteY8" fmla="*/ 373571 h 3634930"/>
                  <a:gd name="connsiteX9" fmla="*/ 98871 w 2539081"/>
                  <a:gd name="connsiteY9" fmla="*/ 777716 h 3634930"/>
                  <a:gd name="connsiteX10" fmla="*/ 2 w 2539081"/>
                  <a:gd name="connsiteY10" fmla="*/ 1272350 h 3634930"/>
                  <a:gd name="connsiteX11" fmla="*/ 48008 w 2539081"/>
                  <a:gd name="connsiteY11" fmla="*/ 1616964 h 3634930"/>
                  <a:gd name="connsiteX12" fmla="*/ 182215 w 2539081"/>
                  <a:gd name="connsiteY12" fmla="*/ 1925479 h 3634930"/>
                  <a:gd name="connsiteX13" fmla="*/ 656655 w 2539081"/>
                  <a:gd name="connsiteY13" fmla="*/ 2381917 h 3634930"/>
                  <a:gd name="connsiteX14" fmla="*/ 794101 w 2539081"/>
                  <a:gd name="connsiteY14" fmla="*/ 2615470 h 3634930"/>
                  <a:gd name="connsiteX15" fmla="*/ 794101 w 2539081"/>
                  <a:gd name="connsiteY15" fmla="*/ 3298603 h 3634930"/>
                  <a:gd name="connsiteX16" fmla="*/ 854109 w 2539081"/>
                  <a:gd name="connsiteY16" fmla="*/ 3358611 h 3634930"/>
                  <a:gd name="connsiteX17" fmla="*/ 938786 w 2539081"/>
                  <a:gd name="connsiteY17" fmla="*/ 3358611 h 3634930"/>
                  <a:gd name="connsiteX18" fmla="*/ 1032036 w 2539081"/>
                  <a:gd name="connsiteY18" fmla="*/ 3536347 h 3634930"/>
                  <a:gd name="connsiteX19" fmla="*/ 1269780 w 2539081"/>
                  <a:gd name="connsiteY19" fmla="*/ 3634931 h 3634930"/>
                  <a:gd name="connsiteX20" fmla="*/ 1507524 w 2539081"/>
                  <a:gd name="connsiteY20" fmla="*/ 3536347 h 3634930"/>
                  <a:gd name="connsiteX21" fmla="*/ 1600773 w 2539081"/>
                  <a:gd name="connsiteY21" fmla="*/ 3358611 h 3634930"/>
                  <a:gd name="connsiteX22" fmla="*/ 1685451 w 2539081"/>
                  <a:gd name="connsiteY22" fmla="*/ 3358611 h 3634930"/>
                  <a:gd name="connsiteX23" fmla="*/ 1745458 w 2539081"/>
                  <a:gd name="connsiteY23" fmla="*/ 3298603 h 3634930"/>
                  <a:gd name="connsiteX24" fmla="*/ 1745458 w 2539081"/>
                  <a:gd name="connsiteY24" fmla="*/ 2615470 h 3634930"/>
                  <a:gd name="connsiteX25" fmla="*/ 1882523 w 2539081"/>
                  <a:gd name="connsiteY25" fmla="*/ 2382298 h 3634930"/>
                  <a:gd name="connsiteX26" fmla="*/ 2357916 w 2539081"/>
                  <a:gd name="connsiteY26" fmla="*/ 1924717 h 3634930"/>
                  <a:gd name="connsiteX27" fmla="*/ 2491552 w 2539081"/>
                  <a:gd name="connsiteY27" fmla="*/ 1615154 h 3634930"/>
                  <a:gd name="connsiteX28" fmla="*/ 2491552 w 2539081"/>
                  <a:gd name="connsiteY28" fmla="*/ 1615154 h 3634930"/>
                  <a:gd name="connsiteX29" fmla="*/ 1269303 w 2539081"/>
                  <a:gd name="connsiteY29" fmla="*/ 3514630 h 3634930"/>
                  <a:gd name="connsiteX30" fmla="*/ 1061563 w 2539081"/>
                  <a:gd name="connsiteY30" fmla="*/ 3358515 h 3634930"/>
                  <a:gd name="connsiteX31" fmla="*/ 1477044 w 2539081"/>
                  <a:gd name="connsiteY31" fmla="*/ 3358515 h 3634930"/>
                  <a:gd name="connsiteX32" fmla="*/ 1269303 w 2539081"/>
                  <a:gd name="connsiteY32" fmla="*/ 3514630 h 3634930"/>
                  <a:gd name="connsiteX33" fmla="*/ 1269303 w 2539081"/>
                  <a:gd name="connsiteY33" fmla="*/ 3514630 h 3634930"/>
                  <a:gd name="connsiteX34" fmla="*/ 1624777 w 2539081"/>
                  <a:gd name="connsiteY34" fmla="*/ 3238500 h 3634930"/>
                  <a:gd name="connsiteX35" fmla="*/ 913735 w 2539081"/>
                  <a:gd name="connsiteY35" fmla="*/ 3238500 h 3634930"/>
                  <a:gd name="connsiteX36" fmla="*/ 913735 w 2539081"/>
                  <a:gd name="connsiteY36" fmla="*/ 3021521 h 3634930"/>
                  <a:gd name="connsiteX37" fmla="*/ 1624777 w 2539081"/>
                  <a:gd name="connsiteY37" fmla="*/ 3021521 h 3634930"/>
                  <a:gd name="connsiteX38" fmla="*/ 1624777 w 2539081"/>
                  <a:gd name="connsiteY38" fmla="*/ 3238500 h 3634930"/>
                  <a:gd name="connsiteX39" fmla="*/ 1624777 w 2539081"/>
                  <a:gd name="connsiteY39" fmla="*/ 2901506 h 3634930"/>
                  <a:gd name="connsiteX40" fmla="*/ 913735 w 2539081"/>
                  <a:gd name="connsiteY40" fmla="*/ 2901506 h 3634930"/>
                  <a:gd name="connsiteX41" fmla="*/ 913735 w 2539081"/>
                  <a:gd name="connsiteY41" fmla="*/ 2675382 h 3634930"/>
                  <a:gd name="connsiteX42" fmla="*/ 1624777 w 2539081"/>
                  <a:gd name="connsiteY42" fmla="*/ 2675382 h 3634930"/>
                  <a:gd name="connsiteX43" fmla="*/ 1624777 w 2539081"/>
                  <a:gd name="connsiteY43" fmla="*/ 2901506 h 3634930"/>
                  <a:gd name="connsiteX44" fmla="*/ 964694 w 2539081"/>
                  <a:gd name="connsiteY44" fmla="*/ 1474280 h 3634930"/>
                  <a:gd name="connsiteX45" fmla="*/ 780099 w 2539081"/>
                  <a:gd name="connsiteY45" fmla="*/ 1474280 h 3634930"/>
                  <a:gd name="connsiteX46" fmla="*/ 595505 w 2539081"/>
                  <a:gd name="connsiteY46" fmla="*/ 1289685 h 3634930"/>
                  <a:gd name="connsiteX47" fmla="*/ 780099 w 2539081"/>
                  <a:gd name="connsiteY47" fmla="*/ 1105091 h 3634930"/>
                  <a:gd name="connsiteX48" fmla="*/ 964694 w 2539081"/>
                  <a:gd name="connsiteY48" fmla="*/ 1289685 h 3634930"/>
                  <a:gd name="connsiteX49" fmla="*/ 964694 w 2539081"/>
                  <a:gd name="connsiteY49" fmla="*/ 1474280 h 3634930"/>
                  <a:gd name="connsiteX50" fmla="*/ 1084709 w 2539081"/>
                  <a:gd name="connsiteY50" fmla="*/ 2555177 h 3634930"/>
                  <a:gd name="connsiteX51" fmla="*/ 1084709 w 2539081"/>
                  <a:gd name="connsiteY51" fmla="*/ 1594104 h 3634930"/>
                  <a:gd name="connsiteX52" fmla="*/ 1453803 w 2539081"/>
                  <a:gd name="connsiteY52" fmla="*/ 1594104 h 3634930"/>
                  <a:gd name="connsiteX53" fmla="*/ 1453803 w 2539081"/>
                  <a:gd name="connsiteY53" fmla="*/ 2555177 h 3634930"/>
                  <a:gd name="connsiteX54" fmla="*/ 1084709 w 2539081"/>
                  <a:gd name="connsiteY54" fmla="*/ 2555177 h 3634930"/>
                  <a:gd name="connsiteX55" fmla="*/ 1823849 w 2539081"/>
                  <a:gd name="connsiteY55" fmla="*/ 2276856 h 3634930"/>
                  <a:gd name="connsiteX56" fmla="*/ 1629444 w 2539081"/>
                  <a:gd name="connsiteY56" fmla="*/ 2555177 h 3634930"/>
                  <a:gd name="connsiteX57" fmla="*/ 1573818 w 2539081"/>
                  <a:gd name="connsiteY57" fmla="*/ 2555177 h 3634930"/>
                  <a:gd name="connsiteX58" fmla="*/ 1573818 w 2539081"/>
                  <a:gd name="connsiteY58" fmla="*/ 1594104 h 3634930"/>
                  <a:gd name="connsiteX59" fmla="*/ 1758412 w 2539081"/>
                  <a:gd name="connsiteY59" fmla="*/ 1594104 h 3634930"/>
                  <a:gd name="connsiteX60" fmla="*/ 1973772 w 2539081"/>
                  <a:gd name="connsiteY60" fmla="*/ 1504855 h 3634930"/>
                  <a:gd name="connsiteX61" fmla="*/ 2063022 w 2539081"/>
                  <a:gd name="connsiteY61" fmla="*/ 1289495 h 3634930"/>
                  <a:gd name="connsiteX62" fmla="*/ 1973772 w 2539081"/>
                  <a:gd name="connsiteY62" fmla="*/ 1074134 h 3634930"/>
                  <a:gd name="connsiteX63" fmla="*/ 1758412 w 2539081"/>
                  <a:gd name="connsiteY63" fmla="*/ 984885 h 3634930"/>
                  <a:gd name="connsiteX64" fmla="*/ 1543052 w 2539081"/>
                  <a:gd name="connsiteY64" fmla="*/ 1074134 h 3634930"/>
                  <a:gd name="connsiteX65" fmla="*/ 1453803 w 2539081"/>
                  <a:gd name="connsiteY65" fmla="*/ 1289495 h 3634930"/>
                  <a:gd name="connsiteX66" fmla="*/ 1453803 w 2539081"/>
                  <a:gd name="connsiteY66" fmla="*/ 1474089 h 3634930"/>
                  <a:gd name="connsiteX67" fmla="*/ 1084709 w 2539081"/>
                  <a:gd name="connsiteY67" fmla="*/ 1474089 h 3634930"/>
                  <a:gd name="connsiteX68" fmla="*/ 1084709 w 2539081"/>
                  <a:gd name="connsiteY68" fmla="*/ 1289495 h 3634930"/>
                  <a:gd name="connsiteX69" fmla="*/ 995460 w 2539081"/>
                  <a:gd name="connsiteY69" fmla="*/ 1074134 h 3634930"/>
                  <a:gd name="connsiteX70" fmla="*/ 780099 w 2539081"/>
                  <a:gd name="connsiteY70" fmla="*/ 984885 h 3634930"/>
                  <a:gd name="connsiteX71" fmla="*/ 564739 w 2539081"/>
                  <a:gd name="connsiteY71" fmla="*/ 1074134 h 3634930"/>
                  <a:gd name="connsiteX72" fmla="*/ 475490 w 2539081"/>
                  <a:gd name="connsiteY72" fmla="*/ 1289495 h 3634930"/>
                  <a:gd name="connsiteX73" fmla="*/ 564739 w 2539081"/>
                  <a:gd name="connsiteY73" fmla="*/ 1504855 h 3634930"/>
                  <a:gd name="connsiteX74" fmla="*/ 780099 w 2539081"/>
                  <a:gd name="connsiteY74" fmla="*/ 1594104 h 3634930"/>
                  <a:gd name="connsiteX75" fmla="*/ 964694 w 2539081"/>
                  <a:gd name="connsiteY75" fmla="*/ 1594104 h 3634930"/>
                  <a:gd name="connsiteX76" fmla="*/ 964694 w 2539081"/>
                  <a:gd name="connsiteY76" fmla="*/ 2555177 h 3634930"/>
                  <a:gd name="connsiteX77" fmla="*/ 909068 w 2539081"/>
                  <a:gd name="connsiteY77" fmla="*/ 2555177 h 3634930"/>
                  <a:gd name="connsiteX78" fmla="*/ 714282 w 2539081"/>
                  <a:gd name="connsiteY78" fmla="*/ 2276570 h 3634930"/>
                  <a:gd name="connsiteX79" fmla="*/ 119541 w 2539081"/>
                  <a:gd name="connsiteY79" fmla="*/ 1271778 h 3634930"/>
                  <a:gd name="connsiteX80" fmla="*/ 454630 w 2539081"/>
                  <a:gd name="connsiteY80" fmla="*/ 457962 h 3634930"/>
                  <a:gd name="connsiteX81" fmla="*/ 1267113 w 2539081"/>
                  <a:gd name="connsiteY81" fmla="*/ 119825 h 3634930"/>
                  <a:gd name="connsiteX82" fmla="*/ 1269113 w 2539081"/>
                  <a:gd name="connsiteY82" fmla="*/ 119825 h 3634930"/>
                  <a:gd name="connsiteX83" fmla="*/ 2081310 w 2539081"/>
                  <a:gd name="connsiteY83" fmla="*/ 455867 h 3634930"/>
                  <a:gd name="connsiteX84" fmla="*/ 2418685 w 2539081"/>
                  <a:gd name="connsiteY84" fmla="*/ 1269397 h 3634930"/>
                  <a:gd name="connsiteX85" fmla="*/ 1823849 w 2539081"/>
                  <a:gd name="connsiteY85" fmla="*/ 2276856 h 3634930"/>
                  <a:gd name="connsiteX86" fmla="*/ 1823849 w 2539081"/>
                  <a:gd name="connsiteY86" fmla="*/ 2276856 h 3634930"/>
                  <a:gd name="connsiteX87" fmla="*/ 1573818 w 2539081"/>
                  <a:gd name="connsiteY87" fmla="*/ 1474184 h 3634930"/>
                  <a:gd name="connsiteX88" fmla="*/ 1573818 w 2539081"/>
                  <a:gd name="connsiteY88" fmla="*/ 1289590 h 3634930"/>
                  <a:gd name="connsiteX89" fmla="*/ 1758412 w 2539081"/>
                  <a:gd name="connsiteY89" fmla="*/ 1104995 h 3634930"/>
                  <a:gd name="connsiteX90" fmla="*/ 1943007 w 2539081"/>
                  <a:gd name="connsiteY90" fmla="*/ 1289590 h 3634930"/>
                  <a:gd name="connsiteX91" fmla="*/ 1758412 w 2539081"/>
                  <a:gd name="connsiteY91" fmla="*/ 1474184 h 3634930"/>
                  <a:gd name="connsiteX92" fmla="*/ 1573818 w 2539081"/>
                  <a:gd name="connsiteY92" fmla="*/ 1474184 h 36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539081" h="3634930">
                    <a:moveTo>
                      <a:pt x="2491456" y="1615059"/>
                    </a:moveTo>
                    <a:cubicBezTo>
                      <a:pt x="2523079" y="1503140"/>
                      <a:pt x="2539081" y="1386935"/>
                      <a:pt x="2539081" y="1269587"/>
                    </a:cubicBezTo>
                    <a:cubicBezTo>
                      <a:pt x="2539081" y="1097947"/>
                      <a:pt x="2505458" y="931545"/>
                      <a:pt x="2439069" y="774859"/>
                    </a:cubicBezTo>
                    <a:cubicBezTo>
                      <a:pt x="2374965" y="623507"/>
                      <a:pt x="2283335" y="487585"/>
                      <a:pt x="2166463" y="371094"/>
                    </a:cubicBezTo>
                    <a:cubicBezTo>
                      <a:pt x="2049591" y="254603"/>
                      <a:pt x="1913670" y="162973"/>
                      <a:pt x="1762317" y="99155"/>
                    </a:cubicBezTo>
                    <a:cubicBezTo>
                      <a:pt x="1606203" y="33338"/>
                      <a:pt x="1440372" y="0"/>
                      <a:pt x="1269589" y="0"/>
                    </a:cubicBezTo>
                    <a:lnTo>
                      <a:pt x="1267494" y="0"/>
                    </a:lnTo>
                    <a:cubicBezTo>
                      <a:pt x="1096044" y="286"/>
                      <a:pt x="929737" y="34195"/>
                      <a:pt x="773337" y="100679"/>
                    </a:cubicBezTo>
                    <a:cubicBezTo>
                      <a:pt x="622270" y="164973"/>
                      <a:pt x="486634" y="256699"/>
                      <a:pt x="370239" y="373571"/>
                    </a:cubicBezTo>
                    <a:cubicBezTo>
                      <a:pt x="253843" y="490442"/>
                      <a:pt x="162594" y="626364"/>
                      <a:pt x="98871" y="777716"/>
                    </a:cubicBezTo>
                    <a:cubicBezTo>
                      <a:pt x="33054" y="934403"/>
                      <a:pt x="-284" y="1100804"/>
                      <a:pt x="2" y="1272350"/>
                    </a:cubicBezTo>
                    <a:cubicBezTo>
                      <a:pt x="288" y="1389412"/>
                      <a:pt x="16385" y="1505331"/>
                      <a:pt x="48008" y="1616964"/>
                    </a:cubicBezTo>
                    <a:cubicBezTo>
                      <a:pt x="78678" y="1725168"/>
                      <a:pt x="123827" y="1828990"/>
                      <a:pt x="182215" y="1925479"/>
                    </a:cubicBezTo>
                    <a:cubicBezTo>
                      <a:pt x="297563" y="2116360"/>
                      <a:pt x="461583" y="2274189"/>
                      <a:pt x="656655" y="2381917"/>
                    </a:cubicBezTo>
                    <a:cubicBezTo>
                      <a:pt x="741428" y="2428685"/>
                      <a:pt x="794101" y="2518220"/>
                      <a:pt x="794101" y="2615470"/>
                    </a:cubicBezTo>
                    <a:lnTo>
                      <a:pt x="794101" y="3298603"/>
                    </a:lnTo>
                    <a:cubicBezTo>
                      <a:pt x="794101" y="3331750"/>
                      <a:pt x="820866" y="3358611"/>
                      <a:pt x="854109" y="3358611"/>
                    </a:cubicBezTo>
                    <a:lnTo>
                      <a:pt x="938786" y="3358611"/>
                    </a:lnTo>
                    <a:cubicBezTo>
                      <a:pt x="950787" y="3425571"/>
                      <a:pt x="982791" y="3487293"/>
                      <a:pt x="1032036" y="3536347"/>
                    </a:cubicBezTo>
                    <a:cubicBezTo>
                      <a:pt x="1095472" y="3599783"/>
                      <a:pt x="1179959" y="3634931"/>
                      <a:pt x="1269780" y="3634931"/>
                    </a:cubicBezTo>
                    <a:cubicBezTo>
                      <a:pt x="1359600" y="3634931"/>
                      <a:pt x="1444087" y="3599974"/>
                      <a:pt x="1507524" y="3536347"/>
                    </a:cubicBezTo>
                    <a:cubicBezTo>
                      <a:pt x="1556578" y="3487293"/>
                      <a:pt x="1588772" y="3425571"/>
                      <a:pt x="1600773" y="3358611"/>
                    </a:cubicBezTo>
                    <a:lnTo>
                      <a:pt x="1685451" y="3358611"/>
                    </a:lnTo>
                    <a:cubicBezTo>
                      <a:pt x="1718598" y="3358611"/>
                      <a:pt x="1745458" y="3331845"/>
                      <a:pt x="1745458" y="3298603"/>
                    </a:cubicBezTo>
                    <a:lnTo>
                      <a:pt x="1745458" y="2615470"/>
                    </a:lnTo>
                    <a:cubicBezTo>
                      <a:pt x="1745458" y="2518220"/>
                      <a:pt x="1798036" y="2428875"/>
                      <a:pt x="1882523" y="2382298"/>
                    </a:cubicBezTo>
                    <a:cubicBezTo>
                      <a:pt x="2078166" y="2274475"/>
                      <a:pt x="2242473" y="2116074"/>
                      <a:pt x="2357916" y="1924717"/>
                    </a:cubicBezTo>
                    <a:cubicBezTo>
                      <a:pt x="2415732" y="1827848"/>
                      <a:pt x="2460786" y="1723739"/>
                      <a:pt x="2491552" y="1615154"/>
                    </a:cubicBezTo>
                    <a:lnTo>
                      <a:pt x="2491552" y="1615154"/>
                    </a:lnTo>
                    <a:close/>
                    <a:moveTo>
                      <a:pt x="1269303" y="3514630"/>
                    </a:moveTo>
                    <a:cubicBezTo>
                      <a:pt x="1170910" y="3514630"/>
                      <a:pt x="1087662" y="3448431"/>
                      <a:pt x="1061563" y="3358515"/>
                    </a:cubicBezTo>
                    <a:lnTo>
                      <a:pt x="1477044" y="3358515"/>
                    </a:lnTo>
                    <a:cubicBezTo>
                      <a:pt x="1450945" y="3448622"/>
                      <a:pt x="1367697" y="3514630"/>
                      <a:pt x="1269303" y="3514630"/>
                    </a:cubicBezTo>
                    <a:lnTo>
                      <a:pt x="1269303" y="3514630"/>
                    </a:lnTo>
                    <a:close/>
                    <a:moveTo>
                      <a:pt x="1624777" y="3238500"/>
                    </a:moveTo>
                    <a:lnTo>
                      <a:pt x="913735" y="3238500"/>
                    </a:lnTo>
                    <a:lnTo>
                      <a:pt x="913735" y="3021521"/>
                    </a:lnTo>
                    <a:lnTo>
                      <a:pt x="1624777" y="3021521"/>
                    </a:lnTo>
                    <a:lnTo>
                      <a:pt x="1624777" y="3238500"/>
                    </a:lnTo>
                    <a:close/>
                    <a:moveTo>
                      <a:pt x="1624777" y="2901506"/>
                    </a:moveTo>
                    <a:lnTo>
                      <a:pt x="913735" y="2901506"/>
                    </a:lnTo>
                    <a:lnTo>
                      <a:pt x="913735" y="2675382"/>
                    </a:lnTo>
                    <a:lnTo>
                      <a:pt x="1624777" y="2675382"/>
                    </a:lnTo>
                    <a:lnTo>
                      <a:pt x="1624777" y="2901506"/>
                    </a:lnTo>
                    <a:close/>
                    <a:moveTo>
                      <a:pt x="964694" y="1474280"/>
                    </a:moveTo>
                    <a:lnTo>
                      <a:pt x="780099" y="1474280"/>
                    </a:lnTo>
                    <a:cubicBezTo>
                      <a:pt x="678372" y="1474280"/>
                      <a:pt x="595505" y="1391412"/>
                      <a:pt x="595505" y="1289685"/>
                    </a:cubicBezTo>
                    <a:cubicBezTo>
                      <a:pt x="595505" y="1187958"/>
                      <a:pt x="678372" y="1105091"/>
                      <a:pt x="780099" y="1105091"/>
                    </a:cubicBezTo>
                    <a:cubicBezTo>
                      <a:pt x="881826" y="1105091"/>
                      <a:pt x="964694" y="1187958"/>
                      <a:pt x="964694" y="1289685"/>
                    </a:cubicBezTo>
                    <a:lnTo>
                      <a:pt x="964694" y="1474280"/>
                    </a:lnTo>
                    <a:close/>
                    <a:moveTo>
                      <a:pt x="1084709" y="2555177"/>
                    </a:moveTo>
                    <a:lnTo>
                      <a:pt x="1084709" y="1594104"/>
                    </a:lnTo>
                    <a:lnTo>
                      <a:pt x="1453803" y="1594104"/>
                    </a:lnTo>
                    <a:lnTo>
                      <a:pt x="1453803" y="2555177"/>
                    </a:lnTo>
                    <a:lnTo>
                      <a:pt x="1084709" y="2555177"/>
                    </a:lnTo>
                    <a:close/>
                    <a:moveTo>
                      <a:pt x="1823849" y="2276856"/>
                    </a:moveTo>
                    <a:cubicBezTo>
                      <a:pt x="1718788" y="2334863"/>
                      <a:pt x="1647732" y="2438210"/>
                      <a:pt x="1629444" y="2555177"/>
                    </a:cubicBezTo>
                    <a:lnTo>
                      <a:pt x="1573818" y="2555177"/>
                    </a:lnTo>
                    <a:lnTo>
                      <a:pt x="1573818" y="1594104"/>
                    </a:lnTo>
                    <a:lnTo>
                      <a:pt x="1758412" y="1594104"/>
                    </a:lnTo>
                    <a:cubicBezTo>
                      <a:pt x="1839756" y="1594104"/>
                      <a:pt x="1916241" y="1562386"/>
                      <a:pt x="1973772" y="1504855"/>
                    </a:cubicBezTo>
                    <a:cubicBezTo>
                      <a:pt x="2031303" y="1447324"/>
                      <a:pt x="2063022" y="1370838"/>
                      <a:pt x="2063022" y="1289495"/>
                    </a:cubicBezTo>
                    <a:cubicBezTo>
                      <a:pt x="2063022" y="1208151"/>
                      <a:pt x="2031303" y="1131665"/>
                      <a:pt x="1973772" y="1074134"/>
                    </a:cubicBezTo>
                    <a:cubicBezTo>
                      <a:pt x="1916241" y="1016603"/>
                      <a:pt x="1839756" y="984885"/>
                      <a:pt x="1758412" y="984885"/>
                    </a:cubicBezTo>
                    <a:cubicBezTo>
                      <a:pt x="1677069" y="984885"/>
                      <a:pt x="1600583" y="1016603"/>
                      <a:pt x="1543052" y="1074134"/>
                    </a:cubicBezTo>
                    <a:cubicBezTo>
                      <a:pt x="1485521" y="1131665"/>
                      <a:pt x="1453803" y="1208151"/>
                      <a:pt x="1453803" y="1289495"/>
                    </a:cubicBezTo>
                    <a:lnTo>
                      <a:pt x="1453803" y="1474089"/>
                    </a:lnTo>
                    <a:lnTo>
                      <a:pt x="1084709" y="1474089"/>
                    </a:lnTo>
                    <a:lnTo>
                      <a:pt x="1084709" y="1289495"/>
                    </a:lnTo>
                    <a:cubicBezTo>
                      <a:pt x="1084709" y="1208151"/>
                      <a:pt x="1052991" y="1131665"/>
                      <a:pt x="995460" y="1074134"/>
                    </a:cubicBezTo>
                    <a:cubicBezTo>
                      <a:pt x="937929" y="1016603"/>
                      <a:pt x="861443" y="984885"/>
                      <a:pt x="780099" y="984885"/>
                    </a:cubicBezTo>
                    <a:cubicBezTo>
                      <a:pt x="698756" y="984885"/>
                      <a:pt x="622270" y="1016603"/>
                      <a:pt x="564739" y="1074134"/>
                    </a:cubicBezTo>
                    <a:cubicBezTo>
                      <a:pt x="507208" y="1131665"/>
                      <a:pt x="475490" y="1208151"/>
                      <a:pt x="475490" y="1289495"/>
                    </a:cubicBezTo>
                    <a:cubicBezTo>
                      <a:pt x="475490" y="1370838"/>
                      <a:pt x="507208" y="1447324"/>
                      <a:pt x="564739" y="1504855"/>
                    </a:cubicBezTo>
                    <a:cubicBezTo>
                      <a:pt x="622270" y="1562386"/>
                      <a:pt x="698756" y="1594104"/>
                      <a:pt x="780099" y="1594104"/>
                    </a:cubicBezTo>
                    <a:lnTo>
                      <a:pt x="964694" y="1594104"/>
                    </a:lnTo>
                    <a:lnTo>
                      <a:pt x="964694" y="2555177"/>
                    </a:lnTo>
                    <a:lnTo>
                      <a:pt x="909068" y="2555177"/>
                    </a:lnTo>
                    <a:cubicBezTo>
                      <a:pt x="890780" y="2438210"/>
                      <a:pt x="819628" y="2334863"/>
                      <a:pt x="714282" y="2276570"/>
                    </a:cubicBezTo>
                    <a:cubicBezTo>
                      <a:pt x="348236" y="2074450"/>
                      <a:pt x="120493" y="1689449"/>
                      <a:pt x="119541" y="1271778"/>
                    </a:cubicBezTo>
                    <a:cubicBezTo>
                      <a:pt x="118874" y="964501"/>
                      <a:pt x="237936" y="675418"/>
                      <a:pt x="454630" y="457962"/>
                    </a:cubicBezTo>
                    <a:cubicBezTo>
                      <a:pt x="671324" y="240411"/>
                      <a:pt x="959931" y="120301"/>
                      <a:pt x="1267113" y="119825"/>
                    </a:cubicBezTo>
                    <a:lnTo>
                      <a:pt x="1269113" y="119825"/>
                    </a:lnTo>
                    <a:cubicBezTo>
                      <a:pt x="1575818" y="119825"/>
                      <a:pt x="1864235" y="239173"/>
                      <a:pt x="2081310" y="455867"/>
                    </a:cubicBezTo>
                    <a:cubicBezTo>
                      <a:pt x="2298956" y="673037"/>
                      <a:pt x="2418685" y="962120"/>
                      <a:pt x="2418685" y="1269397"/>
                    </a:cubicBezTo>
                    <a:cubicBezTo>
                      <a:pt x="2418876" y="1688306"/>
                      <a:pt x="2190942" y="2074259"/>
                      <a:pt x="1823849" y="2276856"/>
                    </a:cubicBezTo>
                    <a:lnTo>
                      <a:pt x="1823849" y="2276856"/>
                    </a:lnTo>
                    <a:close/>
                    <a:moveTo>
                      <a:pt x="1573818" y="1474184"/>
                    </a:moveTo>
                    <a:lnTo>
                      <a:pt x="1573818" y="1289590"/>
                    </a:lnTo>
                    <a:cubicBezTo>
                      <a:pt x="1573818" y="1187863"/>
                      <a:pt x="1656685" y="1104995"/>
                      <a:pt x="1758412" y="1104995"/>
                    </a:cubicBezTo>
                    <a:cubicBezTo>
                      <a:pt x="1860139" y="1104995"/>
                      <a:pt x="1943007" y="1187863"/>
                      <a:pt x="1943007" y="1289590"/>
                    </a:cubicBezTo>
                    <a:cubicBezTo>
                      <a:pt x="1943007" y="1391317"/>
                      <a:pt x="1860139" y="1474184"/>
                      <a:pt x="1758412" y="1474184"/>
                    </a:cubicBezTo>
                    <a:lnTo>
                      <a:pt x="1573818" y="1474184"/>
                    </a:lnTo>
                    <a:close/>
                  </a:path>
                </a:pathLst>
              </a:custGeom>
              <a:solidFill>
                <a:schemeClr val="tx1"/>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16D11AEC-5BF1-0D93-A516-FC68EBEA05D9}"/>
                  </a:ext>
                </a:extLst>
              </p:cNvPr>
              <p:cNvSpPr/>
              <p:nvPr/>
            </p:nvSpPr>
            <p:spPr>
              <a:xfrm>
                <a:off x="-7276974"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01904CBA-C8C7-5C58-7FE5-5644E4A70DAC}"/>
                  </a:ext>
                </a:extLst>
              </p:cNvPr>
              <p:cNvSpPr/>
              <p:nvPr/>
            </p:nvSpPr>
            <p:spPr>
              <a:xfrm>
                <a:off x="-3893218"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9E138F2B-24B6-5299-D82C-60C2711B4595}"/>
                  </a:ext>
                </a:extLst>
              </p:cNvPr>
              <p:cNvSpPr/>
              <p:nvPr/>
            </p:nvSpPr>
            <p:spPr>
              <a:xfrm>
                <a:off x="-6731001" y="4395483"/>
                <a:ext cx="371570" cy="371760"/>
              </a:xfrm>
              <a:custGeom>
                <a:avLst/>
                <a:gdLst>
                  <a:gd name="connsiteX0" fmla="*/ 261271 w 371570"/>
                  <a:gd name="connsiteY0" fmla="*/ 18860 h 371760"/>
                  <a:gd name="connsiteX1" fmla="*/ 18859 w 371570"/>
                  <a:gd name="connsiteY1" fmla="*/ 261271 h 371760"/>
                  <a:gd name="connsiteX2" fmla="*/ 18859 w 371570"/>
                  <a:gd name="connsiteY2" fmla="*/ 352806 h 371760"/>
                  <a:gd name="connsiteX3" fmla="*/ 64580 w 371570"/>
                  <a:gd name="connsiteY3" fmla="*/ 371761 h 371760"/>
                  <a:gd name="connsiteX4" fmla="*/ 110300 w 371570"/>
                  <a:gd name="connsiteY4" fmla="*/ 352806 h 371760"/>
                  <a:gd name="connsiteX5" fmla="*/ 352711 w 371570"/>
                  <a:gd name="connsiteY5" fmla="*/ 110395 h 371760"/>
                  <a:gd name="connsiteX6" fmla="*/ 352711 w 371570"/>
                  <a:gd name="connsiteY6" fmla="*/ 18860 h 371760"/>
                  <a:gd name="connsiteX7" fmla="*/ 261271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261271" y="18860"/>
                    </a:moveTo>
                    <a:lnTo>
                      <a:pt x="18859" y="261271"/>
                    </a:lnTo>
                    <a:cubicBezTo>
                      <a:pt x="-6286" y="286417"/>
                      <a:pt x="-6286" y="327470"/>
                      <a:pt x="18859" y="352806"/>
                    </a:cubicBezTo>
                    <a:cubicBezTo>
                      <a:pt x="31528" y="365475"/>
                      <a:pt x="48101" y="371761"/>
                      <a:pt x="64580" y="371761"/>
                    </a:cubicBezTo>
                    <a:cubicBezTo>
                      <a:pt x="81058" y="371761"/>
                      <a:pt x="97631" y="365475"/>
                      <a:pt x="110300" y="352806"/>
                    </a:cubicBezTo>
                    <a:lnTo>
                      <a:pt x="352711" y="110395"/>
                    </a:lnTo>
                    <a:cubicBezTo>
                      <a:pt x="377857" y="85249"/>
                      <a:pt x="377857" y="44196"/>
                      <a:pt x="352711" y="18860"/>
                    </a:cubicBezTo>
                    <a:cubicBezTo>
                      <a:pt x="327374" y="-6287"/>
                      <a:pt x="286417" y="-6287"/>
                      <a:pt x="261271" y="18860"/>
                    </a:cubicBezTo>
                    <a:close/>
                  </a:path>
                </a:pathLst>
              </a:custGeom>
              <a:solidFill>
                <a:schemeClr val="tx1"/>
              </a:solidFill>
              <a:ln w="9525"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BA3BE3F5-E20C-EEBC-CE9B-7A21FD5875D4}"/>
                  </a:ext>
                </a:extLst>
              </p:cNvPr>
              <p:cNvSpPr/>
              <p:nvPr/>
            </p:nvSpPr>
            <p:spPr>
              <a:xfrm>
                <a:off x="-4318319" y="1970799"/>
                <a:ext cx="371570" cy="371760"/>
              </a:xfrm>
              <a:custGeom>
                <a:avLst/>
                <a:gdLst>
                  <a:gd name="connsiteX0" fmla="*/ 261271 w 371570"/>
                  <a:gd name="connsiteY0" fmla="*/ 18859 h 371760"/>
                  <a:gd name="connsiteX1" fmla="*/ 18859 w 371570"/>
                  <a:gd name="connsiteY1" fmla="*/ 261271 h 371760"/>
                  <a:gd name="connsiteX2" fmla="*/ 18859 w 371570"/>
                  <a:gd name="connsiteY2" fmla="*/ 352806 h 371760"/>
                  <a:gd name="connsiteX3" fmla="*/ 64579 w 371570"/>
                  <a:gd name="connsiteY3" fmla="*/ 371761 h 371760"/>
                  <a:gd name="connsiteX4" fmla="*/ 110299 w 371570"/>
                  <a:gd name="connsiteY4" fmla="*/ 352806 h 371760"/>
                  <a:gd name="connsiteX5" fmla="*/ 352711 w 371570"/>
                  <a:gd name="connsiteY5" fmla="*/ 110395 h 371760"/>
                  <a:gd name="connsiteX6" fmla="*/ 352711 w 371570"/>
                  <a:gd name="connsiteY6" fmla="*/ 18859 h 371760"/>
                  <a:gd name="connsiteX7" fmla="*/ 261271 w 371570"/>
                  <a:gd name="connsiteY7" fmla="*/ 18859 h 371760"/>
                  <a:gd name="connsiteX8" fmla="*/ 261271 w 371570"/>
                  <a:gd name="connsiteY8" fmla="*/ 18859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70" h="371760">
                    <a:moveTo>
                      <a:pt x="261271" y="18859"/>
                    </a:moveTo>
                    <a:lnTo>
                      <a:pt x="18859" y="261271"/>
                    </a:lnTo>
                    <a:cubicBezTo>
                      <a:pt x="-6286" y="286417"/>
                      <a:pt x="-6286" y="327469"/>
                      <a:pt x="18859" y="352806"/>
                    </a:cubicBezTo>
                    <a:cubicBezTo>
                      <a:pt x="31528" y="365474"/>
                      <a:pt x="48101" y="371761"/>
                      <a:pt x="64579" y="371761"/>
                    </a:cubicBezTo>
                    <a:cubicBezTo>
                      <a:pt x="81058" y="371761"/>
                      <a:pt x="97631" y="365474"/>
                      <a:pt x="110299" y="352806"/>
                    </a:cubicBezTo>
                    <a:lnTo>
                      <a:pt x="352711" y="110395"/>
                    </a:lnTo>
                    <a:cubicBezTo>
                      <a:pt x="377857" y="85249"/>
                      <a:pt x="377857" y="44196"/>
                      <a:pt x="352711" y="18859"/>
                    </a:cubicBezTo>
                    <a:cubicBezTo>
                      <a:pt x="327374" y="-6286"/>
                      <a:pt x="286417" y="-6286"/>
                      <a:pt x="261271" y="18859"/>
                    </a:cubicBezTo>
                    <a:lnTo>
                      <a:pt x="261271" y="18859"/>
                    </a:lnTo>
                    <a:close/>
                  </a:path>
                </a:pathLst>
              </a:custGeom>
              <a:solidFill>
                <a:schemeClr val="tx1"/>
              </a:solidFill>
              <a:ln w="9525"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F9D1F93-1174-629B-04CA-B03067C32453}"/>
                  </a:ext>
                </a:extLst>
              </p:cNvPr>
              <p:cNvSpPr/>
              <p:nvPr/>
            </p:nvSpPr>
            <p:spPr>
              <a:xfrm>
                <a:off x="-5413694" y="1433018"/>
                <a:ext cx="129349" cy="472154"/>
              </a:xfrm>
              <a:custGeom>
                <a:avLst/>
                <a:gdLst>
                  <a:gd name="connsiteX0" fmla="*/ 64675 w 129349"/>
                  <a:gd name="connsiteY0" fmla="*/ 472154 h 472154"/>
                  <a:gd name="connsiteX1" fmla="*/ 129350 w 129349"/>
                  <a:gd name="connsiteY1" fmla="*/ 407480 h 472154"/>
                  <a:gd name="connsiteX2" fmla="*/ 129350 w 129349"/>
                  <a:gd name="connsiteY2" fmla="*/ 64675 h 472154"/>
                  <a:gd name="connsiteX3" fmla="*/ 64675 w 129349"/>
                  <a:gd name="connsiteY3" fmla="*/ 0 h 472154"/>
                  <a:gd name="connsiteX4" fmla="*/ 0 w 129349"/>
                  <a:gd name="connsiteY4" fmla="*/ 64675 h 472154"/>
                  <a:gd name="connsiteX5" fmla="*/ 0 w 129349"/>
                  <a:gd name="connsiteY5" fmla="*/ 407480 h 472154"/>
                  <a:gd name="connsiteX6" fmla="*/ 64675 w 129349"/>
                  <a:gd name="connsiteY6" fmla="*/ 472154 h 4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349" h="472154">
                    <a:moveTo>
                      <a:pt x="64675" y="472154"/>
                    </a:moveTo>
                    <a:cubicBezTo>
                      <a:pt x="100394" y="472154"/>
                      <a:pt x="129350" y="443198"/>
                      <a:pt x="129350" y="407480"/>
                    </a:cubicBezTo>
                    <a:lnTo>
                      <a:pt x="129350" y="64675"/>
                    </a:lnTo>
                    <a:cubicBezTo>
                      <a:pt x="129350" y="28956"/>
                      <a:pt x="100394" y="0"/>
                      <a:pt x="64675" y="0"/>
                    </a:cubicBezTo>
                    <a:cubicBezTo>
                      <a:pt x="28956" y="0"/>
                      <a:pt x="0" y="28956"/>
                      <a:pt x="0" y="64675"/>
                    </a:cubicBezTo>
                    <a:lnTo>
                      <a:pt x="0" y="407480"/>
                    </a:lnTo>
                    <a:cubicBezTo>
                      <a:pt x="0" y="443198"/>
                      <a:pt x="28956" y="472154"/>
                      <a:pt x="64675" y="472154"/>
                    </a:cubicBezTo>
                    <a:close/>
                  </a:path>
                </a:pathLst>
              </a:custGeom>
              <a:solidFill>
                <a:schemeClr val="accent1"/>
              </a:solidFill>
              <a:ln w="952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407B78A-08A7-998D-76D2-62A07ED16EA2}"/>
                  </a:ext>
                </a:extLst>
              </p:cNvPr>
              <p:cNvSpPr/>
              <p:nvPr/>
            </p:nvSpPr>
            <p:spPr>
              <a:xfrm>
                <a:off x="-4338512" y="4395483"/>
                <a:ext cx="371570" cy="371760"/>
              </a:xfrm>
              <a:custGeom>
                <a:avLst/>
                <a:gdLst>
                  <a:gd name="connsiteX0" fmla="*/ 110395 w 371570"/>
                  <a:gd name="connsiteY0" fmla="*/ 18860 h 371760"/>
                  <a:gd name="connsiteX1" fmla="*/ 18860 w 371570"/>
                  <a:gd name="connsiteY1" fmla="*/ 18860 h 371760"/>
                  <a:gd name="connsiteX2" fmla="*/ 18860 w 371570"/>
                  <a:gd name="connsiteY2" fmla="*/ 110395 h 371760"/>
                  <a:gd name="connsiteX3" fmla="*/ 261271 w 371570"/>
                  <a:gd name="connsiteY3" fmla="*/ 352806 h 371760"/>
                  <a:gd name="connsiteX4" fmla="*/ 306991 w 371570"/>
                  <a:gd name="connsiteY4" fmla="*/ 371761 h 371760"/>
                  <a:gd name="connsiteX5" fmla="*/ 352711 w 371570"/>
                  <a:gd name="connsiteY5" fmla="*/ 352806 h 371760"/>
                  <a:gd name="connsiteX6" fmla="*/ 352711 w 371570"/>
                  <a:gd name="connsiteY6" fmla="*/ 261271 h 371760"/>
                  <a:gd name="connsiteX7" fmla="*/ 110300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110395" y="18860"/>
                    </a:moveTo>
                    <a:cubicBezTo>
                      <a:pt x="85249" y="-6287"/>
                      <a:pt x="44196" y="-6287"/>
                      <a:pt x="18860" y="18860"/>
                    </a:cubicBezTo>
                    <a:cubicBezTo>
                      <a:pt x="-6287" y="44006"/>
                      <a:pt x="-6287" y="85058"/>
                      <a:pt x="18860" y="110395"/>
                    </a:cubicBezTo>
                    <a:lnTo>
                      <a:pt x="261271" y="352806"/>
                    </a:lnTo>
                    <a:cubicBezTo>
                      <a:pt x="273939" y="365475"/>
                      <a:pt x="290513" y="371761"/>
                      <a:pt x="306991" y="371761"/>
                    </a:cubicBezTo>
                    <a:cubicBezTo>
                      <a:pt x="323469" y="371761"/>
                      <a:pt x="340043" y="365475"/>
                      <a:pt x="352711" y="352806"/>
                    </a:cubicBezTo>
                    <a:cubicBezTo>
                      <a:pt x="377857" y="327660"/>
                      <a:pt x="377857" y="286607"/>
                      <a:pt x="352711" y="261271"/>
                    </a:cubicBezTo>
                    <a:lnTo>
                      <a:pt x="110300" y="18860"/>
                    </a:lnTo>
                    <a:close/>
                  </a:path>
                </a:pathLst>
              </a:custGeom>
              <a:solidFill>
                <a:schemeClr val="tx1"/>
              </a:solidFill>
              <a:ln w="952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73E1C741-83C4-4FCD-1EE4-9D3E26544698}"/>
                  </a:ext>
                </a:extLst>
              </p:cNvPr>
              <p:cNvSpPr/>
              <p:nvPr/>
            </p:nvSpPr>
            <p:spPr>
              <a:xfrm>
                <a:off x="-6767101" y="1990706"/>
                <a:ext cx="371665" cy="371760"/>
              </a:xfrm>
              <a:custGeom>
                <a:avLst/>
                <a:gdLst>
                  <a:gd name="connsiteX0" fmla="*/ 307086 w 371665"/>
                  <a:gd name="connsiteY0" fmla="*/ 371761 h 371760"/>
                  <a:gd name="connsiteX1" fmla="*/ 352806 w 371665"/>
                  <a:gd name="connsiteY1" fmla="*/ 352806 h 371760"/>
                  <a:gd name="connsiteX2" fmla="*/ 352806 w 371665"/>
                  <a:gd name="connsiteY2" fmla="*/ 261271 h 371760"/>
                  <a:gd name="connsiteX3" fmla="*/ 110395 w 371665"/>
                  <a:gd name="connsiteY3" fmla="*/ 18859 h 371760"/>
                  <a:gd name="connsiteX4" fmla="*/ 18859 w 371665"/>
                  <a:gd name="connsiteY4" fmla="*/ 18859 h 371760"/>
                  <a:gd name="connsiteX5" fmla="*/ 18859 w 371665"/>
                  <a:gd name="connsiteY5" fmla="*/ 110395 h 371760"/>
                  <a:gd name="connsiteX6" fmla="*/ 261271 w 371665"/>
                  <a:gd name="connsiteY6" fmla="*/ 352806 h 371760"/>
                  <a:gd name="connsiteX7" fmla="*/ 306991 w 371665"/>
                  <a:gd name="connsiteY7" fmla="*/ 371761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665" h="371760">
                    <a:moveTo>
                      <a:pt x="307086" y="371761"/>
                    </a:moveTo>
                    <a:cubicBezTo>
                      <a:pt x="323564" y="371761"/>
                      <a:pt x="340138" y="365474"/>
                      <a:pt x="352806" y="352806"/>
                    </a:cubicBezTo>
                    <a:cubicBezTo>
                      <a:pt x="377952" y="327660"/>
                      <a:pt x="377952" y="286607"/>
                      <a:pt x="352806" y="261271"/>
                    </a:cubicBezTo>
                    <a:lnTo>
                      <a:pt x="110395" y="18859"/>
                    </a:lnTo>
                    <a:cubicBezTo>
                      <a:pt x="85249" y="-6286"/>
                      <a:pt x="44196" y="-6286"/>
                      <a:pt x="18859" y="18859"/>
                    </a:cubicBezTo>
                    <a:cubicBezTo>
                      <a:pt x="-6286" y="44005"/>
                      <a:pt x="-6286" y="85058"/>
                      <a:pt x="18859" y="110395"/>
                    </a:cubicBezTo>
                    <a:lnTo>
                      <a:pt x="261271" y="352806"/>
                    </a:lnTo>
                    <a:cubicBezTo>
                      <a:pt x="273939" y="365474"/>
                      <a:pt x="290513" y="371761"/>
                      <a:pt x="306991" y="371761"/>
                    </a:cubicBezTo>
                    <a:close/>
                  </a:path>
                </a:pathLst>
              </a:custGeom>
              <a:solidFill>
                <a:schemeClr val="tx1"/>
              </a:solidFill>
              <a:ln w="9525" cap="flat">
                <a:noFill/>
                <a:prstDash val="solid"/>
                <a:miter/>
              </a:ln>
            </p:spPr>
            <p:txBody>
              <a:bodyPr rtlCol="0" anchor="ctr"/>
              <a:lstStyle/>
              <a:p>
                <a:endParaRPr lang="en-IN"/>
              </a:p>
            </p:txBody>
          </p:sp>
        </p:grpSp>
        <p:cxnSp>
          <p:nvCxnSpPr>
            <p:cNvPr id="18" name="Straight Connector 17">
              <a:extLst>
                <a:ext uri="{FF2B5EF4-FFF2-40B4-BE49-F238E27FC236}">
                  <a16:creationId xmlns:a16="http://schemas.microsoft.com/office/drawing/2014/main" id="{C1425115-E7B0-9F9D-3730-241B1255BA6E}"/>
                </a:ext>
              </a:extLst>
            </p:cNvPr>
            <p:cNvCxnSpPr>
              <a:cxnSpLocks/>
            </p:cNvCxnSpPr>
            <p:nvPr/>
          </p:nvCxnSpPr>
          <p:spPr>
            <a:xfrm>
              <a:off x="-744437" y="3033525"/>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2DB88A8-23F8-200A-89AB-E743B36D7AA5}"/>
                </a:ext>
              </a:extLst>
            </p:cNvPr>
            <p:cNvCxnSpPr/>
            <p:nvPr/>
          </p:nvCxnSpPr>
          <p:spPr>
            <a:xfrm>
              <a:off x="-180195" y="3906187"/>
              <a:ext cx="0" cy="2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19215C1-5082-C0FF-81F1-F3B8C934E06D}"/>
                </a:ext>
              </a:extLst>
            </p:cNvPr>
            <p:cNvCxnSpPr/>
            <p:nvPr/>
          </p:nvCxnSpPr>
          <p:spPr>
            <a:xfrm>
              <a:off x="-1308680" y="3375471"/>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0DE05BA4-2274-6836-2705-A1BD8F4CC53F}"/>
              </a:ext>
            </a:extLst>
          </p:cNvPr>
          <p:cNvSpPr/>
          <p:nvPr/>
        </p:nvSpPr>
        <p:spPr>
          <a:xfrm>
            <a:off x="7049418" y="1845365"/>
            <a:ext cx="3778199" cy="12741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576" rIns="0" bIns="36576" rtlCol="0" anchor="ctr" anchorCtr="0"/>
          <a:lstStyle/>
          <a:p>
            <a:pPr>
              <a:buClr>
                <a:schemeClr val="tx2"/>
              </a:buClr>
              <a:buSzPct val="100000"/>
            </a:pPr>
            <a:r>
              <a:rPr lang="en-GB" sz="1600" b="1">
                <a:solidFill>
                  <a:schemeClr val="tx2"/>
                </a:solidFill>
              </a:rPr>
              <a:t>This information is important because…</a:t>
            </a:r>
          </a:p>
        </p:txBody>
      </p:sp>
      <p:grpSp>
        <p:nvGrpSpPr>
          <p:cNvPr id="29" name="Group 28">
            <a:extLst>
              <a:ext uri="{FF2B5EF4-FFF2-40B4-BE49-F238E27FC236}">
                <a16:creationId xmlns:a16="http://schemas.microsoft.com/office/drawing/2014/main" id="{2BF370F1-76DD-4E49-80D3-CF1D841F535B}"/>
              </a:ext>
            </a:extLst>
          </p:cNvPr>
          <p:cNvGrpSpPr/>
          <p:nvPr/>
        </p:nvGrpSpPr>
        <p:grpSpPr>
          <a:xfrm rot="1800000">
            <a:off x="6319475" y="2056681"/>
            <a:ext cx="607582" cy="687804"/>
            <a:chOff x="-1308680" y="3033525"/>
            <a:chExt cx="1128485" cy="1277486"/>
          </a:xfrm>
        </p:grpSpPr>
        <p:grpSp>
          <p:nvGrpSpPr>
            <p:cNvPr id="30" name="Group 29">
              <a:extLst>
                <a:ext uri="{FF2B5EF4-FFF2-40B4-BE49-F238E27FC236}">
                  <a16:creationId xmlns:a16="http://schemas.microsoft.com/office/drawing/2014/main" id="{83DD278F-C3CA-EA3B-293D-7B90021A8915}"/>
                </a:ext>
              </a:extLst>
            </p:cNvPr>
            <p:cNvGrpSpPr/>
            <p:nvPr/>
          </p:nvGrpSpPr>
          <p:grpSpPr>
            <a:xfrm>
              <a:off x="-1221100" y="3248581"/>
              <a:ext cx="953326" cy="1062430"/>
              <a:chOff x="-7276974" y="1433018"/>
              <a:chExt cx="3855910" cy="4297203"/>
            </a:xfrm>
          </p:grpSpPr>
          <p:sp>
            <p:nvSpPr>
              <p:cNvPr id="34" name="Freeform: Shape 33">
                <a:extLst>
                  <a:ext uri="{FF2B5EF4-FFF2-40B4-BE49-F238E27FC236}">
                    <a16:creationId xmlns:a16="http://schemas.microsoft.com/office/drawing/2014/main" id="{80E7E13B-01DE-6D8D-FEC0-C4DF175CC48B}"/>
                  </a:ext>
                </a:extLst>
              </p:cNvPr>
              <p:cNvSpPr/>
              <p:nvPr/>
            </p:nvSpPr>
            <p:spPr>
              <a:xfrm>
                <a:off x="-6618227" y="2095291"/>
                <a:ext cx="2539081" cy="3634930"/>
              </a:xfrm>
              <a:custGeom>
                <a:avLst/>
                <a:gdLst>
                  <a:gd name="connsiteX0" fmla="*/ 2491456 w 2539081"/>
                  <a:gd name="connsiteY0" fmla="*/ 1615059 h 3634930"/>
                  <a:gd name="connsiteX1" fmla="*/ 2539081 w 2539081"/>
                  <a:gd name="connsiteY1" fmla="*/ 1269587 h 3634930"/>
                  <a:gd name="connsiteX2" fmla="*/ 2439069 w 2539081"/>
                  <a:gd name="connsiteY2" fmla="*/ 774859 h 3634930"/>
                  <a:gd name="connsiteX3" fmla="*/ 2166463 w 2539081"/>
                  <a:gd name="connsiteY3" fmla="*/ 371094 h 3634930"/>
                  <a:gd name="connsiteX4" fmla="*/ 1762317 w 2539081"/>
                  <a:gd name="connsiteY4" fmla="*/ 99155 h 3634930"/>
                  <a:gd name="connsiteX5" fmla="*/ 1269589 w 2539081"/>
                  <a:gd name="connsiteY5" fmla="*/ 0 h 3634930"/>
                  <a:gd name="connsiteX6" fmla="*/ 1267494 w 2539081"/>
                  <a:gd name="connsiteY6" fmla="*/ 0 h 3634930"/>
                  <a:gd name="connsiteX7" fmla="*/ 773337 w 2539081"/>
                  <a:gd name="connsiteY7" fmla="*/ 100679 h 3634930"/>
                  <a:gd name="connsiteX8" fmla="*/ 370239 w 2539081"/>
                  <a:gd name="connsiteY8" fmla="*/ 373571 h 3634930"/>
                  <a:gd name="connsiteX9" fmla="*/ 98871 w 2539081"/>
                  <a:gd name="connsiteY9" fmla="*/ 777716 h 3634930"/>
                  <a:gd name="connsiteX10" fmla="*/ 2 w 2539081"/>
                  <a:gd name="connsiteY10" fmla="*/ 1272350 h 3634930"/>
                  <a:gd name="connsiteX11" fmla="*/ 48008 w 2539081"/>
                  <a:gd name="connsiteY11" fmla="*/ 1616964 h 3634930"/>
                  <a:gd name="connsiteX12" fmla="*/ 182215 w 2539081"/>
                  <a:gd name="connsiteY12" fmla="*/ 1925479 h 3634930"/>
                  <a:gd name="connsiteX13" fmla="*/ 656655 w 2539081"/>
                  <a:gd name="connsiteY13" fmla="*/ 2381917 h 3634930"/>
                  <a:gd name="connsiteX14" fmla="*/ 794101 w 2539081"/>
                  <a:gd name="connsiteY14" fmla="*/ 2615470 h 3634930"/>
                  <a:gd name="connsiteX15" fmla="*/ 794101 w 2539081"/>
                  <a:gd name="connsiteY15" fmla="*/ 3298603 h 3634930"/>
                  <a:gd name="connsiteX16" fmla="*/ 854109 w 2539081"/>
                  <a:gd name="connsiteY16" fmla="*/ 3358611 h 3634930"/>
                  <a:gd name="connsiteX17" fmla="*/ 938786 w 2539081"/>
                  <a:gd name="connsiteY17" fmla="*/ 3358611 h 3634930"/>
                  <a:gd name="connsiteX18" fmla="*/ 1032036 w 2539081"/>
                  <a:gd name="connsiteY18" fmla="*/ 3536347 h 3634930"/>
                  <a:gd name="connsiteX19" fmla="*/ 1269780 w 2539081"/>
                  <a:gd name="connsiteY19" fmla="*/ 3634931 h 3634930"/>
                  <a:gd name="connsiteX20" fmla="*/ 1507524 w 2539081"/>
                  <a:gd name="connsiteY20" fmla="*/ 3536347 h 3634930"/>
                  <a:gd name="connsiteX21" fmla="*/ 1600773 w 2539081"/>
                  <a:gd name="connsiteY21" fmla="*/ 3358611 h 3634930"/>
                  <a:gd name="connsiteX22" fmla="*/ 1685451 w 2539081"/>
                  <a:gd name="connsiteY22" fmla="*/ 3358611 h 3634930"/>
                  <a:gd name="connsiteX23" fmla="*/ 1745458 w 2539081"/>
                  <a:gd name="connsiteY23" fmla="*/ 3298603 h 3634930"/>
                  <a:gd name="connsiteX24" fmla="*/ 1745458 w 2539081"/>
                  <a:gd name="connsiteY24" fmla="*/ 2615470 h 3634930"/>
                  <a:gd name="connsiteX25" fmla="*/ 1882523 w 2539081"/>
                  <a:gd name="connsiteY25" fmla="*/ 2382298 h 3634930"/>
                  <a:gd name="connsiteX26" fmla="*/ 2357916 w 2539081"/>
                  <a:gd name="connsiteY26" fmla="*/ 1924717 h 3634930"/>
                  <a:gd name="connsiteX27" fmla="*/ 2491552 w 2539081"/>
                  <a:gd name="connsiteY27" fmla="*/ 1615154 h 3634930"/>
                  <a:gd name="connsiteX28" fmla="*/ 2491552 w 2539081"/>
                  <a:gd name="connsiteY28" fmla="*/ 1615154 h 3634930"/>
                  <a:gd name="connsiteX29" fmla="*/ 1269303 w 2539081"/>
                  <a:gd name="connsiteY29" fmla="*/ 3514630 h 3634930"/>
                  <a:gd name="connsiteX30" fmla="*/ 1061563 w 2539081"/>
                  <a:gd name="connsiteY30" fmla="*/ 3358515 h 3634930"/>
                  <a:gd name="connsiteX31" fmla="*/ 1477044 w 2539081"/>
                  <a:gd name="connsiteY31" fmla="*/ 3358515 h 3634930"/>
                  <a:gd name="connsiteX32" fmla="*/ 1269303 w 2539081"/>
                  <a:gd name="connsiteY32" fmla="*/ 3514630 h 3634930"/>
                  <a:gd name="connsiteX33" fmla="*/ 1269303 w 2539081"/>
                  <a:gd name="connsiteY33" fmla="*/ 3514630 h 3634930"/>
                  <a:gd name="connsiteX34" fmla="*/ 1624777 w 2539081"/>
                  <a:gd name="connsiteY34" fmla="*/ 3238500 h 3634930"/>
                  <a:gd name="connsiteX35" fmla="*/ 913735 w 2539081"/>
                  <a:gd name="connsiteY35" fmla="*/ 3238500 h 3634930"/>
                  <a:gd name="connsiteX36" fmla="*/ 913735 w 2539081"/>
                  <a:gd name="connsiteY36" fmla="*/ 3021521 h 3634930"/>
                  <a:gd name="connsiteX37" fmla="*/ 1624777 w 2539081"/>
                  <a:gd name="connsiteY37" fmla="*/ 3021521 h 3634930"/>
                  <a:gd name="connsiteX38" fmla="*/ 1624777 w 2539081"/>
                  <a:gd name="connsiteY38" fmla="*/ 3238500 h 3634930"/>
                  <a:gd name="connsiteX39" fmla="*/ 1624777 w 2539081"/>
                  <a:gd name="connsiteY39" fmla="*/ 2901506 h 3634930"/>
                  <a:gd name="connsiteX40" fmla="*/ 913735 w 2539081"/>
                  <a:gd name="connsiteY40" fmla="*/ 2901506 h 3634930"/>
                  <a:gd name="connsiteX41" fmla="*/ 913735 w 2539081"/>
                  <a:gd name="connsiteY41" fmla="*/ 2675382 h 3634930"/>
                  <a:gd name="connsiteX42" fmla="*/ 1624777 w 2539081"/>
                  <a:gd name="connsiteY42" fmla="*/ 2675382 h 3634930"/>
                  <a:gd name="connsiteX43" fmla="*/ 1624777 w 2539081"/>
                  <a:gd name="connsiteY43" fmla="*/ 2901506 h 3634930"/>
                  <a:gd name="connsiteX44" fmla="*/ 964694 w 2539081"/>
                  <a:gd name="connsiteY44" fmla="*/ 1474280 h 3634930"/>
                  <a:gd name="connsiteX45" fmla="*/ 780099 w 2539081"/>
                  <a:gd name="connsiteY45" fmla="*/ 1474280 h 3634930"/>
                  <a:gd name="connsiteX46" fmla="*/ 595505 w 2539081"/>
                  <a:gd name="connsiteY46" fmla="*/ 1289685 h 3634930"/>
                  <a:gd name="connsiteX47" fmla="*/ 780099 w 2539081"/>
                  <a:gd name="connsiteY47" fmla="*/ 1105091 h 3634930"/>
                  <a:gd name="connsiteX48" fmla="*/ 964694 w 2539081"/>
                  <a:gd name="connsiteY48" fmla="*/ 1289685 h 3634930"/>
                  <a:gd name="connsiteX49" fmla="*/ 964694 w 2539081"/>
                  <a:gd name="connsiteY49" fmla="*/ 1474280 h 3634930"/>
                  <a:gd name="connsiteX50" fmla="*/ 1084709 w 2539081"/>
                  <a:gd name="connsiteY50" fmla="*/ 2555177 h 3634930"/>
                  <a:gd name="connsiteX51" fmla="*/ 1084709 w 2539081"/>
                  <a:gd name="connsiteY51" fmla="*/ 1594104 h 3634930"/>
                  <a:gd name="connsiteX52" fmla="*/ 1453803 w 2539081"/>
                  <a:gd name="connsiteY52" fmla="*/ 1594104 h 3634930"/>
                  <a:gd name="connsiteX53" fmla="*/ 1453803 w 2539081"/>
                  <a:gd name="connsiteY53" fmla="*/ 2555177 h 3634930"/>
                  <a:gd name="connsiteX54" fmla="*/ 1084709 w 2539081"/>
                  <a:gd name="connsiteY54" fmla="*/ 2555177 h 3634930"/>
                  <a:gd name="connsiteX55" fmla="*/ 1823849 w 2539081"/>
                  <a:gd name="connsiteY55" fmla="*/ 2276856 h 3634930"/>
                  <a:gd name="connsiteX56" fmla="*/ 1629444 w 2539081"/>
                  <a:gd name="connsiteY56" fmla="*/ 2555177 h 3634930"/>
                  <a:gd name="connsiteX57" fmla="*/ 1573818 w 2539081"/>
                  <a:gd name="connsiteY57" fmla="*/ 2555177 h 3634930"/>
                  <a:gd name="connsiteX58" fmla="*/ 1573818 w 2539081"/>
                  <a:gd name="connsiteY58" fmla="*/ 1594104 h 3634930"/>
                  <a:gd name="connsiteX59" fmla="*/ 1758412 w 2539081"/>
                  <a:gd name="connsiteY59" fmla="*/ 1594104 h 3634930"/>
                  <a:gd name="connsiteX60" fmla="*/ 1973772 w 2539081"/>
                  <a:gd name="connsiteY60" fmla="*/ 1504855 h 3634930"/>
                  <a:gd name="connsiteX61" fmla="*/ 2063022 w 2539081"/>
                  <a:gd name="connsiteY61" fmla="*/ 1289495 h 3634930"/>
                  <a:gd name="connsiteX62" fmla="*/ 1973772 w 2539081"/>
                  <a:gd name="connsiteY62" fmla="*/ 1074134 h 3634930"/>
                  <a:gd name="connsiteX63" fmla="*/ 1758412 w 2539081"/>
                  <a:gd name="connsiteY63" fmla="*/ 984885 h 3634930"/>
                  <a:gd name="connsiteX64" fmla="*/ 1543052 w 2539081"/>
                  <a:gd name="connsiteY64" fmla="*/ 1074134 h 3634930"/>
                  <a:gd name="connsiteX65" fmla="*/ 1453803 w 2539081"/>
                  <a:gd name="connsiteY65" fmla="*/ 1289495 h 3634930"/>
                  <a:gd name="connsiteX66" fmla="*/ 1453803 w 2539081"/>
                  <a:gd name="connsiteY66" fmla="*/ 1474089 h 3634930"/>
                  <a:gd name="connsiteX67" fmla="*/ 1084709 w 2539081"/>
                  <a:gd name="connsiteY67" fmla="*/ 1474089 h 3634930"/>
                  <a:gd name="connsiteX68" fmla="*/ 1084709 w 2539081"/>
                  <a:gd name="connsiteY68" fmla="*/ 1289495 h 3634930"/>
                  <a:gd name="connsiteX69" fmla="*/ 995460 w 2539081"/>
                  <a:gd name="connsiteY69" fmla="*/ 1074134 h 3634930"/>
                  <a:gd name="connsiteX70" fmla="*/ 780099 w 2539081"/>
                  <a:gd name="connsiteY70" fmla="*/ 984885 h 3634930"/>
                  <a:gd name="connsiteX71" fmla="*/ 564739 w 2539081"/>
                  <a:gd name="connsiteY71" fmla="*/ 1074134 h 3634930"/>
                  <a:gd name="connsiteX72" fmla="*/ 475490 w 2539081"/>
                  <a:gd name="connsiteY72" fmla="*/ 1289495 h 3634930"/>
                  <a:gd name="connsiteX73" fmla="*/ 564739 w 2539081"/>
                  <a:gd name="connsiteY73" fmla="*/ 1504855 h 3634930"/>
                  <a:gd name="connsiteX74" fmla="*/ 780099 w 2539081"/>
                  <a:gd name="connsiteY74" fmla="*/ 1594104 h 3634930"/>
                  <a:gd name="connsiteX75" fmla="*/ 964694 w 2539081"/>
                  <a:gd name="connsiteY75" fmla="*/ 1594104 h 3634930"/>
                  <a:gd name="connsiteX76" fmla="*/ 964694 w 2539081"/>
                  <a:gd name="connsiteY76" fmla="*/ 2555177 h 3634930"/>
                  <a:gd name="connsiteX77" fmla="*/ 909068 w 2539081"/>
                  <a:gd name="connsiteY77" fmla="*/ 2555177 h 3634930"/>
                  <a:gd name="connsiteX78" fmla="*/ 714282 w 2539081"/>
                  <a:gd name="connsiteY78" fmla="*/ 2276570 h 3634930"/>
                  <a:gd name="connsiteX79" fmla="*/ 119541 w 2539081"/>
                  <a:gd name="connsiteY79" fmla="*/ 1271778 h 3634930"/>
                  <a:gd name="connsiteX80" fmla="*/ 454630 w 2539081"/>
                  <a:gd name="connsiteY80" fmla="*/ 457962 h 3634930"/>
                  <a:gd name="connsiteX81" fmla="*/ 1267113 w 2539081"/>
                  <a:gd name="connsiteY81" fmla="*/ 119825 h 3634930"/>
                  <a:gd name="connsiteX82" fmla="*/ 1269113 w 2539081"/>
                  <a:gd name="connsiteY82" fmla="*/ 119825 h 3634930"/>
                  <a:gd name="connsiteX83" fmla="*/ 2081310 w 2539081"/>
                  <a:gd name="connsiteY83" fmla="*/ 455867 h 3634930"/>
                  <a:gd name="connsiteX84" fmla="*/ 2418685 w 2539081"/>
                  <a:gd name="connsiteY84" fmla="*/ 1269397 h 3634930"/>
                  <a:gd name="connsiteX85" fmla="*/ 1823849 w 2539081"/>
                  <a:gd name="connsiteY85" fmla="*/ 2276856 h 3634930"/>
                  <a:gd name="connsiteX86" fmla="*/ 1823849 w 2539081"/>
                  <a:gd name="connsiteY86" fmla="*/ 2276856 h 3634930"/>
                  <a:gd name="connsiteX87" fmla="*/ 1573818 w 2539081"/>
                  <a:gd name="connsiteY87" fmla="*/ 1474184 h 3634930"/>
                  <a:gd name="connsiteX88" fmla="*/ 1573818 w 2539081"/>
                  <a:gd name="connsiteY88" fmla="*/ 1289590 h 3634930"/>
                  <a:gd name="connsiteX89" fmla="*/ 1758412 w 2539081"/>
                  <a:gd name="connsiteY89" fmla="*/ 1104995 h 3634930"/>
                  <a:gd name="connsiteX90" fmla="*/ 1943007 w 2539081"/>
                  <a:gd name="connsiteY90" fmla="*/ 1289590 h 3634930"/>
                  <a:gd name="connsiteX91" fmla="*/ 1758412 w 2539081"/>
                  <a:gd name="connsiteY91" fmla="*/ 1474184 h 3634930"/>
                  <a:gd name="connsiteX92" fmla="*/ 1573818 w 2539081"/>
                  <a:gd name="connsiteY92" fmla="*/ 1474184 h 36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539081" h="3634930">
                    <a:moveTo>
                      <a:pt x="2491456" y="1615059"/>
                    </a:moveTo>
                    <a:cubicBezTo>
                      <a:pt x="2523079" y="1503140"/>
                      <a:pt x="2539081" y="1386935"/>
                      <a:pt x="2539081" y="1269587"/>
                    </a:cubicBezTo>
                    <a:cubicBezTo>
                      <a:pt x="2539081" y="1097947"/>
                      <a:pt x="2505458" y="931545"/>
                      <a:pt x="2439069" y="774859"/>
                    </a:cubicBezTo>
                    <a:cubicBezTo>
                      <a:pt x="2374965" y="623507"/>
                      <a:pt x="2283335" y="487585"/>
                      <a:pt x="2166463" y="371094"/>
                    </a:cubicBezTo>
                    <a:cubicBezTo>
                      <a:pt x="2049591" y="254603"/>
                      <a:pt x="1913670" y="162973"/>
                      <a:pt x="1762317" y="99155"/>
                    </a:cubicBezTo>
                    <a:cubicBezTo>
                      <a:pt x="1606203" y="33338"/>
                      <a:pt x="1440372" y="0"/>
                      <a:pt x="1269589" y="0"/>
                    </a:cubicBezTo>
                    <a:lnTo>
                      <a:pt x="1267494" y="0"/>
                    </a:lnTo>
                    <a:cubicBezTo>
                      <a:pt x="1096044" y="286"/>
                      <a:pt x="929737" y="34195"/>
                      <a:pt x="773337" y="100679"/>
                    </a:cubicBezTo>
                    <a:cubicBezTo>
                      <a:pt x="622270" y="164973"/>
                      <a:pt x="486634" y="256699"/>
                      <a:pt x="370239" y="373571"/>
                    </a:cubicBezTo>
                    <a:cubicBezTo>
                      <a:pt x="253843" y="490442"/>
                      <a:pt x="162594" y="626364"/>
                      <a:pt x="98871" y="777716"/>
                    </a:cubicBezTo>
                    <a:cubicBezTo>
                      <a:pt x="33054" y="934403"/>
                      <a:pt x="-284" y="1100804"/>
                      <a:pt x="2" y="1272350"/>
                    </a:cubicBezTo>
                    <a:cubicBezTo>
                      <a:pt x="288" y="1389412"/>
                      <a:pt x="16385" y="1505331"/>
                      <a:pt x="48008" y="1616964"/>
                    </a:cubicBezTo>
                    <a:cubicBezTo>
                      <a:pt x="78678" y="1725168"/>
                      <a:pt x="123827" y="1828990"/>
                      <a:pt x="182215" y="1925479"/>
                    </a:cubicBezTo>
                    <a:cubicBezTo>
                      <a:pt x="297563" y="2116360"/>
                      <a:pt x="461583" y="2274189"/>
                      <a:pt x="656655" y="2381917"/>
                    </a:cubicBezTo>
                    <a:cubicBezTo>
                      <a:pt x="741428" y="2428685"/>
                      <a:pt x="794101" y="2518220"/>
                      <a:pt x="794101" y="2615470"/>
                    </a:cubicBezTo>
                    <a:lnTo>
                      <a:pt x="794101" y="3298603"/>
                    </a:lnTo>
                    <a:cubicBezTo>
                      <a:pt x="794101" y="3331750"/>
                      <a:pt x="820866" y="3358611"/>
                      <a:pt x="854109" y="3358611"/>
                    </a:cubicBezTo>
                    <a:lnTo>
                      <a:pt x="938786" y="3358611"/>
                    </a:lnTo>
                    <a:cubicBezTo>
                      <a:pt x="950787" y="3425571"/>
                      <a:pt x="982791" y="3487293"/>
                      <a:pt x="1032036" y="3536347"/>
                    </a:cubicBezTo>
                    <a:cubicBezTo>
                      <a:pt x="1095472" y="3599783"/>
                      <a:pt x="1179959" y="3634931"/>
                      <a:pt x="1269780" y="3634931"/>
                    </a:cubicBezTo>
                    <a:cubicBezTo>
                      <a:pt x="1359600" y="3634931"/>
                      <a:pt x="1444087" y="3599974"/>
                      <a:pt x="1507524" y="3536347"/>
                    </a:cubicBezTo>
                    <a:cubicBezTo>
                      <a:pt x="1556578" y="3487293"/>
                      <a:pt x="1588772" y="3425571"/>
                      <a:pt x="1600773" y="3358611"/>
                    </a:cubicBezTo>
                    <a:lnTo>
                      <a:pt x="1685451" y="3358611"/>
                    </a:lnTo>
                    <a:cubicBezTo>
                      <a:pt x="1718598" y="3358611"/>
                      <a:pt x="1745458" y="3331845"/>
                      <a:pt x="1745458" y="3298603"/>
                    </a:cubicBezTo>
                    <a:lnTo>
                      <a:pt x="1745458" y="2615470"/>
                    </a:lnTo>
                    <a:cubicBezTo>
                      <a:pt x="1745458" y="2518220"/>
                      <a:pt x="1798036" y="2428875"/>
                      <a:pt x="1882523" y="2382298"/>
                    </a:cubicBezTo>
                    <a:cubicBezTo>
                      <a:pt x="2078166" y="2274475"/>
                      <a:pt x="2242473" y="2116074"/>
                      <a:pt x="2357916" y="1924717"/>
                    </a:cubicBezTo>
                    <a:cubicBezTo>
                      <a:pt x="2415732" y="1827848"/>
                      <a:pt x="2460786" y="1723739"/>
                      <a:pt x="2491552" y="1615154"/>
                    </a:cubicBezTo>
                    <a:lnTo>
                      <a:pt x="2491552" y="1615154"/>
                    </a:lnTo>
                    <a:close/>
                    <a:moveTo>
                      <a:pt x="1269303" y="3514630"/>
                    </a:moveTo>
                    <a:cubicBezTo>
                      <a:pt x="1170910" y="3514630"/>
                      <a:pt x="1087662" y="3448431"/>
                      <a:pt x="1061563" y="3358515"/>
                    </a:cubicBezTo>
                    <a:lnTo>
                      <a:pt x="1477044" y="3358515"/>
                    </a:lnTo>
                    <a:cubicBezTo>
                      <a:pt x="1450945" y="3448622"/>
                      <a:pt x="1367697" y="3514630"/>
                      <a:pt x="1269303" y="3514630"/>
                    </a:cubicBezTo>
                    <a:lnTo>
                      <a:pt x="1269303" y="3514630"/>
                    </a:lnTo>
                    <a:close/>
                    <a:moveTo>
                      <a:pt x="1624777" y="3238500"/>
                    </a:moveTo>
                    <a:lnTo>
                      <a:pt x="913735" y="3238500"/>
                    </a:lnTo>
                    <a:lnTo>
                      <a:pt x="913735" y="3021521"/>
                    </a:lnTo>
                    <a:lnTo>
                      <a:pt x="1624777" y="3021521"/>
                    </a:lnTo>
                    <a:lnTo>
                      <a:pt x="1624777" y="3238500"/>
                    </a:lnTo>
                    <a:close/>
                    <a:moveTo>
                      <a:pt x="1624777" y="2901506"/>
                    </a:moveTo>
                    <a:lnTo>
                      <a:pt x="913735" y="2901506"/>
                    </a:lnTo>
                    <a:lnTo>
                      <a:pt x="913735" y="2675382"/>
                    </a:lnTo>
                    <a:lnTo>
                      <a:pt x="1624777" y="2675382"/>
                    </a:lnTo>
                    <a:lnTo>
                      <a:pt x="1624777" y="2901506"/>
                    </a:lnTo>
                    <a:close/>
                    <a:moveTo>
                      <a:pt x="964694" y="1474280"/>
                    </a:moveTo>
                    <a:lnTo>
                      <a:pt x="780099" y="1474280"/>
                    </a:lnTo>
                    <a:cubicBezTo>
                      <a:pt x="678372" y="1474280"/>
                      <a:pt x="595505" y="1391412"/>
                      <a:pt x="595505" y="1289685"/>
                    </a:cubicBezTo>
                    <a:cubicBezTo>
                      <a:pt x="595505" y="1187958"/>
                      <a:pt x="678372" y="1105091"/>
                      <a:pt x="780099" y="1105091"/>
                    </a:cubicBezTo>
                    <a:cubicBezTo>
                      <a:pt x="881826" y="1105091"/>
                      <a:pt x="964694" y="1187958"/>
                      <a:pt x="964694" y="1289685"/>
                    </a:cubicBezTo>
                    <a:lnTo>
                      <a:pt x="964694" y="1474280"/>
                    </a:lnTo>
                    <a:close/>
                    <a:moveTo>
                      <a:pt x="1084709" y="2555177"/>
                    </a:moveTo>
                    <a:lnTo>
                      <a:pt x="1084709" y="1594104"/>
                    </a:lnTo>
                    <a:lnTo>
                      <a:pt x="1453803" y="1594104"/>
                    </a:lnTo>
                    <a:lnTo>
                      <a:pt x="1453803" y="2555177"/>
                    </a:lnTo>
                    <a:lnTo>
                      <a:pt x="1084709" y="2555177"/>
                    </a:lnTo>
                    <a:close/>
                    <a:moveTo>
                      <a:pt x="1823849" y="2276856"/>
                    </a:moveTo>
                    <a:cubicBezTo>
                      <a:pt x="1718788" y="2334863"/>
                      <a:pt x="1647732" y="2438210"/>
                      <a:pt x="1629444" y="2555177"/>
                    </a:cubicBezTo>
                    <a:lnTo>
                      <a:pt x="1573818" y="2555177"/>
                    </a:lnTo>
                    <a:lnTo>
                      <a:pt x="1573818" y="1594104"/>
                    </a:lnTo>
                    <a:lnTo>
                      <a:pt x="1758412" y="1594104"/>
                    </a:lnTo>
                    <a:cubicBezTo>
                      <a:pt x="1839756" y="1594104"/>
                      <a:pt x="1916241" y="1562386"/>
                      <a:pt x="1973772" y="1504855"/>
                    </a:cubicBezTo>
                    <a:cubicBezTo>
                      <a:pt x="2031303" y="1447324"/>
                      <a:pt x="2063022" y="1370838"/>
                      <a:pt x="2063022" y="1289495"/>
                    </a:cubicBezTo>
                    <a:cubicBezTo>
                      <a:pt x="2063022" y="1208151"/>
                      <a:pt x="2031303" y="1131665"/>
                      <a:pt x="1973772" y="1074134"/>
                    </a:cubicBezTo>
                    <a:cubicBezTo>
                      <a:pt x="1916241" y="1016603"/>
                      <a:pt x="1839756" y="984885"/>
                      <a:pt x="1758412" y="984885"/>
                    </a:cubicBezTo>
                    <a:cubicBezTo>
                      <a:pt x="1677069" y="984885"/>
                      <a:pt x="1600583" y="1016603"/>
                      <a:pt x="1543052" y="1074134"/>
                    </a:cubicBezTo>
                    <a:cubicBezTo>
                      <a:pt x="1485521" y="1131665"/>
                      <a:pt x="1453803" y="1208151"/>
                      <a:pt x="1453803" y="1289495"/>
                    </a:cubicBezTo>
                    <a:lnTo>
                      <a:pt x="1453803" y="1474089"/>
                    </a:lnTo>
                    <a:lnTo>
                      <a:pt x="1084709" y="1474089"/>
                    </a:lnTo>
                    <a:lnTo>
                      <a:pt x="1084709" y="1289495"/>
                    </a:lnTo>
                    <a:cubicBezTo>
                      <a:pt x="1084709" y="1208151"/>
                      <a:pt x="1052991" y="1131665"/>
                      <a:pt x="995460" y="1074134"/>
                    </a:cubicBezTo>
                    <a:cubicBezTo>
                      <a:pt x="937929" y="1016603"/>
                      <a:pt x="861443" y="984885"/>
                      <a:pt x="780099" y="984885"/>
                    </a:cubicBezTo>
                    <a:cubicBezTo>
                      <a:pt x="698756" y="984885"/>
                      <a:pt x="622270" y="1016603"/>
                      <a:pt x="564739" y="1074134"/>
                    </a:cubicBezTo>
                    <a:cubicBezTo>
                      <a:pt x="507208" y="1131665"/>
                      <a:pt x="475490" y="1208151"/>
                      <a:pt x="475490" y="1289495"/>
                    </a:cubicBezTo>
                    <a:cubicBezTo>
                      <a:pt x="475490" y="1370838"/>
                      <a:pt x="507208" y="1447324"/>
                      <a:pt x="564739" y="1504855"/>
                    </a:cubicBezTo>
                    <a:cubicBezTo>
                      <a:pt x="622270" y="1562386"/>
                      <a:pt x="698756" y="1594104"/>
                      <a:pt x="780099" y="1594104"/>
                    </a:cubicBezTo>
                    <a:lnTo>
                      <a:pt x="964694" y="1594104"/>
                    </a:lnTo>
                    <a:lnTo>
                      <a:pt x="964694" y="2555177"/>
                    </a:lnTo>
                    <a:lnTo>
                      <a:pt x="909068" y="2555177"/>
                    </a:lnTo>
                    <a:cubicBezTo>
                      <a:pt x="890780" y="2438210"/>
                      <a:pt x="819628" y="2334863"/>
                      <a:pt x="714282" y="2276570"/>
                    </a:cubicBezTo>
                    <a:cubicBezTo>
                      <a:pt x="348236" y="2074450"/>
                      <a:pt x="120493" y="1689449"/>
                      <a:pt x="119541" y="1271778"/>
                    </a:cubicBezTo>
                    <a:cubicBezTo>
                      <a:pt x="118874" y="964501"/>
                      <a:pt x="237936" y="675418"/>
                      <a:pt x="454630" y="457962"/>
                    </a:cubicBezTo>
                    <a:cubicBezTo>
                      <a:pt x="671324" y="240411"/>
                      <a:pt x="959931" y="120301"/>
                      <a:pt x="1267113" y="119825"/>
                    </a:cubicBezTo>
                    <a:lnTo>
                      <a:pt x="1269113" y="119825"/>
                    </a:lnTo>
                    <a:cubicBezTo>
                      <a:pt x="1575818" y="119825"/>
                      <a:pt x="1864235" y="239173"/>
                      <a:pt x="2081310" y="455867"/>
                    </a:cubicBezTo>
                    <a:cubicBezTo>
                      <a:pt x="2298956" y="673037"/>
                      <a:pt x="2418685" y="962120"/>
                      <a:pt x="2418685" y="1269397"/>
                    </a:cubicBezTo>
                    <a:cubicBezTo>
                      <a:pt x="2418876" y="1688306"/>
                      <a:pt x="2190942" y="2074259"/>
                      <a:pt x="1823849" y="2276856"/>
                    </a:cubicBezTo>
                    <a:lnTo>
                      <a:pt x="1823849" y="2276856"/>
                    </a:lnTo>
                    <a:close/>
                    <a:moveTo>
                      <a:pt x="1573818" y="1474184"/>
                    </a:moveTo>
                    <a:lnTo>
                      <a:pt x="1573818" y="1289590"/>
                    </a:lnTo>
                    <a:cubicBezTo>
                      <a:pt x="1573818" y="1187863"/>
                      <a:pt x="1656685" y="1104995"/>
                      <a:pt x="1758412" y="1104995"/>
                    </a:cubicBezTo>
                    <a:cubicBezTo>
                      <a:pt x="1860139" y="1104995"/>
                      <a:pt x="1943007" y="1187863"/>
                      <a:pt x="1943007" y="1289590"/>
                    </a:cubicBezTo>
                    <a:cubicBezTo>
                      <a:pt x="1943007" y="1391317"/>
                      <a:pt x="1860139" y="1474184"/>
                      <a:pt x="1758412" y="1474184"/>
                    </a:cubicBezTo>
                    <a:lnTo>
                      <a:pt x="1573818" y="1474184"/>
                    </a:lnTo>
                    <a:close/>
                  </a:path>
                </a:pathLst>
              </a:custGeom>
              <a:solidFill>
                <a:schemeClr val="tx1"/>
              </a:solidFill>
              <a:ln w="9525"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8C229F1D-E0F1-96B7-5762-5C0EAD9E1C3F}"/>
                  </a:ext>
                </a:extLst>
              </p:cNvPr>
              <p:cNvSpPr/>
              <p:nvPr/>
            </p:nvSpPr>
            <p:spPr>
              <a:xfrm>
                <a:off x="-7276974"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74E64677-67BB-7ABC-9FF8-BB6B207B72D0}"/>
                  </a:ext>
                </a:extLst>
              </p:cNvPr>
              <p:cNvSpPr/>
              <p:nvPr/>
            </p:nvSpPr>
            <p:spPr>
              <a:xfrm>
                <a:off x="-3893218"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2438C7D-6F80-E604-FB9C-787366D8C89F}"/>
                  </a:ext>
                </a:extLst>
              </p:cNvPr>
              <p:cNvSpPr/>
              <p:nvPr/>
            </p:nvSpPr>
            <p:spPr>
              <a:xfrm>
                <a:off x="-6731001" y="4395483"/>
                <a:ext cx="371570" cy="371760"/>
              </a:xfrm>
              <a:custGeom>
                <a:avLst/>
                <a:gdLst>
                  <a:gd name="connsiteX0" fmla="*/ 261271 w 371570"/>
                  <a:gd name="connsiteY0" fmla="*/ 18860 h 371760"/>
                  <a:gd name="connsiteX1" fmla="*/ 18859 w 371570"/>
                  <a:gd name="connsiteY1" fmla="*/ 261271 h 371760"/>
                  <a:gd name="connsiteX2" fmla="*/ 18859 w 371570"/>
                  <a:gd name="connsiteY2" fmla="*/ 352806 h 371760"/>
                  <a:gd name="connsiteX3" fmla="*/ 64580 w 371570"/>
                  <a:gd name="connsiteY3" fmla="*/ 371761 h 371760"/>
                  <a:gd name="connsiteX4" fmla="*/ 110300 w 371570"/>
                  <a:gd name="connsiteY4" fmla="*/ 352806 h 371760"/>
                  <a:gd name="connsiteX5" fmla="*/ 352711 w 371570"/>
                  <a:gd name="connsiteY5" fmla="*/ 110395 h 371760"/>
                  <a:gd name="connsiteX6" fmla="*/ 352711 w 371570"/>
                  <a:gd name="connsiteY6" fmla="*/ 18860 h 371760"/>
                  <a:gd name="connsiteX7" fmla="*/ 261271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261271" y="18860"/>
                    </a:moveTo>
                    <a:lnTo>
                      <a:pt x="18859" y="261271"/>
                    </a:lnTo>
                    <a:cubicBezTo>
                      <a:pt x="-6286" y="286417"/>
                      <a:pt x="-6286" y="327470"/>
                      <a:pt x="18859" y="352806"/>
                    </a:cubicBezTo>
                    <a:cubicBezTo>
                      <a:pt x="31528" y="365475"/>
                      <a:pt x="48101" y="371761"/>
                      <a:pt x="64580" y="371761"/>
                    </a:cubicBezTo>
                    <a:cubicBezTo>
                      <a:pt x="81058" y="371761"/>
                      <a:pt x="97631" y="365475"/>
                      <a:pt x="110300" y="352806"/>
                    </a:cubicBezTo>
                    <a:lnTo>
                      <a:pt x="352711" y="110395"/>
                    </a:lnTo>
                    <a:cubicBezTo>
                      <a:pt x="377857" y="85249"/>
                      <a:pt x="377857" y="44196"/>
                      <a:pt x="352711" y="18860"/>
                    </a:cubicBezTo>
                    <a:cubicBezTo>
                      <a:pt x="327374" y="-6287"/>
                      <a:pt x="286417" y="-6287"/>
                      <a:pt x="261271" y="18860"/>
                    </a:cubicBezTo>
                    <a:close/>
                  </a:path>
                </a:pathLst>
              </a:custGeom>
              <a:solidFill>
                <a:schemeClr val="tx1"/>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DD6DFD43-491B-37AA-2485-3611B7BFEE5E}"/>
                  </a:ext>
                </a:extLst>
              </p:cNvPr>
              <p:cNvSpPr/>
              <p:nvPr/>
            </p:nvSpPr>
            <p:spPr>
              <a:xfrm>
                <a:off x="-4318319" y="1970799"/>
                <a:ext cx="371570" cy="371760"/>
              </a:xfrm>
              <a:custGeom>
                <a:avLst/>
                <a:gdLst>
                  <a:gd name="connsiteX0" fmla="*/ 261271 w 371570"/>
                  <a:gd name="connsiteY0" fmla="*/ 18859 h 371760"/>
                  <a:gd name="connsiteX1" fmla="*/ 18859 w 371570"/>
                  <a:gd name="connsiteY1" fmla="*/ 261271 h 371760"/>
                  <a:gd name="connsiteX2" fmla="*/ 18859 w 371570"/>
                  <a:gd name="connsiteY2" fmla="*/ 352806 h 371760"/>
                  <a:gd name="connsiteX3" fmla="*/ 64579 w 371570"/>
                  <a:gd name="connsiteY3" fmla="*/ 371761 h 371760"/>
                  <a:gd name="connsiteX4" fmla="*/ 110299 w 371570"/>
                  <a:gd name="connsiteY4" fmla="*/ 352806 h 371760"/>
                  <a:gd name="connsiteX5" fmla="*/ 352711 w 371570"/>
                  <a:gd name="connsiteY5" fmla="*/ 110395 h 371760"/>
                  <a:gd name="connsiteX6" fmla="*/ 352711 w 371570"/>
                  <a:gd name="connsiteY6" fmla="*/ 18859 h 371760"/>
                  <a:gd name="connsiteX7" fmla="*/ 261271 w 371570"/>
                  <a:gd name="connsiteY7" fmla="*/ 18859 h 371760"/>
                  <a:gd name="connsiteX8" fmla="*/ 261271 w 371570"/>
                  <a:gd name="connsiteY8" fmla="*/ 18859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70" h="371760">
                    <a:moveTo>
                      <a:pt x="261271" y="18859"/>
                    </a:moveTo>
                    <a:lnTo>
                      <a:pt x="18859" y="261271"/>
                    </a:lnTo>
                    <a:cubicBezTo>
                      <a:pt x="-6286" y="286417"/>
                      <a:pt x="-6286" y="327469"/>
                      <a:pt x="18859" y="352806"/>
                    </a:cubicBezTo>
                    <a:cubicBezTo>
                      <a:pt x="31528" y="365474"/>
                      <a:pt x="48101" y="371761"/>
                      <a:pt x="64579" y="371761"/>
                    </a:cubicBezTo>
                    <a:cubicBezTo>
                      <a:pt x="81058" y="371761"/>
                      <a:pt x="97631" y="365474"/>
                      <a:pt x="110299" y="352806"/>
                    </a:cubicBezTo>
                    <a:lnTo>
                      <a:pt x="352711" y="110395"/>
                    </a:lnTo>
                    <a:cubicBezTo>
                      <a:pt x="377857" y="85249"/>
                      <a:pt x="377857" y="44196"/>
                      <a:pt x="352711" y="18859"/>
                    </a:cubicBezTo>
                    <a:cubicBezTo>
                      <a:pt x="327374" y="-6286"/>
                      <a:pt x="286417" y="-6286"/>
                      <a:pt x="261271" y="18859"/>
                    </a:cubicBezTo>
                    <a:lnTo>
                      <a:pt x="261271" y="18859"/>
                    </a:lnTo>
                    <a:close/>
                  </a:path>
                </a:pathLst>
              </a:custGeom>
              <a:solidFill>
                <a:schemeClr val="tx1"/>
              </a:solidFill>
              <a:ln w="952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502A6835-D6E4-7381-2524-B0A9FDEF09A0}"/>
                  </a:ext>
                </a:extLst>
              </p:cNvPr>
              <p:cNvSpPr/>
              <p:nvPr/>
            </p:nvSpPr>
            <p:spPr>
              <a:xfrm>
                <a:off x="-5413694" y="1433018"/>
                <a:ext cx="129349" cy="472154"/>
              </a:xfrm>
              <a:custGeom>
                <a:avLst/>
                <a:gdLst>
                  <a:gd name="connsiteX0" fmla="*/ 64675 w 129349"/>
                  <a:gd name="connsiteY0" fmla="*/ 472154 h 472154"/>
                  <a:gd name="connsiteX1" fmla="*/ 129350 w 129349"/>
                  <a:gd name="connsiteY1" fmla="*/ 407480 h 472154"/>
                  <a:gd name="connsiteX2" fmla="*/ 129350 w 129349"/>
                  <a:gd name="connsiteY2" fmla="*/ 64675 h 472154"/>
                  <a:gd name="connsiteX3" fmla="*/ 64675 w 129349"/>
                  <a:gd name="connsiteY3" fmla="*/ 0 h 472154"/>
                  <a:gd name="connsiteX4" fmla="*/ 0 w 129349"/>
                  <a:gd name="connsiteY4" fmla="*/ 64675 h 472154"/>
                  <a:gd name="connsiteX5" fmla="*/ 0 w 129349"/>
                  <a:gd name="connsiteY5" fmla="*/ 407480 h 472154"/>
                  <a:gd name="connsiteX6" fmla="*/ 64675 w 129349"/>
                  <a:gd name="connsiteY6" fmla="*/ 472154 h 4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349" h="472154">
                    <a:moveTo>
                      <a:pt x="64675" y="472154"/>
                    </a:moveTo>
                    <a:cubicBezTo>
                      <a:pt x="100394" y="472154"/>
                      <a:pt x="129350" y="443198"/>
                      <a:pt x="129350" y="407480"/>
                    </a:cubicBezTo>
                    <a:lnTo>
                      <a:pt x="129350" y="64675"/>
                    </a:lnTo>
                    <a:cubicBezTo>
                      <a:pt x="129350" y="28956"/>
                      <a:pt x="100394" y="0"/>
                      <a:pt x="64675" y="0"/>
                    </a:cubicBezTo>
                    <a:cubicBezTo>
                      <a:pt x="28956" y="0"/>
                      <a:pt x="0" y="28956"/>
                      <a:pt x="0" y="64675"/>
                    </a:cubicBezTo>
                    <a:lnTo>
                      <a:pt x="0" y="407480"/>
                    </a:lnTo>
                    <a:cubicBezTo>
                      <a:pt x="0" y="443198"/>
                      <a:pt x="28956" y="472154"/>
                      <a:pt x="64675" y="472154"/>
                    </a:cubicBezTo>
                    <a:close/>
                  </a:path>
                </a:pathLst>
              </a:custGeom>
              <a:solidFill>
                <a:schemeClr val="accent1"/>
              </a:solidFill>
              <a:ln w="952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E14B03EA-2E74-1999-6AD1-F584CF81E426}"/>
                  </a:ext>
                </a:extLst>
              </p:cNvPr>
              <p:cNvSpPr/>
              <p:nvPr/>
            </p:nvSpPr>
            <p:spPr>
              <a:xfrm>
                <a:off x="-4338512" y="4395483"/>
                <a:ext cx="371570" cy="371760"/>
              </a:xfrm>
              <a:custGeom>
                <a:avLst/>
                <a:gdLst>
                  <a:gd name="connsiteX0" fmla="*/ 110395 w 371570"/>
                  <a:gd name="connsiteY0" fmla="*/ 18860 h 371760"/>
                  <a:gd name="connsiteX1" fmla="*/ 18860 w 371570"/>
                  <a:gd name="connsiteY1" fmla="*/ 18860 h 371760"/>
                  <a:gd name="connsiteX2" fmla="*/ 18860 w 371570"/>
                  <a:gd name="connsiteY2" fmla="*/ 110395 h 371760"/>
                  <a:gd name="connsiteX3" fmla="*/ 261271 w 371570"/>
                  <a:gd name="connsiteY3" fmla="*/ 352806 h 371760"/>
                  <a:gd name="connsiteX4" fmla="*/ 306991 w 371570"/>
                  <a:gd name="connsiteY4" fmla="*/ 371761 h 371760"/>
                  <a:gd name="connsiteX5" fmla="*/ 352711 w 371570"/>
                  <a:gd name="connsiteY5" fmla="*/ 352806 h 371760"/>
                  <a:gd name="connsiteX6" fmla="*/ 352711 w 371570"/>
                  <a:gd name="connsiteY6" fmla="*/ 261271 h 371760"/>
                  <a:gd name="connsiteX7" fmla="*/ 110300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110395" y="18860"/>
                    </a:moveTo>
                    <a:cubicBezTo>
                      <a:pt x="85249" y="-6287"/>
                      <a:pt x="44196" y="-6287"/>
                      <a:pt x="18860" y="18860"/>
                    </a:cubicBezTo>
                    <a:cubicBezTo>
                      <a:pt x="-6287" y="44006"/>
                      <a:pt x="-6287" y="85058"/>
                      <a:pt x="18860" y="110395"/>
                    </a:cubicBezTo>
                    <a:lnTo>
                      <a:pt x="261271" y="352806"/>
                    </a:lnTo>
                    <a:cubicBezTo>
                      <a:pt x="273939" y="365475"/>
                      <a:pt x="290513" y="371761"/>
                      <a:pt x="306991" y="371761"/>
                    </a:cubicBezTo>
                    <a:cubicBezTo>
                      <a:pt x="323469" y="371761"/>
                      <a:pt x="340043" y="365475"/>
                      <a:pt x="352711" y="352806"/>
                    </a:cubicBezTo>
                    <a:cubicBezTo>
                      <a:pt x="377857" y="327660"/>
                      <a:pt x="377857" y="286607"/>
                      <a:pt x="352711" y="261271"/>
                    </a:cubicBezTo>
                    <a:lnTo>
                      <a:pt x="110300" y="18860"/>
                    </a:lnTo>
                    <a:close/>
                  </a:path>
                </a:pathLst>
              </a:custGeom>
              <a:solidFill>
                <a:schemeClr val="tx1"/>
              </a:solidFill>
              <a:ln w="952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3EC36A62-A87A-3411-5769-1AEA6D383CEB}"/>
                  </a:ext>
                </a:extLst>
              </p:cNvPr>
              <p:cNvSpPr/>
              <p:nvPr/>
            </p:nvSpPr>
            <p:spPr>
              <a:xfrm>
                <a:off x="-6767101" y="1990706"/>
                <a:ext cx="371665" cy="371760"/>
              </a:xfrm>
              <a:custGeom>
                <a:avLst/>
                <a:gdLst>
                  <a:gd name="connsiteX0" fmla="*/ 307086 w 371665"/>
                  <a:gd name="connsiteY0" fmla="*/ 371761 h 371760"/>
                  <a:gd name="connsiteX1" fmla="*/ 352806 w 371665"/>
                  <a:gd name="connsiteY1" fmla="*/ 352806 h 371760"/>
                  <a:gd name="connsiteX2" fmla="*/ 352806 w 371665"/>
                  <a:gd name="connsiteY2" fmla="*/ 261271 h 371760"/>
                  <a:gd name="connsiteX3" fmla="*/ 110395 w 371665"/>
                  <a:gd name="connsiteY3" fmla="*/ 18859 h 371760"/>
                  <a:gd name="connsiteX4" fmla="*/ 18859 w 371665"/>
                  <a:gd name="connsiteY4" fmla="*/ 18859 h 371760"/>
                  <a:gd name="connsiteX5" fmla="*/ 18859 w 371665"/>
                  <a:gd name="connsiteY5" fmla="*/ 110395 h 371760"/>
                  <a:gd name="connsiteX6" fmla="*/ 261271 w 371665"/>
                  <a:gd name="connsiteY6" fmla="*/ 352806 h 371760"/>
                  <a:gd name="connsiteX7" fmla="*/ 306991 w 371665"/>
                  <a:gd name="connsiteY7" fmla="*/ 371761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665" h="371760">
                    <a:moveTo>
                      <a:pt x="307086" y="371761"/>
                    </a:moveTo>
                    <a:cubicBezTo>
                      <a:pt x="323564" y="371761"/>
                      <a:pt x="340138" y="365474"/>
                      <a:pt x="352806" y="352806"/>
                    </a:cubicBezTo>
                    <a:cubicBezTo>
                      <a:pt x="377952" y="327660"/>
                      <a:pt x="377952" y="286607"/>
                      <a:pt x="352806" y="261271"/>
                    </a:cubicBezTo>
                    <a:lnTo>
                      <a:pt x="110395" y="18859"/>
                    </a:lnTo>
                    <a:cubicBezTo>
                      <a:pt x="85249" y="-6286"/>
                      <a:pt x="44196" y="-6286"/>
                      <a:pt x="18859" y="18859"/>
                    </a:cubicBezTo>
                    <a:cubicBezTo>
                      <a:pt x="-6286" y="44005"/>
                      <a:pt x="-6286" y="85058"/>
                      <a:pt x="18859" y="110395"/>
                    </a:cubicBezTo>
                    <a:lnTo>
                      <a:pt x="261271" y="352806"/>
                    </a:lnTo>
                    <a:cubicBezTo>
                      <a:pt x="273939" y="365474"/>
                      <a:pt x="290513" y="371761"/>
                      <a:pt x="306991" y="371761"/>
                    </a:cubicBezTo>
                    <a:close/>
                  </a:path>
                </a:pathLst>
              </a:custGeom>
              <a:solidFill>
                <a:schemeClr val="tx1"/>
              </a:solidFill>
              <a:ln w="9525" cap="flat">
                <a:noFill/>
                <a:prstDash val="solid"/>
                <a:miter/>
              </a:ln>
            </p:spPr>
            <p:txBody>
              <a:bodyPr rtlCol="0" anchor="ctr"/>
              <a:lstStyle/>
              <a:p>
                <a:endParaRPr lang="en-IN"/>
              </a:p>
            </p:txBody>
          </p:sp>
        </p:grpSp>
        <p:cxnSp>
          <p:nvCxnSpPr>
            <p:cNvPr id="31" name="Straight Connector 30">
              <a:extLst>
                <a:ext uri="{FF2B5EF4-FFF2-40B4-BE49-F238E27FC236}">
                  <a16:creationId xmlns:a16="http://schemas.microsoft.com/office/drawing/2014/main" id="{425C6C66-D763-F008-6B28-E4318C127889}"/>
                </a:ext>
              </a:extLst>
            </p:cNvPr>
            <p:cNvCxnSpPr>
              <a:cxnSpLocks/>
            </p:cNvCxnSpPr>
            <p:nvPr/>
          </p:nvCxnSpPr>
          <p:spPr>
            <a:xfrm>
              <a:off x="-744437" y="3033525"/>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67F11D4-0040-E36E-5385-0BB514FE290D}"/>
                </a:ext>
              </a:extLst>
            </p:cNvPr>
            <p:cNvCxnSpPr/>
            <p:nvPr/>
          </p:nvCxnSpPr>
          <p:spPr>
            <a:xfrm>
              <a:off x="-180195" y="3906187"/>
              <a:ext cx="0" cy="2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1AF201F-5C10-FF32-0D6C-9A91AF5192E7}"/>
                </a:ext>
              </a:extLst>
            </p:cNvPr>
            <p:cNvCxnSpPr/>
            <p:nvPr/>
          </p:nvCxnSpPr>
          <p:spPr>
            <a:xfrm>
              <a:off x="-1308680" y="3375471"/>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8841264F-321E-16FF-CA6D-E74AB82779EA}"/>
              </a:ext>
            </a:extLst>
          </p:cNvPr>
          <p:cNvSpPr/>
          <p:nvPr/>
        </p:nvSpPr>
        <p:spPr>
          <a:xfrm>
            <a:off x="7049418" y="3670483"/>
            <a:ext cx="3778199" cy="12741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576" rIns="0" bIns="36576" rtlCol="0" anchor="ctr" anchorCtr="0"/>
          <a:lstStyle/>
          <a:p>
            <a:pPr>
              <a:buClr>
                <a:schemeClr val="tx2"/>
              </a:buClr>
              <a:buSzPct val="100000"/>
            </a:pPr>
            <a:r>
              <a:rPr lang="en-GB" sz="1600" b="1">
                <a:solidFill>
                  <a:schemeClr val="accent1"/>
                </a:solidFill>
              </a:rPr>
              <a:t>This means that your solution needs to…</a:t>
            </a:r>
          </a:p>
        </p:txBody>
      </p:sp>
      <p:grpSp>
        <p:nvGrpSpPr>
          <p:cNvPr id="42" name="Group 41">
            <a:extLst>
              <a:ext uri="{FF2B5EF4-FFF2-40B4-BE49-F238E27FC236}">
                <a16:creationId xmlns:a16="http://schemas.microsoft.com/office/drawing/2014/main" id="{A3BD069D-A410-4B86-76C8-AF9F7E66415B}"/>
              </a:ext>
            </a:extLst>
          </p:cNvPr>
          <p:cNvGrpSpPr/>
          <p:nvPr/>
        </p:nvGrpSpPr>
        <p:grpSpPr>
          <a:xfrm rot="1800000">
            <a:off x="6319475" y="3911089"/>
            <a:ext cx="607582" cy="687804"/>
            <a:chOff x="-1308680" y="3033525"/>
            <a:chExt cx="1128485" cy="1277486"/>
          </a:xfrm>
        </p:grpSpPr>
        <p:grpSp>
          <p:nvGrpSpPr>
            <p:cNvPr id="43" name="Group 42">
              <a:extLst>
                <a:ext uri="{FF2B5EF4-FFF2-40B4-BE49-F238E27FC236}">
                  <a16:creationId xmlns:a16="http://schemas.microsoft.com/office/drawing/2014/main" id="{8A391E42-3E14-A0D9-BB95-61859CD6B33E}"/>
                </a:ext>
              </a:extLst>
            </p:cNvPr>
            <p:cNvGrpSpPr/>
            <p:nvPr/>
          </p:nvGrpSpPr>
          <p:grpSpPr>
            <a:xfrm>
              <a:off x="-1221100" y="3248581"/>
              <a:ext cx="953326" cy="1062430"/>
              <a:chOff x="-7276974" y="1433018"/>
              <a:chExt cx="3855910" cy="4297203"/>
            </a:xfrm>
          </p:grpSpPr>
          <p:sp>
            <p:nvSpPr>
              <p:cNvPr id="52" name="Freeform: Shape 51">
                <a:extLst>
                  <a:ext uri="{FF2B5EF4-FFF2-40B4-BE49-F238E27FC236}">
                    <a16:creationId xmlns:a16="http://schemas.microsoft.com/office/drawing/2014/main" id="{06FA4167-8DC7-B6A9-ED62-E606EE752A87}"/>
                  </a:ext>
                </a:extLst>
              </p:cNvPr>
              <p:cNvSpPr/>
              <p:nvPr/>
            </p:nvSpPr>
            <p:spPr>
              <a:xfrm>
                <a:off x="-6618227" y="2095291"/>
                <a:ext cx="2539081" cy="3634930"/>
              </a:xfrm>
              <a:custGeom>
                <a:avLst/>
                <a:gdLst>
                  <a:gd name="connsiteX0" fmla="*/ 2491456 w 2539081"/>
                  <a:gd name="connsiteY0" fmla="*/ 1615059 h 3634930"/>
                  <a:gd name="connsiteX1" fmla="*/ 2539081 w 2539081"/>
                  <a:gd name="connsiteY1" fmla="*/ 1269587 h 3634930"/>
                  <a:gd name="connsiteX2" fmla="*/ 2439069 w 2539081"/>
                  <a:gd name="connsiteY2" fmla="*/ 774859 h 3634930"/>
                  <a:gd name="connsiteX3" fmla="*/ 2166463 w 2539081"/>
                  <a:gd name="connsiteY3" fmla="*/ 371094 h 3634930"/>
                  <a:gd name="connsiteX4" fmla="*/ 1762317 w 2539081"/>
                  <a:gd name="connsiteY4" fmla="*/ 99155 h 3634930"/>
                  <a:gd name="connsiteX5" fmla="*/ 1269589 w 2539081"/>
                  <a:gd name="connsiteY5" fmla="*/ 0 h 3634930"/>
                  <a:gd name="connsiteX6" fmla="*/ 1267494 w 2539081"/>
                  <a:gd name="connsiteY6" fmla="*/ 0 h 3634930"/>
                  <a:gd name="connsiteX7" fmla="*/ 773337 w 2539081"/>
                  <a:gd name="connsiteY7" fmla="*/ 100679 h 3634930"/>
                  <a:gd name="connsiteX8" fmla="*/ 370239 w 2539081"/>
                  <a:gd name="connsiteY8" fmla="*/ 373571 h 3634930"/>
                  <a:gd name="connsiteX9" fmla="*/ 98871 w 2539081"/>
                  <a:gd name="connsiteY9" fmla="*/ 777716 h 3634930"/>
                  <a:gd name="connsiteX10" fmla="*/ 2 w 2539081"/>
                  <a:gd name="connsiteY10" fmla="*/ 1272350 h 3634930"/>
                  <a:gd name="connsiteX11" fmla="*/ 48008 w 2539081"/>
                  <a:gd name="connsiteY11" fmla="*/ 1616964 h 3634930"/>
                  <a:gd name="connsiteX12" fmla="*/ 182215 w 2539081"/>
                  <a:gd name="connsiteY12" fmla="*/ 1925479 h 3634930"/>
                  <a:gd name="connsiteX13" fmla="*/ 656655 w 2539081"/>
                  <a:gd name="connsiteY13" fmla="*/ 2381917 h 3634930"/>
                  <a:gd name="connsiteX14" fmla="*/ 794101 w 2539081"/>
                  <a:gd name="connsiteY14" fmla="*/ 2615470 h 3634930"/>
                  <a:gd name="connsiteX15" fmla="*/ 794101 w 2539081"/>
                  <a:gd name="connsiteY15" fmla="*/ 3298603 h 3634930"/>
                  <a:gd name="connsiteX16" fmla="*/ 854109 w 2539081"/>
                  <a:gd name="connsiteY16" fmla="*/ 3358611 h 3634930"/>
                  <a:gd name="connsiteX17" fmla="*/ 938786 w 2539081"/>
                  <a:gd name="connsiteY17" fmla="*/ 3358611 h 3634930"/>
                  <a:gd name="connsiteX18" fmla="*/ 1032036 w 2539081"/>
                  <a:gd name="connsiteY18" fmla="*/ 3536347 h 3634930"/>
                  <a:gd name="connsiteX19" fmla="*/ 1269780 w 2539081"/>
                  <a:gd name="connsiteY19" fmla="*/ 3634931 h 3634930"/>
                  <a:gd name="connsiteX20" fmla="*/ 1507524 w 2539081"/>
                  <a:gd name="connsiteY20" fmla="*/ 3536347 h 3634930"/>
                  <a:gd name="connsiteX21" fmla="*/ 1600773 w 2539081"/>
                  <a:gd name="connsiteY21" fmla="*/ 3358611 h 3634930"/>
                  <a:gd name="connsiteX22" fmla="*/ 1685451 w 2539081"/>
                  <a:gd name="connsiteY22" fmla="*/ 3358611 h 3634930"/>
                  <a:gd name="connsiteX23" fmla="*/ 1745458 w 2539081"/>
                  <a:gd name="connsiteY23" fmla="*/ 3298603 h 3634930"/>
                  <a:gd name="connsiteX24" fmla="*/ 1745458 w 2539081"/>
                  <a:gd name="connsiteY24" fmla="*/ 2615470 h 3634930"/>
                  <a:gd name="connsiteX25" fmla="*/ 1882523 w 2539081"/>
                  <a:gd name="connsiteY25" fmla="*/ 2382298 h 3634930"/>
                  <a:gd name="connsiteX26" fmla="*/ 2357916 w 2539081"/>
                  <a:gd name="connsiteY26" fmla="*/ 1924717 h 3634930"/>
                  <a:gd name="connsiteX27" fmla="*/ 2491552 w 2539081"/>
                  <a:gd name="connsiteY27" fmla="*/ 1615154 h 3634930"/>
                  <a:gd name="connsiteX28" fmla="*/ 2491552 w 2539081"/>
                  <a:gd name="connsiteY28" fmla="*/ 1615154 h 3634930"/>
                  <a:gd name="connsiteX29" fmla="*/ 1269303 w 2539081"/>
                  <a:gd name="connsiteY29" fmla="*/ 3514630 h 3634930"/>
                  <a:gd name="connsiteX30" fmla="*/ 1061563 w 2539081"/>
                  <a:gd name="connsiteY30" fmla="*/ 3358515 h 3634930"/>
                  <a:gd name="connsiteX31" fmla="*/ 1477044 w 2539081"/>
                  <a:gd name="connsiteY31" fmla="*/ 3358515 h 3634930"/>
                  <a:gd name="connsiteX32" fmla="*/ 1269303 w 2539081"/>
                  <a:gd name="connsiteY32" fmla="*/ 3514630 h 3634930"/>
                  <a:gd name="connsiteX33" fmla="*/ 1269303 w 2539081"/>
                  <a:gd name="connsiteY33" fmla="*/ 3514630 h 3634930"/>
                  <a:gd name="connsiteX34" fmla="*/ 1624777 w 2539081"/>
                  <a:gd name="connsiteY34" fmla="*/ 3238500 h 3634930"/>
                  <a:gd name="connsiteX35" fmla="*/ 913735 w 2539081"/>
                  <a:gd name="connsiteY35" fmla="*/ 3238500 h 3634930"/>
                  <a:gd name="connsiteX36" fmla="*/ 913735 w 2539081"/>
                  <a:gd name="connsiteY36" fmla="*/ 3021521 h 3634930"/>
                  <a:gd name="connsiteX37" fmla="*/ 1624777 w 2539081"/>
                  <a:gd name="connsiteY37" fmla="*/ 3021521 h 3634930"/>
                  <a:gd name="connsiteX38" fmla="*/ 1624777 w 2539081"/>
                  <a:gd name="connsiteY38" fmla="*/ 3238500 h 3634930"/>
                  <a:gd name="connsiteX39" fmla="*/ 1624777 w 2539081"/>
                  <a:gd name="connsiteY39" fmla="*/ 2901506 h 3634930"/>
                  <a:gd name="connsiteX40" fmla="*/ 913735 w 2539081"/>
                  <a:gd name="connsiteY40" fmla="*/ 2901506 h 3634930"/>
                  <a:gd name="connsiteX41" fmla="*/ 913735 w 2539081"/>
                  <a:gd name="connsiteY41" fmla="*/ 2675382 h 3634930"/>
                  <a:gd name="connsiteX42" fmla="*/ 1624777 w 2539081"/>
                  <a:gd name="connsiteY42" fmla="*/ 2675382 h 3634930"/>
                  <a:gd name="connsiteX43" fmla="*/ 1624777 w 2539081"/>
                  <a:gd name="connsiteY43" fmla="*/ 2901506 h 3634930"/>
                  <a:gd name="connsiteX44" fmla="*/ 964694 w 2539081"/>
                  <a:gd name="connsiteY44" fmla="*/ 1474280 h 3634930"/>
                  <a:gd name="connsiteX45" fmla="*/ 780099 w 2539081"/>
                  <a:gd name="connsiteY45" fmla="*/ 1474280 h 3634930"/>
                  <a:gd name="connsiteX46" fmla="*/ 595505 w 2539081"/>
                  <a:gd name="connsiteY46" fmla="*/ 1289685 h 3634930"/>
                  <a:gd name="connsiteX47" fmla="*/ 780099 w 2539081"/>
                  <a:gd name="connsiteY47" fmla="*/ 1105091 h 3634930"/>
                  <a:gd name="connsiteX48" fmla="*/ 964694 w 2539081"/>
                  <a:gd name="connsiteY48" fmla="*/ 1289685 h 3634930"/>
                  <a:gd name="connsiteX49" fmla="*/ 964694 w 2539081"/>
                  <a:gd name="connsiteY49" fmla="*/ 1474280 h 3634930"/>
                  <a:gd name="connsiteX50" fmla="*/ 1084709 w 2539081"/>
                  <a:gd name="connsiteY50" fmla="*/ 2555177 h 3634930"/>
                  <a:gd name="connsiteX51" fmla="*/ 1084709 w 2539081"/>
                  <a:gd name="connsiteY51" fmla="*/ 1594104 h 3634930"/>
                  <a:gd name="connsiteX52" fmla="*/ 1453803 w 2539081"/>
                  <a:gd name="connsiteY52" fmla="*/ 1594104 h 3634930"/>
                  <a:gd name="connsiteX53" fmla="*/ 1453803 w 2539081"/>
                  <a:gd name="connsiteY53" fmla="*/ 2555177 h 3634930"/>
                  <a:gd name="connsiteX54" fmla="*/ 1084709 w 2539081"/>
                  <a:gd name="connsiteY54" fmla="*/ 2555177 h 3634930"/>
                  <a:gd name="connsiteX55" fmla="*/ 1823849 w 2539081"/>
                  <a:gd name="connsiteY55" fmla="*/ 2276856 h 3634930"/>
                  <a:gd name="connsiteX56" fmla="*/ 1629444 w 2539081"/>
                  <a:gd name="connsiteY56" fmla="*/ 2555177 h 3634930"/>
                  <a:gd name="connsiteX57" fmla="*/ 1573818 w 2539081"/>
                  <a:gd name="connsiteY57" fmla="*/ 2555177 h 3634930"/>
                  <a:gd name="connsiteX58" fmla="*/ 1573818 w 2539081"/>
                  <a:gd name="connsiteY58" fmla="*/ 1594104 h 3634930"/>
                  <a:gd name="connsiteX59" fmla="*/ 1758412 w 2539081"/>
                  <a:gd name="connsiteY59" fmla="*/ 1594104 h 3634930"/>
                  <a:gd name="connsiteX60" fmla="*/ 1973772 w 2539081"/>
                  <a:gd name="connsiteY60" fmla="*/ 1504855 h 3634930"/>
                  <a:gd name="connsiteX61" fmla="*/ 2063022 w 2539081"/>
                  <a:gd name="connsiteY61" fmla="*/ 1289495 h 3634930"/>
                  <a:gd name="connsiteX62" fmla="*/ 1973772 w 2539081"/>
                  <a:gd name="connsiteY62" fmla="*/ 1074134 h 3634930"/>
                  <a:gd name="connsiteX63" fmla="*/ 1758412 w 2539081"/>
                  <a:gd name="connsiteY63" fmla="*/ 984885 h 3634930"/>
                  <a:gd name="connsiteX64" fmla="*/ 1543052 w 2539081"/>
                  <a:gd name="connsiteY64" fmla="*/ 1074134 h 3634930"/>
                  <a:gd name="connsiteX65" fmla="*/ 1453803 w 2539081"/>
                  <a:gd name="connsiteY65" fmla="*/ 1289495 h 3634930"/>
                  <a:gd name="connsiteX66" fmla="*/ 1453803 w 2539081"/>
                  <a:gd name="connsiteY66" fmla="*/ 1474089 h 3634930"/>
                  <a:gd name="connsiteX67" fmla="*/ 1084709 w 2539081"/>
                  <a:gd name="connsiteY67" fmla="*/ 1474089 h 3634930"/>
                  <a:gd name="connsiteX68" fmla="*/ 1084709 w 2539081"/>
                  <a:gd name="connsiteY68" fmla="*/ 1289495 h 3634930"/>
                  <a:gd name="connsiteX69" fmla="*/ 995460 w 2539081"/>
                  <a:gd name="connsiteY69" fmla="*/ 1074134 h 3634930"/>
                  <a:gd name="connsiteX70" fmla="*/ 780099 w 2539081"/>
                  <a:gd name="connsiteY70" fmla="*/ 984885 h 3634930"/>
                  <a:gd name="connsiteX71" fmla="*/ 564739 w 2539081"/>
                  <a:gd name="connsiteY71" fmla="*/ 1074134 h 3634930"/>
                  <a:gd name="connsiteX72" fmla="*/ 475490 w 2539081"/>
                  <a:gd name="connsiteY72" fmla="*/ 1289495 h 3634930"/>
                  <a:gd name="connsiteX73" fmla="*/ 564739 w 2539081"/>
                  <a:gd name="connsiteY73" fmla="*/ 1504855 h 3634930"/>
                  <a:gd name="connsiteX74" fmla="*/ 780099 w 2539081"/>
                  <a:gd name="connsiteY74" fmla="*/ 1594104 h 3634930"/>
                  <a:gd name="connsiteX75" fmla="*/ 964694 w 2539081"/>
                  <a:gd name="connsiteY75" fmla="*/ 1594104 h 3634930"/>
                  <a:gd name="connsiteX76" fmla="*/ 964694 w 2539081"/>
                  <a:gd name="connsiteY76" fmla="*/ 2555177 h 3634930"/>
                  <a:gd name="connsiteX77" fmla="*/ 909068 w 2539081"/>
                  <a:gd name="connsiteY77" fmla="*/ 2555177 h 3634930"/>
                  <a:gd name="connsiteX78" fmla="*/ 714282 w 2539081"/>
                  <a:gd name="connsiteY78" fmla="*/ 2276570 h 3634930"/>
                  <a:gd name="connsiteX79" fmla="*/ 119541 w 2539081"/>
                  <a:gd name="connsiteY79" fmla="*/ 1271778 h 3634930"/>
                  <a:gd name="connsiteX80" fmla="*/ 454630 w 2539081"/>
                  <a:gd name="connsiteY80" fmla="*/ 457962 h 3634930"/>
                  <a:gd name="connsiteX81" fmla="*/ 1267113 w 2539081"/>
                  <a:gd name="connsiteY81" fmla="*/ 119825 h 3634930"/>
                  <a:gd name="connsiteX82" fmla="*/ 1269113 w 2539081"/>
                  <a:gd name="connsiteY82" fmla="*/ 119825 h 3634930"/>
                  <a:gd name="connsiteX83" fmla="*/ 2081310 w 2539081"/>
                  <a:gd name="connsiteY83" fmla="*/ 455867 h 3634930"/>
                  <a:gd name="connsiteX84" fmla="*/ 2418685 w 2539081"/>
                  <a:gd name="connsiteY84" fmla="*/ 1269397 h 3634930"/>
                  <a:gd name="connsiteX85" fmla="*/ 1823849 w 2539081"/>
                  <a:gd name="connsiteY85" fmla="*/ 2276856 h 3634930"/>
                  <a:gd name="connsiteX86" fmla="*/ 1823849 w 2539081"/>
                  <a:gd name="connsiteY86" fmla="*/ 2276856 h 3634930"/>
                  <a:gd name="connsiteX87" fmla="*/ 1573818 w 2539081"/>
                  <a:gd name="connsiteY87" fmla="*/ 1474184 h 3634930"/>
                  <a:gd name="connsiteX88" fmla="*/ 1573818 w 2539081"/>
                  <a:gd name="connsiteY88" fmla="*/ 1289590 h 3634930"/>
                  <a:gd name="connsiteX89" fmla="*/ 1758412 w 2539081"/>
                  <a:gd name="connsiteY89" fmla="*/ 1104995 h 3634930"/>
                  <a:gd name="connsiteX90" fmla="*/ 1943007 w 2539081"/>
                  <a:gd name="connsiteY90" fmla="*/ 1289590 h 3634930"/>
                  <a:gd name="connsiteX91" fmla="*/ 1758412 w 2539081"/>
                  <a:gd name="connsiteY91" fmla="*/ 1474184 h 3634930"/>
                  <a:gd name="connsiteX92" fmla="*/ 1573818 w 2539081"/>
                  <a:gd name="connsiteY92" fmla="*/ 1474184 h 36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539081" h="3634930">
                    <a:moveTo>
                      <a:pt x="2491456" y="1615059"/>
                    </a:moveTo>
                    <a:cubicBezTo>
                      <a:pt x="2523079" y="1503140"/>
                      <a:pt x="2539081" y="1386935"/>
                      <a:pt x="2539081" y="1269587"/>
                    </a:cubicBezTo>
                    <a:cubicBezTo>
                      <a:pt x="2539081" y="1097947"/>
                      <a:pt x="2505458" y="931545"/>
                      <a:pt x="2439069" y="774859"/>
                    </a:cubicBezTo>
                    <a:cubicBezTo>
                      <a:pt x="2374965" y="623507"/>
                      <a:pt x="2283335" y="487585"/>
                      <a:pt x="2166463" y="371094"/>
                    </a:cubicBezTo>
                    <a:cubicBezTo>
                      <a:pt x="2049591" y="254603"/>
                      <a:pt x="1913670" y="162973"/>
                      <a:pt x="1762317" y="99155"/>
                    </a:cubicBezTo>
                    <a:cubicBezTo>
                      <a:pt x="1606203" y="33338"/>
                      <a:pt x="1440372" y="0"/>
                      <a:pt x="1269589" y="0"/>
                    </a:cubicBezTo>
                    <a:lnTo>
                      <a:pt x="1267494" y="0"/>
                    </a:lnTo>
                    <a:cubicBezTo>
                      <a:pt x="1096044" y="286"/>
                      <a:pt x="929737" y="34195"/>
                      <a:pt x="773337" y="100679"/>
                    </a:cubicBezTo>
                    <a:cubicBezTo>
                      <a:pt x="622270" y="164973"/>
                      <a:pt x="486634" y="256699"/>
                      <a:pt x="370239" y="373571"/>
                    </a:cubicBezTo>
                    <a:cubicBezTo>
                      <a:pt x="253843" y="490442"/>
                      <a:pt x="162594" y="626364"/>
                      <a:pt x="98871" y="777716"/>
                    </a:cubicBezTo>
                    <a:cubicBezTo>
                      <a:pt x="33054" y="934403"/>
                      <a:pt x="-284" y="1100804"/>
                      <a:pt x="2" y="1272350"/>
                    </a:cubicBezTo>
                    <a:cubicBezTo>
                      <a:pt x="288" y="1389412"/>
                      <a:pt x="16385" y="1505331"/>
                      <a:pt x="48008" y="1616964"/>
                    </a:cubicBezTo>
                    <a:cubicBezTo>
                      <a:pt x="78678" y="1725168"/>
                      <a:pt x="123827" y="1828990"/>
                      <a:pt x="182215" y="1925479"/>
                    </a:cubicBezTo>
                    <a:cubicBezTo>
                      <a:pt x="297563" y="2116360"/>
                      <a:pt x="461583" y="2274189"/>
                      <a:pt x="656655" y="2381917"/>
                    </a:cubicBezTo>
                    <a:cubicBezTo>
                      <a:pt x="741428" y="2428685"/>
                      <a:pt x="794101" y="2518220"/>
                      <a:pt x="794101" y="2615470"/>
                    </a:cubicBezTo>
                    <a:lnTo>
                      <a:pt x="794101" y="3298603"/>
                    </a:lnTo>
                    <a:cubicBezTo>
                      <a:pt x="794101" y="3331750"/>
                      <a:pt x="820866" y="3358611"/>
                      <a:pt x="854109" y="3358611"/>
                    </a:cubicBezTo>
                    <a:lnTo>
                      <a:pt x="938786" y="3358611"/>
                    </a:lnTo>
                    <a:cubicBezTo>
                      <a:pt x="950787" y="3425571"/>
                      <a:pt x="982791" y="3487293"/>
                      <a:pt x="1032036" y="3536347"/>
                    </a:cubicBezTo>
                    <a:cubicBezTo>
                      <a:pt x="1095472" y="3599783"/>
                      <a:pt x="1179959" y="3634931"/>
                      <a:pt x="1269780" y="3634931"/>
                    </a:cubicBezTo>
                    <a:cubicBezTo>
                      <a:pt x="1359600" y="3634931"/>
                      <a:pt x="1444087" y="3599974"/>
                      <a:pt x="1507524" y="3536347"/>
                    </a:cubicBezTo>
                    <a:cubicBezTo>
                      <a:pt x="1556578" y="3487293"/>
                      <a:pt x="1588772" y="3425571"/>
                      <a:pt x="1600773" y="3358611"/>
                    </a:cubicBezTo>
                    <a:lnTo>
                      <a:pt x="1685451" y="3358611"/>
                    </a:lnTo>
                    <a:cubicBezTo>
                      <a:pt x="1718598" y="3358611"/>
                      <a:pt x="1745458" y="3331845"/>
                      <a:pt x="1745458" y="3298603"/>
                    </a:cubicBezTo>
                    <a:lnTo>
                      <a:pt x="1745458" y="2615470"/>
                    </a:lnTo>
                    <a:cubicBezTo>
                      <a:pt x="1745458" y="2518220"/>
                      <a:pt x="1798036" y="2428875"/>
                      <a:pt x="1882523" y="2382298"/>
                    </a:cubicBezTo>
                    <a:cubicBezTo>
                      <a:pt x="2078166" y="2274475"/>
                      <a:pt x="2242473" y="2116074"/>
                      <a:pt x="2357916" y="1924717"/>
                    </a:cubicBezTo>
                    <a:cubicBezTo>
                      <a:pt x="2415732" y="1827848"/>
                      <a:pt x="2460786" y="1723739"/>
                      <a:pt x="2491552" y="1615154"/>
                    </a:cubicBezTo>
                    <a:lnTo>
                      <a:pt x="2491552" y="1615154"/>
                    </a:lnTo>
                    <a:close/>
                    <a:moveTo>
                      <a:pt x="1269303" y="3514630"/>
                    </a:moveTo>
                    <a:cubicBezTo>
                      <a:pt x="1170910" y="3514630"/>
                      <a:pt x="1087662" y="3448431"/>
                      <a:pt x="1061563" y="3358515"/>
                    </a:cubicBezTo>
                    <a:lnTo>
                      <a:pt x="1477044" y="3358515"/>
                    </a:lnTo>
                    <a:cubicBezTo>
                      <a:pt x="1450945" y="3448622"/>
                      <a:pt x="1367697" y="3514630"/>
                      <a:pt x="1269303" y="3514630"/>
                    </a:cubicBezTo>
                    <a:lnTo>
                      <a:pt x="1269303" y="3514630"/>
                    </a:lnTo>
                    <a:close/>
                    <a:moveTo>
                      <a:pt x="1624777" y="3238500"/>
                    </a:moveTo>
                    <a:lnTo>
                      <a:pt x="913735" y="3238500"/>
                    </a:lnTo>
                    <a:lnTo>
                      <a:pt x="913735" y="3021521"/>
                    </a:lnTo>
                    <a:lnTo>
                      <a:pt x="1624777" y="3021521"/>
                    </a:lnTo>
                    <a:lnTo>
                      <a:pt x="1624777" y="3238500"/>
                    </a:lnTo>
                    <a:close/>
                    <a:moveTo>
                      <a:pt x="1624777" y="2901506"/>
                    </a:moveTo>
                    <a:lnTo>
                      <a:pt x="913735" y="2901506"/>
                    </a:lnTo>
                    <a:lnTo>
                      <a:pt x="913735" y="2675382"/>
                    </a:lnTo>
                    <a:lnTo>
                      <a:pt x="1624777" y="2675382"/>
                    </a:lnTo>
                    <a:lnTo>
                      <a:pt x="1624777" y="2901506"/>
                    </a:lnTo>
                    <a:close/>
                    <a:moveTo>
                      <a:pt x="964694" y="1474280"/>
                    </a:moveTo>
                    <a:lnTo>
                      <a:pt x="780099" y="1474280"/>
                    </a:lnTo>
                    <a:cubicBezTo>
                      <a:pt x="678372" y="1474280"/>
                      <a:pt x="595505" y="1391412"/>
                      <a:pt x="595505" y="1289685"/>
                    </a:cubicBezTo>
                    <a:cubicBezTo>
                      <a:pt x="595505" y="1187958"/>
                      <a:pt x="678372" y="1105091"/>
                      <a:pt x="780099" y="1105091"/>
                    </a:cubicBezTo>
                    <a:cubicBezTo>
                      <a:pt x="881826" y="1105091"/>
                      <a:pt x="964694" y="1187958"/>
                      <a:pt x="964694" y="1289685"/>
                    </a:cubicBezTo>
                    <a:lnTo>
                      <a:pt x="964694" y="1474280"/>
                    </a:lnTo>
                    <a:close/>
                    <a:moveTo>
                      <a:pt x="1084709" y="2555177"/>
                    </a:moveTo>
                    <a:lnTo>
                      <a:pt x="1084709" y="1594104"/>
                    </a:lnTo>
                    <a:lnTo>
                      <a:pt x="1453803" y="1594104"/>
                    </a:lnTo>
                    <a:lnTo>
                      <a:pt x="1453803" y="2555177"/>
                    </a:lnTo>
                    <a:lnTo>
                      <a:pt x="1084709" y="2555177"/>
                    </a:lnTo>
                    <a:close/>
                    <a:moveTo>
                      <a:pt x="1823849" y="2276856"/>
                    </a:moveTo>
                    <a:cubicBezTo>
                      <a:pt x="1718788" y="2334863"/>
                      <a:pt x="1647732" y="2438210"/>
                      <a:pt x="1629444" y="2555177"/>
                    </a:cubicBezTo>
                    <a:lnTo>
                      <a:pt x="1573818" y="2555177"/>
                    </a:lnTo>
                    <a:lnTo>
                      <a:pt x="1573818" y="1594104"/>
                    </a:lnTo>
                    <a:lnTo>
                      <a:pt x="1758412" y="1594104"/>
                    </a:lnTo>
                    <a:cubicBezTo>
                      <a:pt x="1839756" y="1594104"/>
                      <a:pt x="1916241" y="1562386"/>
                      <a:pt x="1973772" y="1504855"/>
                    </a:cubicBezTo>
                    <a:cubicBezTo>
                      <a:pt x="2031303" y="1447324"/>
                      <a:pt x="2063022" y="1370838"/>
                      <a:pt x="2063022" y="1289495"/>
                    </a:cubicBezTo>
                    <a:cubicBezTo>
                      <a:pt x="2063022" y="1208151"/>
                      <a:pt x="2031303" y="1131665"/>
                      <a:pt x="1973772" y="1074134"/>
                    </a:cubicBezTo>
                    <a:cubicBezTo>
                      <a:pt x="1916241" y="1016603"/>
                      <a:pt x="1839756" y="984885"/>
                      <a:pt x="1758412" y="984885"/>
                    </a:cubicBezTo>
                    <a:cubicBezTo>
                      <a:pt x="1677069" y="984885"/>
                      <a:pt x="1600583" y="1016603"/>
                      <a:pt x="1543052" y="1074134"/>
                    </a:cubicBezTo>
                    <a:cubicBezTo>
                      <a:pt x="1485521" y="1131665"/>
                      <a:pt x="1453803" y="1208151"/>
                      <a:pt x="1453803" y="1289495"/>
                    </a:cubicBezTo>
                    <a:lnTo>
                      <a:pt x="1453803" y="1474089"/>
                    </a:lnTo>
                    <a:lnTo>
                      <a:pt x="1084709" y="1474089"/>
                    </a:lnTo>
                    <a:lnTo>
                      <a:pt x="1084709" y="1289495"/>
                    </a:lnTo>
                    <a:cubicBezTo>
                      <a:pt x="1084709" y="1208151"/>
                      <a:pt x="1052991" y="1131665"/>
                      <a:pt x="995460" y="1074134"/>
                    </a:cubicBezTo>
                    <a:cubicBezTo>
                      <a:pt x="937929" y="1016603"/>
                      <a:pt x="861443" y="984885"/>
                      <a:pt x="780099" y="984885"/>
                    </a:cubicBezTo>
                    <a:cubicBezTo>
                      <a:pt x="698756" y="984885"/>
                      <a:pt x="622270" y="1016603"/>
                      <a:pt x="564739" y="1074134"/>
                    </a:cubicBezTo>
                    <a:cubicBezTo>
                      <a:pt x="507208" y="1131665"/>
                      <a:pt x="475490" y="1208151"/>
                      <a:pt x="475490" y="1289495"/>
                    </a:cubicBezTo>
                    <a:cubicBezTo>
                      <a:pt x="475490" y="1370838"/>
                      <a:pt x="507208" y="1447324"/>
                      <a:pt x="564739" y="1504855"/>
                    </a:cubicBezTo>
                    <a:cubicBezTo>
                      <a:pt x="622270" y="1562386"/>
                      <a:pt x="698756" y="1594104"/>
                      <a:pt x="780099" y="1594104"/>
                    </a:cubicBezTo>
                    <a:lnTo>
                      <a:pt x="964694" y="1594104"/>
                    </a:lnTo>
                    <a:lnTo>
                      <a:pt x="964694" y="2555177"/>
                    </a:lnTo>
                    <a:lnTo>
                      <a:pt x="909068" y="2555177"/>
                    </a:lnTo>
                    <a:cubicBezTo>
                      <a:pt x="890780" y="2438210"/>
                      <a:pt x="819628" y="2334863"/>
                      <a:pt x="714282" y="2276570"/>
                    </a:cubicBezTo>
                    <a:cubicBezTo>
                      <a:pt x="348236" y="2074450"/>
                      <a:pt x="120493" y="1689449"/>
                      <a:pt x="119541" y="1271778"/>
                    </a:cubicBezTo>
                    <a:cubicBezTo>
                      <a:pt x="118874" y="964501"/>
                      <a:pt x="237936" y="675418"/>
                      <a:pt x="454630" y="457962"/>
                    </a:cubicBezTo>
                    <a:cubicBezTo>
                      <a:pt x="671324" y="240411"/>
                      <a:pt x="959931" y="120301"/>
                      <a:pt x="1267113" y="119825"/>
                    </a:cubicBezTo>
                    <a:lnTo>
                      <a:pt x="1269113" y="119825"/>
                    </a:lnTo>
                    <a:cubicBezTo>
                      <a:pt x="1575818" y="119825"/>
                      <a:pt x="1864235" y="239173"/>
                      <a:pt x="2081310" y="455867"/>
                    </a:cubicBezTo>
                    <a:cubicBezTo>
                      <a:pt x="2298956" y="673037"/>
                      <a:pt x="2418685" y="962120"/>
                      <a:pt x="2418685" y="1269397"/>
                    </a:cubicBezTo>
                    <a:cubicBezTo>
                      <a:pt x="2418876" y="1688306"/>
                      <a:pt x="2190942" y="2074259"/>
                      <a:pt x="1823849" y="2276856"/>
                    </a:cubicBezTo>
                    <a:lnTo>
                      <a:pt x="1823849" y="2276856"/>
                    </a:lnTo>
                    <a:close/>
                    <a:moveTo>
                      <a:pt x="1573818" y="1474184"/>
                    </a:moveTo>
                    <a:lnTo>
                      <a:pt x="1573818" y="1289590"/>
                    </a:lnTo>
                    <a:cubicBezTo>
                      <a:pt x="1573818" y="1187863"/>
                      <a:pt x="1656685" y="1104995"/>
                      <a:pt x="1758412" y="1104995"/>
                    </a:cubicBezTo>
                    <a:cubicBezTo>
                      <a:pt x="1860139" y="1104995"/>
                      <a:pt x="1943007" y="1187863"/>
                      <a:pt x="1943007" y="1289590"/>
                    </a:cubicBezTo>
                    <a:cubicBezTo>
                      <a:pt x="1943007" y="1391317"/>
                      <a:pt x="1860139" y="1474184"/>
                      <a:pt x="1758412" y="1474184"/>
                    </a:cubicBezTo>
                    <a:lnTo>
                      <a:pt x="1573818" y="1474184"/>
                    </a:lnTo>
                    <a:close/>
                  </a:path>
                </a:pathLst>
              </a:custGeom>
              <a:solidFill>
                <a:schemeClr val="tx1"/>
              </a:solidFill>
              <a:ln w="9525"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B410625E-F6DE-CDBA-C951-BC8452FD9BB1}"/>
                  </a:ext>
                </a:extLst>
              </p:cNvPr>
              <p:cNvSpPr/>
              <p:nvPr/>
            </p:nvSpPr>
            <p:spPr>
              <a:xfrm>
                <a:off x="-7276974"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104977CC-7382-1DCF-15E2-0825498813DF}"/>
                  </a:ext>
                </a:extLst>
              </p:cNvPr>
              <p:cNvSpPr/>
              <p:nvPr/>
            </p:nvSpPr>
            <p:spPr>
              <a:xfrm>
                <a:off x="-3893218" y="3320301"/>
                <a:ext cx="472154" cy="129349"/>
              </a:xfrm>
              <a:custGeom>
                <a:avLst/>
                <a:gdLst>
                  <a:gd name="connsiteX0" fmla="*/ 407480 w 472154"/>
                  <a:gd name="connsiteY0" fmla="*/ 0 h 129349"/>
                  <a:gd name="connsiteX1" fmla="*/ 64675 w 472154"/>
                  <a:gd name="connsiteY1" fmla="*/ 0 h 129349"/>
                  <a:gd name="connsiteX2" fmla="*/ 0 w 472154"/>
                  <a:gd name="connsiteY2" fmla="*/ 64675 h 129349"/>
                  <a:gd name="connsiteX3" fmla="*/ 64675 w 472154"/>
                  <a:gd name="connsiteY3" fmla="*/ 129350 h 129349"/>
                  <a:gd name="connsiteX4" fmla="*/ 407480 w 472154"/>
                  <a:gd name="connsiteY4" fmla="*/ 129350 h 129349"/>
                  <a:gd name="connsiteX5" fmla="*/ 472154 w 472154"/>
                  <a:gd name="connsiteY5" fmla="*/ 64675 h 129349"/>
                  <a:gd name="connsiteX6" fmla="*/ 407480 w 472154"/>
                  <a:gd name="connsiteY6" fmla="*/ 0 h 12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54" h="129349">
                    <a:moveTo>
                      <a:pt x="407480" y="0"/>
                    </a:moveTo>
                    <a:lnTo>
                      <a:pt x="64675" y="0"/>
                    </a:lnTo>
                    <a:cubicBezTo>
                      <a:pt x="28956" y="0"/>
                      <a:pt x="0" y="28956"/>
                      <a:pt x="0" y="64675"/>
                    </a:cubicBezTo>
                    <a:cubicBezTo>
                      <a:pt x="0" y="100393"/>
                      <a:pt x="28956" y="129350"/>
                      <a:pt x="64675" y="129350"/>
                    </a:cubicBezTo>
                    <a:lnTo>
                      <a:pt x="407480" y="129350"/>
                    </a:lnTo>
                    <a:cubicBezTo>
                      <a:pt x="443198" y="129350"/>
                      <a:pt x="472154" y="100393"/>
                      <a:pt x="472154" y="64675"/>
                    </a:cubicBezTo>
                    <a:cubicBezTo>
                      <a:pt x="472154" y="28956"/>
                      <a:pt x="443198" y="0"/>
                      <a:pt x="407480" y="0"/>
                    </a:cubicBezTo>
                    <a:close/>
                  </a:path>
                </a:pathLst>
              </a:custGeom>
              <a:solidFill>
                <a:schemeClr val="accent1"/>
              </a:solidFill>
              <a:ln w="9525"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45E8492E-8DA0-1940-AA56-0ECD3D60B5E2}"/>
                  </a:ext>
                </a:extLst>
              </p:cNvPr>
              <p:cNvSpPr/>
              <p:nvPr/>
            </p:nvSpPr>
            <p:spPr>
              <a:xfrm>
                <a:off x="-6731001" y="4395483"/>
                <a:ext cx="371570" cy="371760"/>
              </a:xfrm>
              <a:custGeom>
                <a:avLst/>
                <a:gdLst>
                  <a:gd name="connsiteX0" fmla="*/ 261271 w 371570"/>
                  <a:gd name="connsiteY0" fmla="*/ 18860 h 371760"/>
                  <a:gd name="connsiteX1" fmla="*/ 18859 w 371570"/>
                  <a:gd name="connsiteY1" fmla="*/ 261271 h 371760"/>
                  <a:gd name="connsiteX2" fmla="*/ 18859 w 371570"/>
                  <a:gd name="connsiteY2" fmla="*/ 352806 h 371760"/>
                  <a:gd name="connsiteX3" fmla="*/ 64580 w 371570"/>
                  <a:gd name="connsiteY3" fmla="*/ 371761 h 371760"/>
                  <a:gd name="connsiteX4" fmla="*/ 110300 w 371570"/>
                  <a:gd name="connsiteY4" fmla="*/ 352806 h 371760"/>
                  <a:gd name="connsiteX5" fmla="*/ 352711 w 371570"/>
                  <a:gd name="connsiteY5" fmla="*/ 110395 h 371760"/>
                  <a:gd name="connsiteX6" fmla="*/ 352711 w 371570"/>
                  <a:gd name="connsiteY6" fmla="*/ 18860 h 371760"/>
                  <a:gd name="connsiteX7" fmla="*/ 261271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261271" y="18860"/>
                    </a:moveTo>
                    <a:lnTo>
                      <a:pt x="18859" y="261271"/>
                    </a:lnTo>
                    <a:cubicBezTo>
                      <a:pt x="-6286" y="286417"/>
                      <a:pt x="-6286" y="327470"/>
                      <a:pt x="18859" y="352806"/>
                    </a:cubicBezTo>
                    <a:cubicBezTo>
                      <a:pt x="31528" y="365475"/>
                      <a:pt x="48101" y="371761"/>
                      <a:pt x="64580" y="371761"/>
                    </a:cubicBezTo>
                    <a:cubicBezTo>
                      <a:pt x="81058" y="371761"/>
                      <a:pt x="97631" y="365475"/>
                      <a:pt x="110300" y="352806"/>
                    </a:cubicBezTo>
                    <a:lnTo>
                      <a:pt x="352711" y="110395"/>
                    </a:lnTo>
                    <a:cubicBezTo>
                      <a:pt x="377857" y="85249"/>
                      <a:pt x="377857" y="44196"/>
                      <a:pt x="352711" y="18860"/>
                    </a:cubicBezTo>
                    <a:cubicBezTo>
                      <a:pt x="327374" y="-6287"/>
                      <a:pt x="286417" y="-6287"/>
                      <a:pt x="261271" y="18860"/>
                    </a:cubicBezTo>
                    <a:close/>
                  </a:path>
                </a:pathLst>
              </a:custGeom>
              <a:solidFill>
                <a:schemeClr val="tx1"/>
              </a:solidFill>
              <a:ln w="9525"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51A7AB58-8880-0018-779F-DF125D24C392}"/>
                  </a:ext>
                </a:extLst>
              </p:cNvPr>
              <p:cNvSpPr/>
              <p:nvPr/>
            </p:nvSpPr>
            <p:spPr>
              <a:xfrm>
                <a:off x="-4318319" y="1970799"/>
                <a:ext cx="371570" cy="371760"/>
              </a:xfrm>
              <a:custGeom>
                <a:avLst/>
                <a:gdLst>
                  <a:gd name="connsiteX0" fmla="*/ 261271 w 371570"/>
                  <a:gd name="connsiteY0" fmla="*/ 18859 h 371760"/>
                  <a:gd name="connsiteX1" fmla="*/ 18859 w 371570"/>
                  <a:gd name="connsiteY1" fmla="*/ 261271 h 371760"/>
                  <a:gd name="connsiteX2" fmla="*/ 18859 w 371570"/>
                  <a:gd name="connsiteY2" fmla="*/ 352806 h 371760"/>
                  <a:gd name="connsiteX3" fmla="*/ 64579 w 371570"/>
                  <a:gd name="connsiteY3" fmla="*/ 371761 h 371760"/>
                  <a:gd name="connsiteX4" fmla="*/ 110299 w 371570"/>
                  <a:gd name="connsiteY4" fmla="*/ 352806 h 371760"/>
                  <a:gd name="connsiteX5" fmla="*/ 352711 w 371570"/>
                  <a:gd name="connsiteY5" fmla="*/ 110395 h 371760"/>
                  <a:gd name="connsiteX6" fmla="*/ 352711 w 371570"/>
                  <a:gd name="connsiteY6" fmla="*/ 18859 h 371760"/>
                  <a:gd name="connsiteX7" fmla="*/ 261271 w 371570"/>
                  <a:gd name="connsiteY7" fmla="*/ 18859 h 371760"/>
                  <a:gd name="connsiteX8" fmla="*/ 261271 w 371570"/>
                  <a:gd name="connsiteY8" fmla="*/ 18859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70" h="371760">
                    <a:moveTo>
                      <a:pt x="261271" y="18859"/>
                    </a:moveTo>
                    <a:lnTo>
                      <a:pt x="18859" y="261271"/>
                    </a:lnTo>
                    <a:cubicBezTo>
                      <a:pt x="-6286" y="286417"/>
                      <a:pt x="-6286" y="327469"/>
                      <a:pt x="18859" y="352806"/>
                    </a:cubicBezTo>
                    <a:cubicBezTo>
                      <a:pt x="31528" y="365474"/>
                      <a:pt x="48101" y="371761"/>
                      <a:pt x="64579" y="371761"/>
                    </a:cubicBezTo>
                    <a:cubicBezTo>
                      <a:pt x="81058" y="371761"/>
                      <a:pt x="97631" y="365474"/>
                      <a:pt x="110299" y="352806"/>
                    </a:cubicBezTo>
                    <a:lnTo>
                      <a:pt x="352711" y="110395"/>
                    </a:lnTo>
                    <a:cubicBezTo>
                      <a:pt x="377857" y="85249"/>
                      <a:pt x="377857" y="44196"/>
                      <a:pt x="352711" y="18859"/>
                    </a:cubicBezTo>
                    <a:cubicBezTo>
                      <a:pt x="327374" y="-6286"/>
                      <a:pt x="286417" y="-6286"/>
                      <a:pt x="261271" y="18859"/>
                    </a:cubicBezTo>
                    <a:lnTo>
                      <a:pt x="261271" y="18859"/>
                    </a:lnTo>
                    <a:close/>
                  </a:path>
                </a:pathLst>
              </a:custGeom>
              <a:solidFill>
                <a:schemeClr val="tx1"/>
              </a:solidFill>
              <a:ln w="9525"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C125755A-26BE-12B8-824B-78307E5365DA}"/>
                  </a:ext>
                </a:extLst>
              </p:cNvPr>
              <p:cNvSpPr/>
              <p:nvPr/>
            </p:nvSpPr>
            <p:spPr>
              <a:xfrm>
                <a:off x="-5413694" y="1433018"/>
                <a:ext cx="129349" cy="472154"/>
              </a:xfrm>
              <a:custGeom>
                <a:avLst/>
                <a:gdLst>
                  <a:gd name="connsiteX0" fmla="*/ 64675 w 129349"/>
                  <a:gd name="connsiteY0" fmla="*/ 472154 h 472154"/>
                  <a:gd name="connsiteX1" fmla="*/ 129350 w 129349"/>
                  <a:gd name="connsiteY1" fmla="*/ 407480 h 472154"/>
                  <a:gd name="connsiteX2" fmla="*/ 129350 w 129349"/>
                  <a:gd name="connsiteY2" fmla="*/ 64675 h 472154"/>
                  <a:gd name="connsiteX3" fmla="*/ 64675 w 129349"/>
                  <a:gd name="connsiteY3" fmla="*/ 0 h 472154"/>
                  <a:gd name="connsiteX4" fmla="*/ 0 w 129349"/>
                  <a:gd name="connsiteY4" fmla="*/ 64675 h 472154"/>
                  <a:gd name="connsiteX5" fmla="*/ 0 w 129349"/>
                  <a:gd name="connsiteY5" fmla="*/ 407480 h 472154"/>
                  <a:gd name="connsiteX6" fmla="*/ 64675 w 129349"/>
                  <a:gd name="connsiteY6" fmla="*/ 472154 h 4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349" h="472154">
                    <a:moveTo>
                      <a:pt x="64675" y="472154"/>
                    </a:moveTo>
                    <a:cubicBezTo>
                      <a:pt x="100394" y="472154"/>
                      <a:pt x="129350" y="443198"/>
                      <a:pt x="129350" y="407480"/>
                    </a:cubicBezTo>
                    <a:lnTo>
                      <a:pt x="129350" y="64675"/>
                    </a:lnTo>
                    <a:cubicBezTo>
                      <a:pt x="129350" y="28956"/>
                      <a:pt x="100394" y="0"/>
                      <a:pt x="64675" y="0"/>
                    </a:cubicBezTo>
                    <a:cubicBezTo>
                      <a:pt x="28956" y="0"/>
                      <a:pt x="0" y="28956"/>
                      <a:pt x="0" y="64675"/>
                    </a:cubicBezTo>
                    <a:lnTo>
                      <a:pt x="0" y="407480"/>
                    </a:lnTo>
                    <a:cubicBezTo>
                      <a:pt x="0" y="443198"/>
                      <a:pt x="28956" y="472154"/>
                      <a:pt x="64675" y="472154"/>
                    </a:cubicBezTo>
                    <a:close/>
                  </a:path>
                </a:pathLst>
              </a:custGeom>
              <a:solidFill>
                <a:schemeClr val="accent1"/>
              </a:solidFill>
              <a:ln w="9525"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4EDF7CCB-9861-B268-2F7A-0940CEA78929}"/>
                  </a:ext>
                </a:extLst>
              </p:cNvPr>
              <p:cNvSpPr/>
              <p:nvPr/>
            </p:nvSpPr>
            <p:spPr>
              <a:xfrm>
                <a:off x="-4338512" y="4395483"/>
                <a:ext cx="371570" cy="371760"/>
              </a:xfrm>
              <a:custGeom>
                <a:avLst/>
                <a:gdLst>
                  <a:gd name="connsiteX0" fmla="*/ 110395 w 371570"/>
                  <a:gd name="connsiteY0" fmla="*/ 18860 h 371760"/>
                  <a:gd name="connsiteX1" fmla="*/ 18860 w 371570"/>
                  <a:gd name="connsiteY1" fmla="*/ 18860 h 371760"/>
                  <a:gd name="connsiteX2" fmla="*/ 18860 w 371570"/>
                  <a:gd name="connsiteY2" fmla="*/ 110395 h 371760"/>
                  <a:gd name="connsiteX3" fmla="*/ 261271 w 371570"/>
                  <a:gd name="connsiteY3" fmla="*/ 352806 h 371760"/>
                  <a:gd name="connsiteX4" fmla="*/ 306991 w 371570"/>
                  <a:gd name="connsiteY4" fmla="*/ 371761 h 371760"/>
                  <a:gd name="connsiteX5" fmla="*/ 352711 w 371570"/>
                  <a:gd name="connsiteY5" fmla="*/ 352806 h 371760"/>
                  <a:gd name="connsiteX6" fmla="*/ 352711 w 371570"/>
                  <a:gd name="connsiteY6" fmla="*/ 261271 h 371760"/>
                  <a:gd name="connsiteX7" fmla="*/ 110300 w 371570"/>
                  <a:gd name="connsiteY7" fmla="*/ 18860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70" h="371760">
                    <a:moveTo>
                      <a:pt x="110395" y="18860"/>
                    </a:moveTo>
                    <a:cubicBezTo>
                      <a:pt x="85249" y="-6287"/>
                      <a:pt x="44196" y="-6287"/>
                      <a:pt x="18860" y="18860"/>
                    </a:cubicBezTo>
                    <a:cubicBezTo>
                      <a:pt x="-6287" y="44006"/>
                      <a:pt x="-6287" y="85058"/>
                      <a:pt x="18860" y="110395"/>
                    </a:cubicBezTo>
                    <a:lnTo>
                      <a:pt x="261271" y="352806"/>
                    </a:lnTo>
                    <a:cubicBezTo>
                      <a:pt x="273939" y="365475"/>
                      <a:pt x="290513" y="371761"/>
                      <a:pt x="306991" y="371761"/>
                    </a:cubicBezTo>
                    <a:cubicBezTo>
                      <a:pt x="323469" y="371761"/>
                      <a:pt x="340043" y="365475"/>
                      <a:pt x="352711" y="352806"/>
                    </a:cubicBezTo>
                    <a:cubicBezTo>
                      <a:pt x="377857" y="327660"/>
                      <a:pt x="377857" y="286607"/>
                      <a:pt x="352711" y="261271"/>
                    </a:cubicBezTo>
                    <a:lnTo>
                      <a:pt x="110300" y="18860"/>
                    </a:lnTo>
                    <a:close/>
                  </a:path>
                </a:pathLst>
              </a:custGeom>
              <a:solidFill>
                <a:schemeClr val="tx1"/>
              </a:solidFill>
              <a:ln w="9525"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59774EC-E151-514B-05EA-6AC7E1C7719F}"/>
                  </a:ext>
                </a:extLst>
              </p:cNvPr>
              <p:cNvSpPr/>
              <p:nvPr/>
            </p:nvSpPr>
            <p:spPr>
              <a:xfrm>
                <a:off x="-6767101" y="1990706"/>
                <a:ext cx="371665" cy="371760"/>
              </a:xfrm>
              <a:custGeom>
                <a:avLst/>
                <a:gdLst>
                  <a:gd name="connsiteX0" fmla="*/ 307086 w 371665"/>
                  <a:gd name="connsiteY0" fmla="*/ 371761 h 371760"/>
                  <a:gd name="connsiteX1" fmla="*/ 352806 w 371665"/>
                  <a:gd name="connsiteY1" fmla="*/ 352806 h 371760"/>
                  <a:gd name="connsiteX2" fmla="*/ 352806 w 371665"/>
                  <a:gd name="connsiteY2" fmla="*/ 261271 h 371760"/>
                  <a:gd name="connsiteX3" fmla="*/ 110395 w 371665"/>
                  <a:gd name="connsiteY3" fmla="*/ 18859 h 371760"/>
                  <a:gd name="connsiteX4" fmla="*/ 18859 w 371665"/>
                  <a:gd name="connsiteY4" fmla="*/ 18859 h 371760"/>
                  <a:gd name="connsiteX5" fmla="*/ 18859 w 371665"/>
                  <a:gd name="connsiteY5" fmla="*/ 110395 h 371760"/>
                  <a:gd name="connsiteX6" fmla="*/ 261271 w 371665"/>
                  <a:gd name="connsiteY6" fmla="*/ 352806 h 371760"/>
                  <a:gd name="connsiteX7" fmla="*/ 306991 w 371665"/>
                  <a:gd name="connsiteY7" fmla="*/ 371761 h 37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665" h="371760">
                    <a:moveTo>
                      <a:pt x="307086" y="371761"/>
                    </a:moveTo>
                    <a:cubicBezTo>
                      <a:pt x="323564" y="371761"/>
                      <a:pt x="340138" y="365474"/>
                      <a:pt x="352806" y="352806"/>
                    </a:cubicBezTo>
                    <a:cubicBezTo>
                      <a:pt x="377952" y="327660"/>
                      <a:pt x="377952" y="286607"/>
                      <a:pt x="352806" y="261271"/>
                    </a:cubicBezTo>
                    <a:lnTo>
                      <a:pt x="110395" y="18859"/>
                    </a:lnTo>
                    <a:cubicBezTo>
                      <a:pt x="85249" y="-6286"/>
                      <a:pt x="44196" y="-6286"/>
                      <a:pt x="18859" y="18859"/>
                    </a:cubicBezTo>
                    <a:cubicBezTo>
                      <a:pt x="-6286" y="44005"/>
                      <a:pt x="-6286" y="85058"/>
                      <a:pt x="18859" y="110395"/>
                    </a:cubicBezTo>
                    <a:lnTo>
                      <a:pt x="261271" y="352806"/>
                    </a:lnTo>
                    <a:cubicBezTo>
                      <a:pt x="273939" y="365474"/>
                      <a:pt x="290513" y="371761"/>
                      <a:pt x="306991" y="371761"/>
                    </a:cubicBezTo>
                    <a:close/>
                  </a:path>
                </a:pathLst>
              </a:custGeom>
              <a:solidFill>
                <a:schemeClr val="tx1"/>
              </a:solidFill>
              <a:ln w="9525" cap="flat">
                <a:noFill/>
                <a:prstDash val="solid"/>
                <a:miter/>
              </a:ln>
            </p:spPr>
            <p:txBody>
              <a:bodyPr rtlCol="0" anchor="ctr"/>
              <a:lstStyle/>
              <a:p>
                <a:endParaRPr lang="en-IN"/>
              </a:p>
            </p:txBody>
          </p:sp>
        </p:grpSp>
        <p:cxnSp>
          <p:nvCxnSpPr>
            <p:cNvPr id="44" name="Straight Connector 43">
              <a:extLst>
                <a:ext uri="{FF2B5EF4-FFF2-40B4-BE49-F238E27FC236}">
                  <a16:creationId xmlns:a16="http://schemas.microsoft.com/office/drawing/2014/main" id="{0D3ACDDE-CF8F-B50A-8A60-85251B50B23B}"/>
                </a:ext>
              </a:extLst>
            </p:cNvPr>
            <p:cNvCxnSpPr>
              <a:cxnSpLocks/>
            </p:cNvCxnSpPr>
            <p:nvPr/>
          </p:nvCxnSpPr>
          <p:spPr>
            <a:xfrm>
              <a:off x="-744437" y="3033525"/>
              <a:ext cx="0" cy="14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9BC0BC9-7538-6D42-261B-6A11A25931EF}"/>
                </a:ext>
              </a:extLst>
            </p:cNvPr>
            <p:cNvCxnSpPr/>
            <p:nvPr/>
          </p:nvCxnSpPr>
          <p:spPr>
            <a:xfrm>
              <a:off x="-180195" y="3906187"/>
              <a:ext cx="0" cy="2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BFEF9E9-725E-7D72-31A8-76C16379E8FA}"/>
                </a:ext>
              </a:extLst>
            </p:cNvPr>
            <p:cNvCxnSpPr/>
            <p:nvPr/>
          </p:nvCxnSpPr>
          <p:spPr>
            <a:xfrm>
              <a:off x="-1308680" y="3375471"/>
              <a:ext cx="0" cy="585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9517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00B46B4-B4E7-F689-D2C8-F4FED800D876}"/>
              </a:ext>
            </a:extLst>
          </p:cNvPr>
          <p:cNvSpPr>
            <a:spLocks noGrp="1"/>
          </p:cNvSpPr>
          <p:nvPr>
            <p:ph type="body" sz="quarter" idx="10"/>
          </p:nvPr>
        </p:nvSpPr>
        <p:spPr/>
        <p:txBody>
          <a:bodyPr/>
          <a:lstStyle/>
          <a:p>
            <a:r>
              <a:rPr lang="en-GB"/>
              <a:t>Things to avoid when making slides</a:t>
            </a:r>
          </a:p>
        </p:txBody>
      </p:sp>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p:txBody>
          <a:bodyPr/>
          <a:lstStyle/>
          <a:p>
            <a:r>
              <a:rPr lang="en-GB" sz="2300"/>
              <a:t>We should avoid too much content on each slide and keep things simple</a:t>
            </a:r>
          </a:p>
        </p:txBody>
      </p:sp>
      <p:grpSp>
        <p:nvGrpSpPr>
          <p:cNvPr id="106" name="Group 105">
            <a:extLst>
              <a:ext uri="{FF2B5EF4-FFF2-40B4-BE49-F238E27FC236}">
                <a16:creationId xmlns:a16="http://schemas.microsoft.com/office/drawing/2014/main" id="{EE498D22-DEF3-DC56-64A5-B1B1AAEE616D}"/>
              </a:ext>
            </a:extLst>
          </p:cNvPr>
          <p:cNvGrpSpPr/>
          <p:nvPr/>
        </p:nvGrpSpPr>
        <p:grpSpPr>
          <a:xfrm>
            <a:off x="1217176" y="2088750"/>
            <a:ext cx="4877629" cy="923202"/>
            <a:chOff x="1113868" y="2088750"/>
            <a:chExt cx="4877629" cy="923202"/>
          </a:xfrm>
        </p:grpSpPr>
        <p:sp>
          <p:nvSpPr>
            <p:cNvPr id="11" name="Rectangle 10">
              <a:extLst>
                <a:ext uri="{FF2B5EF4-FFF2-40B4-BE49-F238E27FC236}">
                  <a16:creationId xmlns:a16="http://schemas.microsoft.com/office/drawing/2014/main" id="{6366374C-231E-5F57-8C78-92D209A4547E}"/>
                </a:ext>
              </a:extLst>
            </p:cNvPr>
            <p:cNvSpPr/>
            <p:nvPr/>
          </p:nvSpPr>
          <p:spPr>
            <a:xfrm>
              <a:off x="1113868" y="2512498"/>
              <a:ext cx="487762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indent="-216000">
                <a:spcAft>
                  <a:spcPts val="200"/>
                </a:spcAft>
                <a:buClr>
                  <a:schemeClr val="accent1"/>
                </a:buClr>
                <a:buFont typeface="Arial" panose="020B0604020202020204" pitchFamily="34" charset="0"/>
                <a:buChar char="•"/>
              </a:pPr>
              <a:r>
                <a:rPr lang="en-GB" sz="1400" b="1">
                  <a:solidFill>
                    <a:schemeClr val="bg2"/>
                  </a:solidFill>
                  <a:cs typeface="Arial" panose="020B0604020202020204" pitchFamily="34" charset="0"/>
                </a:rPr>
                <a:t>Multiple charts </a:t>
              </a:r>
              <a:r>
                <a:rPr lang="en-GB" sz="1400">
                  <a:solidFill>
                    <a:schemeClr val="bg2"/>
                  </a:solidFill>
                  <a:cs typeface="Arial" panose="020B0604020202020204" pitchFamily="34" charset="0"/>
                </a:rPr>
                <a:t>on a page</a:t>
              </a:r>
            </a:p>
            <a:p>
              <a:pPr marL="144000"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Complex charts with too many data points</a:t>
              </a:r>
            </a:p>
          </p:txBody>
        </p:sp>
        <p:sp>
          <p:nvSpPr>
            <p:cNvPr id="10" name="Rectangle 9">
              <a:extLst>
                <a:ext uri="{FF2B5EF4-FFF2-40B4-BE49-F238E27FC236}">
                  <a16:creationId xmlns:a16="http://schemas.microsoft.com/office/drawing/2014/main" id="{0285BC0D-0D9F-9573-B672-DDFD7C756DDA}"/>
                </a:ext>
              </a:extLst>
            </p:cNvPr>
            <p:cNvSpPr/>
            <p:nvPr/>
          </p:nvSpPr>
          <p:spPr>
            <a:xfrm>
              <a:off x="1113868" y="2088750"/>
              <a:ext cx="2197100"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much data</a:t>
              </a:r>
            </a:p>
          </p:txBody>
        </p:sp>
      </p:grpSp>
      <p:grpSp>
        <p:nvGrpSpPr>
          <p:cNvPr id="111" name="Group 110">
            <a:extLst>
              <a:ext uri="{FF2B5EF4-FFF2-40B4-BE49-F238E27FC236}">
                <a16:creationId xmlns:a16="http://schemas.microsoft.com/office/drawing/2014/main" id="{5FB4BBCA-DCF6-94BF-AF1C-DB7F4CA8B8C5}"/>
              </a:ext>
            </a:extLst>
          </p:cNvPr>
          <p:cNvGrpSpPr/>
          <p:nvPr/>
        </p:nvGrpSpPr>
        <p:grpSpPr>
          <a:xfrm>
            <a:off x="7033127" y="2088750"/>
            <a:ext cx="4765849" cy="923202"/>
            <a:chOff x="6958063" y="2088750"/>
            <a:chExt cx="4765849" cy="923202"/>
          </a:xfrm>
        </p:grpSpPr>
        <p:sp>
          <p:nvSpPr>
            <p:cNvPr id="12" name="Rectangle 11">
              <a:extLst>
                <a:ext uri="{FF2B5EF4-FFF2-40B4-BE49-F238E27FC236}">
                  <a16:creationId xmlns:a16="http://schemas.microsoft.com/office/drawing/2014/main" id="{43E0947F-8FF7-136D-97CD-790838D53643}"/>
                </a:ext>
              </a:extLst>
            </p:cNvPr>
            <p:cNvSpPr/>
            <p:nvPr/>
          </p:nvSpPr>
          <p:spPr>
            <a:xfrm>
              <a:off x="6958064" y="2512498"/>
              <a:ext cx="4765848"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indent="-216000">
                <a:spcAft>
                  <a:spcPts val="200"/>
                </a:spcAft>
                <a:buClr>
                  <a:schemeClr val="accent1"/>
                </a:buClr>
                <a:buFont typeface="Arial" panose="020B0604020202020204" pitchFamily="34" charset="0"/>
                <a:buChar char="•"/>
              </a:pPr>
              <a:r>
                <a:rPr lang="en-GB" sz="1400" b="1">
                  <a:solidFill>
                    <a:schemeClr val="bg2"/>
                  </a:solidFill>
                  <a:cs typeface="Arial" panose="020B0604020202020204" pitchFamily="34" charset="0"/>
                </a:rPr>
                <a:t>Long straplines </a:t>
              </a:r>
              <a:r>
                <a:rPr lang="en-GB" sz="1400">
                  <a:solidFill>
                    <a:schemeClr val="bg2"/>
                  </a:solidFill>
                  <a:cs typeface="Arial" panose="020B0604020202020204" pitchFamily="34" charset="0"/>
                </a:rPr>
                <a:t>that try to explain multiple things</a:t>
              </a:r>
            </a:p>
            <a:p>
              <a:pPr marL="144000"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Paragraphs or </a:t>
              </a:r>
              <a:r>
                <a:rPr lang="en-GB" sz="1400" b="1">
                  <a:solidFill>
                    <a:schemeClr val="bg2"/>
                  </a:solidFill>
                  <a:cs typeface="Arial" panose="020B0604020202020204" pitchFamily="34" charset="0"/>
                </a:rPr>
                <a:t>more words than needed </a:t>
              </a:r>
              <a:r>
                <a:rPr lang="en-GB" sz="1400">
                  <a:solidFill>
                    <a:schemeClr val="bg2"/>
                  </a:solidFill>
                  <a:cs typeface="Arial" panose="020B0604020202020204" pitchFamily="34" charset="0"/>
                </a:rPr>
                <a:t>for one point</a:t>
              </a:r>
            </a:p>
          </p:txBody>
        </p:sp>
        <p:sp>
          <p:nvSpPr>
            <p:cNvPr id="2" name="Rectangle 1">
              <a:extLst>
                <a:ext uri="{FF2B5EF4-FFF2-40B4-BE49-F238E27FC236}">
                  <a16:creationId xmlns:a16="http://schemas.microsoft.com/office/drawing/2014/main" id="{1BF6BC19-3C93-6F49-B8E6-EDAC94C14D0D}"/>
                </a:ext>
              </a:extLst>
            </p:cNvPr>
            <p:cNvSpPr/>
            <p:nvPr/>
          </p:nvSpPr>
          <p:spPr>
            <a:xfrm>
              <a:off x="6958063" y="2088750"/>
              <a:ext cx="2197100"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wordy</a:t>
              </a:r>
            </a:p>
          </p:txBody>
        </p:sp>
      </p:grpSp>
      <p:grpSp>
        <p:nvGrpSpPr>
          <p:cNvPr id="107" name="Group 106">
            <a:extLst>
              <a:ext uri="{FF2B5EF4-FFF2-40B4-BE49-F238E27FC236}">
                <a16:creationId xmlns:a16="http://schemas.microsoft.com/office/drawing/2014/main" id="{E64B7FD3-8D9C-15F9-1081-C1E357599720}"/>
              </a:ext>
            </a:extLst>
          </p:cNvPr>
          <p:cNvGrpSpPr/>
          <p:nvPr/>
        </p:nvGrpSpPr>
        <p:grpSpPr>
          <a:xfrm>
            <a:off x="1217176" y="3314293"/>
            <a:ext cx="4877629" cy="905349"/>
            <a:chOff x="1101168" y="3314293"/>
            <a:chExt cx="4877629" cy="905349"/>
          </a:xfrm>
        </p:grpSpPr>
        <p:sp>
          <p:nvSpPr>
            <p:cNvPr id="15" name="Rectangle 14">
              <a:extLst>
                <a:ext uri="{FF2B5EF4-FFF2-40B4-BE49-F238E27FC236}">
                  <a16:creationId xmlns:a16="http://schemas.microsoft.com/office/drawing/2014/main" id="{8C12DD4A-3C30-13E5-3047-D1D76AAE3668}"/>
                </a:ext>
              </a:extLst>
            </p:cNvPr>
            <p:cNvSpPr/>
            <p:nvPr/>
          </p:nvSpPr>
          <p:spPr>
            <a:xfrm>
              <a:off x="1101168" y="3720188"/>
              <a:ext cx="487762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lvl="1" indent="-216000">
                <a:spcAft>
                  <a:spcPts val="200"/>
                </a:spcAft>
                <a:buClr>
                  <a:schemeClr val="accent1"/>
                </a:buClr>
                <a:buFont typeface="Arial" panose="020B0604020202020204" pitchFamily="34" charset="0"/>
                <a:buChar char="•"/>
              </a:pPr>
              <a:r>
                <a:rPr lang="en-GB" sz="1400" b="1">
                  <a:solidFill>
                    <a:schemeClr val="bg2"/>
                  </a:solidFill>
                  <a:cs typeface="Arial" panose="020B0604020202020204" pitchFamily="34" charset="0"/>
                </a:rPr>
                <a:t>Multiple points </a:t>
              </a:r>
              <a:r>
                <a:rPr lang="en-GB" sz="1400">
                  <a:solidFill>
                    <a:schemeClr val="bg2"/>
                  </a:solidFill>
                  <a:cs typeface="Arial" panose="020B0604020202020204" pitchFamily="34" charset="0"/>
                </a:rPr>
                <a:t>and “so </a:t>
              </a:r>
              <a:r>
                <a:rPr lang="en-GB" sz="1400" err="1">
                  <a:solidFill>
                    <a:schemeClr val="bg2"/>
                  </a:solidFill>
                  <a:cs typeface="Arial" panose="020B0604020202020204" pitchFamily="34" charset="0"/>
                </a:rPr>
                <a:t>whats</a:t>
              </a:r>
              <a:r>
                <a:rPr lang="en-GB" sz="1400">
                  <a:solidFill>
                    <a:schemeClr val="bg2"/>
                  </a:solidFill>
                  <a:cs typeface="Arial" panose="020B0604020202020204" pitchFamily="34" charset="0"/>
                </a:rPr>
                <a:t>” made on a single slide</a:t>
              </a:r>
            </a:p>
            <a:p>
              <a:pPr marL="144000" lvl="1"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Too much information to </a:t>
              </a:r>
              <a:r>
                <a:rPr lang="en-GB" sz="1400" b="1">
                  <a:solidFill>
                    <a:schemeClr val="bg2"/>
                  </a:solidFill>
                  <a:cs typeface="Arial" panose="020B0604020202020204" pitchFamily="34" charset="0"/>
                </a:rPr>
                <a:t>communicate in a strapline</a:t>
              </a:r>
            </a:p>
          </p:txBody>
        </p:sp>
        <p:sp>
          <p:nvSpPr>
            <p:cNvPr id="6" name="Rectangle 5">
              <a:extLst>
                <a:ext uri="{FF2B5EF4-FFF2-40B4-BE49-F238E27FC236}">
                  <a16:creationId xmlns:a16="http://schemas.microsoft.com/office/drawing/2014/main" id="{927B3BA0-B6EF-2135-F448-CA7732668C01}"/>
                </a:ext>
              </a:extLst>
            </p:cNvPr>
            <p:cNvSpPr/>
            <p:nvPr/>
          </p:nvSpPr>
          <p:spPr>
            <a:xfrm>
              <a:off x="1101168" y="3314293"/>
              <a:ext cx="2197100"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many points</a:t>
              </a:r>
              <a:endParaRPr lang="en-GB" sz="1600" b="1" err="1">
                <a:solidFill>
                  <a:schemeClr val="tx2"/>
                </a:solidFill>
                <a:cs typeface="Arial" panose="020B0604020202020204" pitchFamily="34" charset="0"/>
              </a:endParaRPr>
            </a:p>
          </p:txBody>
        </p:sp>
      </p:grpSp>
      <p:grpSp>
        <p:nvGrpSpPr>
          <p:cNvPr id="110" name="Group 109">
            <a:extLst>
              <a:ext uri="{FF2B5EF4-FFF2-40B4-BE49-F238E27FC236}">
                <a16:creationId xmlns:a16="http://schemas.microsoft.com/office/drawing/2014/main" id="{E8F00719-275F-8663-E466-AD6C0A8DE95F}"/>
              </a:ext>
            </a:extLst>
          </p:cNvPr>
          <p:cNvGrpSpPr/>
          <p:nvPr/>
        </p:nvGrpSpPr>
        <p:grpSpPr>
          <a:xfrm>
            <a:off x="7033127" y="3314293"/>
            <a:ext cx="4765848" cy="905349"/>
            <a:chOff x="6958063" y="3314293"/>
            <a:chExt cx="4765848" cy="905349"/>
          </a:xfrm>
        </p:grpSpPr>
        <p:sp>
          <p:nvSpPr>
            <p:cNvPr id="13" name="Rectangle 12">
              <a:extLst>
                <a:ext uri="{FF2B5EF4-FFF2-40B4-BE49-F238E27FC236}">
                  <a16:creationId xmlns:a16="http://schemas.microsoft.com/office/drawing/2014/main" id="{6413CCFF-98B2-C705-1AC4-EF8DC53CE254}"/>
                </a:ext>
              </a:extLst>
            </p:cNvPr>
            <p:cNvSpPr/>
            <p:nvPr/>
          </p:nvSpPr>
          <p:spPr>
            <a:xfrm>
              <a:off x="6958063" y="3720188"/>
              <a:ext cx="4765848"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Use of </a:t>
              </a:r>
              <a:r>
                <a:rPr lang="en-GB" sz="1400" b="1">
                  <a:solidFill>
                    <a:schemeClr val="bg2"/>
                  </a:solidFill>
                  <a:cs typeface="Arial" panose="020B0604020202020204" pitchFamily="34" charset="0"/>
                </a:rPr>
                <a:t>exaggerated adjectives </a:t>
              </a:r>
              <a:r>
                <a:rPr lang="en-GB" sz="1400">
                  <a:solidFill>
                    <a:schemeClr val="bg2"/>
                  </a:solidFill>
                  <a:cs typeface="Arial" panose="020B0604020202020204" pitchFamily="34" charset="0"/>
                </a:rPr>
                <a:t>(e.g. </a:t>
              </a:r>
              <a:r>
                <a:rPr lang="en-GB" sz="1400" i="1">
                  <a:solidFill>
                    <a:schemeClr val="bg2"/>
                  </a:solidFill>
                  <a:cs typeface="Arial" panose="020B0604020202020204" pitchFamily="34" charset="0"/>
                </a:rPr>
                <a:t>huge</a:t>
              </a:r>
              <a:r>
                <a:rPr lang="en-GB" sz="1400">
                  <a:solidFill>
                    <a:schemeClr val="bg2"/>
                  </a:solidFill>
                  <a:cs typeface="Arial" panose="020B0604020202020204" pitchFamily="34" charset="0"/>
                </a:rPr>
                <a:t>, </a:t>
              </a:r>
              <a:r>
                <a:rPr lang="en-GB" sz="1400" i="1">
                  <a:solidFill>
                    <a:schemeClr val="bg2"/>
                  </a:solidFill>
                  <a:cs typeface="Arial" panose="020B0604020202020204" pitchFamily="34" charset="0"/>
                </a:rPr>
                <a:t>massive</a:t>
              </a:r>
              <a:r>
                <a:rPr lang="en-GB" sz="1400">
                  <a:solidFill>
                    <a:schemeClr val="bg2"/>
                  </a:solidFill>
                  <a:cs typeface="Arial" panose="020B0604020202020204" pitchFamily="34" charset="0"/>
                </a:rPr>
                <a:t>)</a:t>
              </a:r>
            </a:p>
          </p:txBody>
        </p:sp>
        <p:sp>
          <p:nvSpPr>
            <p:cNvPr id="3" name="Rectangle 2">
              <a:extLst>
                <a:ext uri="{FF2B5EF4-FFF2-40B4-BE49-F238E27FC236}">
                  <a16:creationId xmlns:a16="http://schemas.microsoft.com/office/drawing/2014/main" id="{E41E411F-2F44-6547-D36D-99685FC6A8C6}"/>
                </a:ext>
              </a:extLst>
            </p:cNvPr>
            <p:cNvSpPr/>
            <p:nvPr/>
          </p:nvSpPr>
          <p:spPr>
            <a:xfrm>
              <a:off x="6958063" y="3314293"/>
              <a:ext cx="2197100"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emotive</a:t>
              </a:r>
            </a:p>
          </p:txBody>
        </p:sp>
      </p:grpSp>
      <p:grpSp>
        <p:nvGrpSpPr>
          <p:cNvPr id="108" name="Group 107">
            <a:extLst>
              <a:ext uri="{FF2B5EF4-FFF2-40B4-BE49-F238E27FC236}">
                <a16:creationId xmlns:a16="http://schemas.microsoft.com/office/drawing/2014/main" id="{04DC3E8D-7309-AA2F-9638-620C79C4E25F}"/>
              </a:ext>
            </a:extLst>
          </p:cNvPr>
          <p:cNvGrpSpPr/>
          <p:nvPr/>
        </p:nvGrpSpPr>
        <p:grpSpPr>
          <a:xfrm>
            <a:off x="1217176" y="4521983"/>
            <a:ext cx="4877630" cy="893992"/>
            <a:chOff x="1113867" y="4521983"/>
            <a:chExt cx="4877630" cy="893992"/>
          </a:xfrm>
        </p:grpSpPr>
        <p:sp>
          <p:nvSpPr>
            <p:cNvPr id="21" name="Rectangle 20">
              <a:extLst>
                <a:ext uri="{FF2B5EF4-FFF2-40B4-BE49-F238E27FC236}">
                  <a16:creationId xmlns:a16="http://schemas.microsoft.com/office/drawing/2014/main" id="{3201AA3A-5204-934F-9377-9756D0EA0DE5}"/>
                </a:ext>
              </a:extLst>
            </p:cNvPr>
            <p:cNvSpPr/>
            <p:nvPr/>
          </p:nvSpPr>
          <p:spPr>
            <a:xfrm>
              <a:off x="1113868" y="4916521"/>
              <a:ext cx="487762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lvl="1"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Large </a:t>
              </a:r>
              <a:r>
                <a:rPr lang="en-GB" sz="1400" b="1">
                  <a:solidFill>
                    <a:schemeClr val="bg2"/>
                  </a:solidFill>
                  <a:cs typeface="Arial" panose="020B0604020202020204" pitchFamily="34" charset="0"/>
                </a:rPr>
                <a:t>dark shapes </a:t>
              </a:r>
              <a:r>
                <a:rPr lang="en-GB" sz="1400">
                  <a:solidFill>
                    <a:schemeClr val="bg2"/>
                  </a:solidFill>
                  <a:cs typeface="Arial" panose="020B0604020202020204" pitchFamily="34" charset="0"/>
                </a:rPr>
                <a:t>with white text on them</a:t>
              </a:r>
            </a:p>
            <a:p>
              <a:pPr marL="144000" lvl="1" indent="-216000">
                <a:spcAft>
                  <a:spcPts val="200"/>
                </a:spcAft>
                <a:buClr>
                  <a:schemeClr val="accent1"/>
                </a:buClr>
                <a:buFont typeface="Arial" panose="020B0604020202020204" pitchFamily="34" charset="0"/>
                <a:buChar char="•"/>
              </a:pPr>
              <a:r>
                <a:rPr lang="en-GB" sz="1400" b="1">
                  <a:solidFill>
                    <a:schemeClr val="bg2"/>
                  </a:solidFill>
                  <a:cs typeface="Arial" panose="020B0604020202020204" pitchFamily="34" charset="0"/>
                </a:rPr>
                <a:t>Block coloured titles </a:t>
              </a:r>
              <a:r>
                <a:rPr lang="en-GB" sz="1400">
                  <a:solidFill>
                    <a:schemeClr val="bg2"/>
                  </a:solidFill>
                  <a:cs typeface="Arial" panose="020B0604020202020204" pitchFamily="34" charset="0"/>
                </a:rPr>
                <a:t>where they could be on white</a:t>
              </a:r>
            </a:p>
          </p:txBody>
        </p:sp>
        <p:sp>
          <p:nvSpPr>
            <p:cNvPr id="20" name="Rectangle 19">
              <a:extLst>
                <a:ext uri="{FF2B5EF4-FFF2-40B4-BE49-F238E27FC236}">
                  <a16:creationId xmlns:a16="http://schemas.microsoft.com/office/drawing/2014/main" id="{AE601BF5-D638-9652-E3C8-7B035DF8B93A}"/>
                </a:ext>
              </a:extLst>
            </p:cNvPr>
            <p:cNvSpPr/>
            <p:nvPr/>
          </p:nvSpPr>
          <p:spPr>
            <a:xfrm>
              <a:off x="1113867" y="4521983"/>
              <a:ext cx="292018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much block colour</a:t>
              </a:r>
            </a:p>
          </p:txBody>
        </p:sp>
      </p:grpSp>
      <p:grpSp>
        <p:nvGrpSpPr>
          <p:cNvPr id="109" name="Group 108">
            <a:extLst>
              <a:ext uri="{FF2B5EF4-FFF2-40B4-BE49-F238E27FC236}">
                <a16:creationId xmlns:a16="http://schemas.microsoft.com/office/drawing/2014/main" id="{6339BF20-7B45-882B-1F07-8C2845093CEE}"/>
              </a:ext>
            </a:extLst>
          </p:cNvPr>
          <p:cNvGrpSpPr/>
          <p:nvPr/>
        </p:nvGrpSpPr>
        <p:grpSpPr>
          <a:xfrm>
            <a:off x="7033127" y="4521983"/>
            <a:ext cx="4765849" cy="893992"/>
            <a:chOff x="6958063" y="4521983"/>
            <a:chExt cx="4765849" cy="893992"/>
          </a:xfrm>
        </p:grpSpPr>
        <p:sp>
          <p:nvSpPr>
            <p:cNvPr id="14" name="Rectangle 13">
              <a:extLst>
                <a:ext uri="{FF2B5EF4-FFF2-40B4-BE49-F238E27FC236}">
                  <a16:creationId xmlns:a16="http://schemas.microsoft.com/office/drawing/2014/main" id="{30EB4F4D-FA78-07A0-B351-F10F868235B8}"/>
                </a:ext>
              </a:extLst>
            </p:cNvPr>
            <p:cNvSpPr/>
            <p:nvPr/>
          </p:nvSpPr>
          <p:spPr>
            <a:xfrm>
              <a:off x="6958064" y="4916521"/>
              <a:ext cx="4765848"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7160" rtlCol="0" anchor="t"/>
            <a:lstStyle/>
            <a:p>
              <a:pPr marL="144000" indent="-216000">
                <a:spcAft>
                  <a:spcPts val="200"/>
                </a:spcAft>
                <a:buClr>
                  <a:schemeClr val="accent1"/>
                </a:buClr>
                <a:buFont typeface="Arial" panose="020B0604020202020204" pitchFamily="34" charset="0"/>
                <a:buChar char="•"/>
              </a:pPr>
              <a:r>
                <a:rPr lang="en-GB" sz="1400">
                  <a:solidFill>
                    <a:schemeClr val="bg2"/>
                  </a:solidFill>
                  <a:cs typeface="Arial" panose="020B0604020202020204" pitchFamily="34" charset="0"/>
                </a:rPr>
                <a:t>Use of </a:t>
              </a:r>
              <a:r>
                <a:rPr lang="en-GB" sz="1400" b="1">
                  <a:solidFill>
                    <a:schemeClr val="bg2"/>
                  </a:solidFill>
                  <a:cs typeface="Arial" panose="020B0604020202020204" pitchFamily="34" charset="0"/>
                </a:rPr>
                <a:t>consulting jargon </a:t>
              </a:r>
              <a:r>
                <a:rPr lang="en-GB" sz="1400">
                  <a:solidFill>
                    <a:schemeClr val="bg2"/>
                  </a:solidFill>
                  <a:cs typeface="Arial" panose="020B0604020202020204" pitchFamily="34" charset="0"/>
                </a:rPr>
                <a:t>(e.g. </a:t>
              </a:r>
              <a:r>
                <a:rPr lang="en-GB" sz="1400" i="1">
                  <a:solidFill>
                    <a:schemeClr val="bg2"/>
                  </a:solidFill>
                  <a:cs typeface="Arial" panose="020B0604020202020204" pitchFamily="34" charset="0"/>
                </a:rPr>
                <a:t>value-add, leverage</a:t>
              </a:r>
              <a:r>
                <a:rPr lang="en-GB" sz="1400">
                  <a:solidFill>
                    <a:schemeClr val="bg2"/>
                  </a:solidFill>
                  <a:cs typeface="Arial" panose="020B0604020202020204" pitchFamily="34" charset="0"/>
                </a:rPr>
                <a:t>)</a:t>
              </a:r>
            </a:p>
            <a:p>
              <a:pPr marL="144000" indent="-216000">
                <a:spcAft>
                  <a:spcPts val="200"/>
                </a:spcAft>
                <a:buClr>
                  <a:schemeClr val="accent1"/>
                </a:buClr>
                <a:buFont typeface="Arial" panose="020B0604020202020204" pitchFamily="34" charset="0"/>
                <a:buChar char="•"/>
              </a:pPr>
              <a:r>
                <a:rPr lang="en-GB" sz="1400" b="1">
                  <a:solidFill>
                    <a:schemeClr val="bg2"/>
                  </a:solidFill>
                  <a:cs typeface="Arial" panose="020B0604020202020204" pitchFamily="34" charset="0"/>
                </a:rPr>
                <a:t>Undefined acronyms </a:t>
              </a:r>
              <a:r>
                <a:rPr lang="en-GB" sz="1400">
                  <a:solidFill>
                    <a:schemeClr val="bg2"/>
                  </a:solidFill>
                  <a:cs typeface="Arial" panose="020B0604020202020204" pitchFamily="34" charset="0"/>
                </a:rPr>
                <a:t>(e.g. </a:t>
              </a:r>
              <a:r>
                <a:rPr lang="en-GB" sz="1400" i="1">
                  <a:solidFill>
                    <a:schemeClr val="bg2"/>
                  </a:solidFill>
                  <a:cs typeface="Arial" panose="020B0604020202020204" pitchFamily="34" charset="0"/>
                </a:rPr>
                <a:t>QA</a:t>
              </a:r>
              <a:r>
                <a:rPr lang="en-GB" sz="1400">
                  <a:solidFill>
                    <a:schemeClr val="bg2"/>
                  </a:solidFill>
                  <a:cs typeface="Arial" panose="020B0604020202020204" pitchFamily="34" charset="0"/>
                </a:rPr>
                <a:t>)</a:t>
              </a:r>
            </a:p>
          </p:txBody>
        </p:sp>
        <p:sp>
          <p:nvSpPr>
            <p:cNvPr id="4" name="Rectangle 3">
              <a:extLst>
                <a:ext uri="{FF2B5EF4-FFF2-40B4-BE49-F238E27FC236}">
                  <a16:creationId xmlns:a16="http://schemas.microsoft.com/office/drawing/2014/main" id="{5A12F413-5C8A-27B5-63AF-CAA579929FEC}"/>
                </a:ext>
              </a:extLst>
            </p:cNvPr>
            <p:cNvSpPr/>
            <p:nvPr/>
          </p:nvSpPr>
          <p:spPr>
            <a:xfrm>
              <a:off x="6958063" y="4521983"/>
              <a:ext cx="2197100"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600" b="1">
                  <a:solidFill>
                    <a:schemeClr val="tx2"/>
                  </a:solidFill>
                  <a:cs typeface="Arial" panose="020B0604020202020204" pitchFamily="34" charset="0"/>
                </a:rPr>
                <a:t>Too much jargon</a:t>
              </a:r>
            </a:p>
          </p:txBody>
        </p:sp>
      </p:grpSp>
      <p:grpSp>
        <p:nvGrpSpPr>
          <p:cNvPr id="16" name="Group 15">
            <a:extLst>
              <a:ext uri="{FF2B5EF4-FFF2-40B4-BE49-F238E27FC236}">
                <a16:creationId xmlns:a16="http://schemas.microsoft.com/office/drawing/2014/main" id="{3E640EAC-5314-76E8-13CE-44DA08215346}"/>
              </a:ext>
            </a:extLst>
          </p:cNvPr>
          <p:cNvGrpSpPr/>
          <p:nvPr/>
        </p:nvGrpSpPr>
        <p:grpSpPr>
          <a:xfrm>
            <a:off x="720397" y="2205834"/>
            <a:ext cx="401352" cy="689035"/>
            <a:chOff x="5904116" y="602659"/>
            <a:chExt cx="401352" cy="689035"/>
          </a:xfrm>
        </p:grpSpPr>
        <p:grpSp>
          <p:nvGrpSpPr>
            <p:cNvPr id="17" name="Group 16">
              <a:extLst>
                <a:ext uri="{FF2B5EF4-FFF2-40B4-BE49-F238E27FC236}">
                  <a16:creationId xmlns:a16="http://schemas.microsoft.com/office/drawing/2014/main" id="{0C004B0E-D3DE-BB00-2E18-9DB1CB09858E}"/>
                </a:ext>
              </a:extLst>
            </p:cNvPr>
            <p:cNvGrpSpPr/>
            <p:nvPr/>
          </p:nvGrpSpPr>
          <p:grpSpPr>
            <a:xfrm rot="1800000">
              <a:off x="5925482" y="717135"/>
              <a:ext cx="379986" cy="323380"/>
              <a:chOff x="5486512" y="3748505"/>
              <a:chExt cx="1218976" cy="1037391"/>
            </a:xfrm>
          </p:grpSpPr>
          <p:sp>
            <p:nvSpPr>
              <p:cNvPr id="23" name="Freeform: Shape 22">
                <a:extLst>
                  <a:ext uri="{FF2B5EF4-FFF2-40B4-BE49-F238E27FC236}">
                    <a16:creationId xmlns:a16="http://schemas.microsoft.com/office/drawing/2014/main" id="{304980B4-484C-6AFE-70EB-7F0733786D1B}"/>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D22DF4DC-4889-8954-7C01-0719A06366CE}"/>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6BAA1F0-9290-B645-0197-704902A270D1}"/>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486FFED6-A3C7-AC40-9A1D-3FA516A54E32}"/>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BCB92872-80E4-CA6C-4F11-251D66560C25}"/>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55D6EA9E-F8ED-90E2-8E28-A202AD89E221}"/>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33" name="Oval 32">
                <a:extLst>
                  <a:ext uri="{FF2B5EF4-FFF2-40B4-BE49-F238E27FC236}">
                    <a16:creationId xmlns:a16="http://schemas.microsoft.com/office/drawing/2014/main" id="{993D00C5-5E0D-C997-D6AF-4006C402346C}"/>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9558AE2-1314-20E0-065A-D70F70B3DC8C}"/>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04FB7E5D-1E6C-C628-2E4D-2EBE5A3CCC5B}"/>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8" name="Straight Connector 17">
              <a:extLst>
                <a:ext uri="{FF2B5EF4-FFF2-40B4-BE49-F238E27FC236}">
                  <a16:creationId xmlns:a16="http://schemas.microsoft.com/office/drawing/2014/main" id="{9FFE4A9C-C4E9-8BA4-4E33-D50DEEA0AFF7}"/>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2CC854-490E-4A82-0A85-32B7F178C95E}"/>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D4F8E9-1D91-F40D-7D51-CA733A0C0321}"/>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0475C1D7-DBAD-99E8-96E3-44E873E33117}"/>
              </a:ext>
            </a:extLst>
          </p:cNvPr>
          <p:cNvGrpSpPr/>
          <p:nvPr/>
        </p:nvGrpSpPr>
        <p:grpSpPr>
          <a:xfrm>
            <a:off x="6537873" y="2205834"/>
            <a:ext cx="401352" cy="689035"/>
            <a:chOff x="5904116" y="602659"/>
            <a:chExt cx="401352" cy="689035"/>
          </a:xfrm>
        </p:grpSpPr>
        <p:grpSp>
          <p:nvGrpSpPr>
            <p:cNvPr id="37" name="Group 36">
              <a:extLst>
                <a:ext uri="{FF2B5EF4-FFF2-40B4-BE49-F238E27FC236}">
                  <a16:creationId xmlns:a16="http://schemas.microsoft.com/office/drawing/2014/main" id="{67C7E3DD-9C62-2F23-9A84-62B0425A8845}"/>
                </a:ext>
              </a:extLst>
            </p:cNvPr>
            <p:cNvGrpSpPr/>
            <p:nvPr/>
          </p:nvGrpSpPr>
          <p:grpSpPr>
            <a:xfrm rot="1800000">
              <a:off x="5925482" y="717135"/>
              <a:ext cx="379986" cy="323380"/>
              <a:chOff x="5486512" y="3748505"/>
              <a:chExt cx="1218976" cy="1037391"/>
            </a:xfrm>
          </p:grpSpPr>
          <p:sp>
            <p:nvSpPr>
              <p:cNvPr id="41" name="Freeform: Shape 40">
                <a:extLst>
                  <a:ext uri="{FF2B5EF4-FFF2-40B4-BE49-F238E27FC236}">
                    <a16:creationId xmlns:a16="http://schemas.microsoft.com/office/drawing/2014/main" id="{B233BBAF-447B-2532-5107-597CD6141FF6}"/>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87EBB32E-708E-7A45-C42B-A8DE873FA759}"/>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F75A0B8C-62CD-8134-55E3-D33286E3B2FD}"/>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FB766A71-AB79-EE3B-F045-0C843D46F00A}"/>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B0514FAC-47FE-B380-3827-57A266E192AE}"/>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1B5A5800-18B7-B9B7-5F0B-1177F96ACA56}"/>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47" name="Oval 46">
                <a:extLst>
                  <a:ext uri="{FF2B5EF4-FFF2-40B4-BE49-F238E27FC236}">
                    <a16:creationId xmlns:a16="http://schemas.microsoft.com/office/drawing/2014/main" id="{6796A0DD-A9DA-84E2-88D8-92F1A129E874}"/>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1AA1C7EE-15A1-460B-39B1-356C0682B0E3}"/>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85899B25-0270-031C-4C1A-97646E1EACE9}"/>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8" name="Straight Connector 37">
              <a:extLst>
                <a:ext uri="{FF2B5EF4-FFF2-40B4-BE49-F238E27FC236}">
                  <a16:creationId xmlns:a16="http://schemas.microsoft.com/office/drawing/2014/main" id="{9EF67FF9-AF3A-DAAA-3513-E795786072FA}"/>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03F677A-7CFA-DE11-E949-4DC3B939173F}"/>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BBBB7D2-9BBA-211D-7F2E-27FD93760FE2}"/>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7C9D1538-0029-FE43-E542-7521F332316B}"/>
              </a:ext>
            </a:extLst>
          </p:cNvPr>
          <p:cNvGrpSpPr/>
          <p:nvPr/>
        </p:nvGrpSpPr>
        <p:grpSpPr>
          <a:xfrm>
            <a:off x="720397" y="3422450"/>
            <a:ext cx="401352" cy="689035"/>
            <a:chOff x="5904116" y="602659"/>
            <a:chExt cx="401352" cy="689035"/>
          </a:xfrm>
        </p:grpSpPr>
        <p:grpSp>
          <p:nvGrpSpPr>
            <p:cNvPr id="51" name="Group 50">
              <a:extLst>
                <a:ext uri="{FF2B5EF4-FFF2-40B4-BE49-F238E27FC236}">
                  <a16:creationId xmlns:a16="http://schemas.microsoft.com/office/drawing/2014/main" id="{B2BA3FDA-B2C2-1667-010B-50B6553F6FFA}"/>
                </a:ext>
              </a:extLst>
            </p:cNvPr>
            <p:cNvGrpSpPr/>
            <p:nvPr/>
          </p:nvGrpSpPr>
          <p:grpSpPr>
            <a:xfrm rot="1800000">
              <a:off x="5925482" y="717135"/>
              <a:ext cx="379986" cy="323380"/>
              <a:chOff x="5486512" y="3748505"/>
              <a:chExt cx="1218976" cy="1037391"/>
            </a:xfrm>
          </p:grpSpPr>
          <p:sp>
            <p:nvSpPr>
              <p:cNvPr id="55" name="Freeform: Shape 54">
                <a:extLst>
                  <a:ext uri="{FF2B5EF4-FFF2-40B4-BE49-F238E27FC236}">
                    <a16:creationId xmlns:a16="http://schemas.microsoft.com/office/drawing/2014/main" id="{984172B3-6C8B-40A3-5E6F-6E5DD99F24FA}"/>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20A11E27-D580-C78C-0E14-05F907AAA41A}"/>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34940404-B1B6-1EC0-A860-919255AB0FDB}"/>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706CF75D-23CC-F041-7CFE-0FFE9A5D6FDC}"/>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0B2F232C-EB13-5185-A981-D9B0067D1FAD}"/>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D5314257-4051-C7ED-DA99-29E6CDC38B98}"/>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61" name="Oval 60">
                <a:extLst>
                  <a:ext uri="{FF2B5EF4-FFF2-40B4-BE49-F238E27FC236}">
                    <a16:creationId xmlns:a16="http://schemas.microsoft.com/office/drawing/2014/main" id="{FC6ED987-E74C-6273-E806-CD506ED980AC}"/>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4584E02F-0831-DCCA-7986-8335AD046AB1}"/>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9F9C0A3E-003B-A4D3-119B-E1CABFDF268D}"/>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2" name="Straight Connector 51">
              <a:extLst>
                <a:ext uri="{FF2B5EF4-FFF2-40B4-BE49-F238E27FC236}">
                  <a16:creationId xmlns:a16="http://schemas.microsoft.com/office/drawing/2014/main" id="{57E47425-1914-E283-0AC8-72DFE2C4422F}"/>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67786A6-985C-55ED-2085-5FEBF2DF632A}"/>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7D77901-4488-5427-E6CA-8A1566F9AE22}"/>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B6BD2A78-5A3F-C684-1B34-7E64E2652E0F}"/>
              </a:ext>
            </a:extLst>
          </p:cNvPr>
          <p:cNvGrpSpPr/>
          <p:nvPr/>
        </p:nvGrpSpPr>
        <p:grpSpPr>
          <a:xfrm>
            <a:off x="6537873" y="3422450"/>
            <a:ext cx="401352" cy="689035"/>
            <a:chOff x="5904116" y="602659"/>
            <a:chExt cx="401352" cy="689035"/>
          </a:xfrm>
        </p:grpSpPr>
        <p:grpSp>
          <p:nvGrpSpPr>
            <p:cNvPr id="65" name="Group 64">
              <a:extLst>
                <a:ext uri="{FF2B5EF4-FFF2-40B4-BE49-F238E27FC236}">
                  <a16:creationId xmlns:a16="http://schemas.microsoft.com/office/drawing/2014/main" id="{288F4182-E662-1943-60F7-8D2D5D57E8DE}"/>
                </a:ext>
              </a:extLst>
            </p:cNvPr>
            <p:cNvGrpSpPr/>
            <p:nvPr/>
          </p:nvGrpSpPr>
          <p:grpSpPr>
            <a:xfrm rot="1800000">
              <a:off x="5925482" y="717135"/>
              <a:ext cx="379986" cy="323380"/>
              <a:chOff x="5486512" y="3748505"/>
              <a:chExt cx="1218976" cy="1037391"/>
            </a:xfrm>
          </p:grpSpPr>
          <p:sp>
            <p:nvSpPr>
              <p:cNvPr id="69" name="Freeform: Shape 68">
                <a:extLst>
                  <a:ext uri="{FF2B5EF4-FFF2-40B4-BE49-F238E27FC236}">
                    <a16:creationId xmlns:a16="http://schemas.microsoft.com/office/drawing/2014/main" id="{5EC9F25F-D78E-13E4-F685-65680C3052AA}"/>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3E11F2EB-C118-177A-B594-046639524E4E}"/>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60E1CF61-2828-4D78-6F58-9345A366AD47}"/>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1F77B0D3-4642-8EAB-675B-28B2FF17FFD9}"/>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24A5556B-06A1-2ADA-D6AE-4A16AC176E7C}"/>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4143B3C8-049D-AA36-9AC3-01B3FB5E08B4}"/>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75" name="Oval 74">
                <a:extLst>
                  <a:ext uri="{FF2B5EF4-FFF2-40B4-BE49-F238E27FC236}">
                    <a16:creationId xmlns:a16="http://schemas.microsoft.com/office/drawing/2014/main" id="{7E8E4585-A36C-C7A3-3A5B-8E2CE2993E01}"/>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CAD602B7-AEE0-D669-4456-23091F306A75}"/>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9B088431-CBD0-4661-808F-CB01B74F158F}"/>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66" name="Straight Connector 65">
              <a:extLst>
                <a:ext uri="{FF2B5EF4-FFF2-40B4-BE49-F238E27FC236}">
                  <a16:creationId xmlns:a16="http://schemas.microsoft.com/office/drawing/2014/main" id="{C1F24D96-8E95-9C73-9002-C4E29892A75F}"/>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F13651F-B886-2B4C-CF36-97ABE2BE8295}"/>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2FA28FF-5E48-34D5-EED9-10CDA9D3259E}"/>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E48C06FC-62E5-42B4-8F1C-860A4CD5077C}"/>
              </a:ext>
            </a:extLst>
          </p:cNvPr>
          <p:cNvGrpSpPr/>
          <p:nvPr/>
        </p:nvGrpSpPr>
        <p:grpSpPr>
          <a:xfrm>
            <a:off x="720397" y="4624462"/>
            <a:ext cx="401352" cy="689035"/>
            <a:chOff x="5904116" y="602659"/>
            <a:chExt cx="401352" cy="689035"/>
          </a:xfrm>
        </p:grpSpPr>
        <p:grpSp>
          <p:nvGrpSpPr>
            <p:cNvPr id="79" name="Group 78">
              <a:extLst>
                <a:ext uri="{FF2B5EF4-FFF2-40B4-BE49-F238E27FC236}">
                  <a16:creationId xmlns:a16="http://schemas.microsoft.com/office/drawing/2014/main" id="{66F999C2-9136-4F4D-C29C-5391318CA6E4}"/>
                </a:ext>
              </a:extLst>
            </p:cNvPr>
            <p:cNvGrpSpPr/>
            <p:nvPr/>
          </p:nvGrpSpPr>
          <p:grpSpPr>
            <a:xfrm rot="1800000">
              <a:off x="5925482" y="717135"/>
              <a:ext cx="379986" cy="323380"/>
              <a:chOff x="5486512" y="3748505"/>
              <a:chExt cx="1218976" cy="1037391"/>
            </a:xfrm>
          </p:grpSpPr>
          <p:sp>
            <p:nvSpPr>
              <p:cNvPr id="83" name="Freeform: Shape 82">
                <a:extLst>
                  <a:ext uri="{FF2B5EF4-FFF2-40B4-BE49-F238E27FC236}">
                    <a16:creationId xmlns:a16="http://schemas.microsoft.com/office/drawing/2014/main" id="{F7C98640-0B7D-B3B4-E5ED-DD65C9FADF76}"/>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89E8BD38-6D16-6D02-B2EB-2B8F8EA41C9D}"/>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8A614E1D-1C18-760D-4812-BE211454BC80}"/>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556DB859-AEEA-9016-ACA6-8268C65451A4}"/>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080C7390-343B-F291-8DE6-8201C7071C28}"/>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12068E50-CEEB-C5C4-BDC5-F9F62DEEB276}"/>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89" name="Oval 88">
                <a:extLst>
                  <a:ext uri="{FF2B5EF4-FFF2-40B4-BE49-F238E27FC236}">
                    <a16:creationId xmlns:a16="http://schemas.microsoft.com/office/drawing/2014/main" id="{727C9B1A-27DA-C43D-49EE-D854784AC2C1}"/>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Oval 89">
                <a:extLst>
                  <a:ext uri="{FF2B5EF4-FFF2-40B4-BE49-F238E27FC236}">
                    <a16:creationId xmlns:a16="http://schemas.microsoft.com/office/drawing/2014/main" id="{1DB4D285-391D-551F-F7E9-B2DF663E79BF}"/>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a:extLst>
                  <a:ext uri="{FF2B5EF4-FFF2-40B4-BE49-F238E27FC236}">
                    <a16:creationId xmlns:a16="http://schemas.microsoft.com/office/drawing/2014/main" id="{1DF21A04-90F4-B1BA-255E-CB630C50A052}"/>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80" name="Straight Connector 79">
              <a:extLst>
                <a:ext uri="{FF2B5EF4-FFF2-40B4-BE49-F238E27FC236}">
                  <a16:creationId xmlns:a16="http://schemas.microsoft.com/office/drawing/2014/main" id="{29A88B14-C2D1-D02C-2A27-8E1D76259F35}"/>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AB68C8D-F264-D430-4E68-9D9DF6D52ED6}"/>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52AF378-BDCC-D5EB-97A3-B1DAAA772742}"/>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EC68D205-4CE8-F9DB-F720-8840AC00E832}"/>
              </a:ext>
            </a:extLst>
          </p:cNvPr>
          <p:cNvGrpSpPr/>
          <p:nvPr/>
        </p:nvGrpSpPr>
        <p:grpSpPr>
          <a:xfrm>
            <a:off x="6537873" y="4624462"/>
            <a:ext cx="401352" cy="689035"/>
            <a:chOff x="5904116" y="602659"/>
            <a:chExt cx="401352" cy="689035"/>
          </a:xfrm>
        </p:grpSpPr>
        <p:grpSp>
          <p:nvGrpSpPr>
            <p:cNvPr id="93" name="Group 92">
              <a:extLst>
                <a:ext uri="{FF2B5EF4-FFF2-40B4-BE49-F238E27FC236}">
                  <a16:creationId xmlns:a16="http://schemas.microsoft.com/office/drawing/2014/main" id="{BD984E6C-A943-634F-D39B-E3E5EF608209}"/>
                </a:ext>
              </a:extLst>
            </p:cNvPr>
            <p:cNvGrpSpPr/>
            <p:nvPr/>
          </p:nvGrpSpPr>
          <p:grpSpPr>
            <a:xfrm rot="1800000">
              <a:off x="5925482" y="717135"/>
              <a:ext cx="379986" cy="323380"/>
              <a:chOff x="5486512" y="3748505"/>
              <a:chExt cx="1218976" cy="1037391"/>
            </a:xfrm>
          </p:grpSpPr>
          <p:sp>
            <p:nvSpPr>
              <p:cNvPr id="97" name="Freeform: Shape 96">
                <a:extLst>
                  <a:ext uri="{FF2B5EF4-FFF2-40B4-BE49-F238E27FC236}">
                    <a16:creationId xmlns:a16="http://schemas.microsoft.com/office/drawing/2014/main" id="{99D7B945-826B-F8DB-4FB6-E735827CF999}"/>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4D284D3D-29C3-4A70-CFC9-1CD7CA4CAD53}"/>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912DE4F2-5BF6-AEB1-ADD7-5AF1B29B3CEC}"/>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68A64397-0AA3-B2C8-5397-9B6750ABEB37}"/>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6B672892-01AB-8C7D-5FD1-148C5F613C81}"/>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4521D50A-7DEF-C094-DDE2-6CA8EA592656}"/>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103" name="Oval 102">
                <a:extLst>
                  <a:ext uri="{FF2B5EF4-FFF2-40B4-BE49-F238E27FC236}">
                    <a16:creationId xmlns:a16="http://schemas.microsoft.com/office/drawing/2014/main" id="{4D68CD6A-FAB3-BF90-8409-BABAED6CFBE8}"/>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517AFA77-22FF-5607-1C43-CDFFD886DAEE}"/>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AADC8028-58DF-6CD6-BDE7-6DC1C8E26108}"/>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94" name="Straight Connector 93">
              <a:extLst>
                <a:ext uri="{FF2B5EF4-FFF2-40B4-BE49-F238E27FC236}">
                  <a16:creationId xmlns:a16="http://schemas.microsoft.com/office/drawing/2014/main" id="{3D6E5EFD-BF4E-CFC0-B440-DE9D2C7BF9FD}"/>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4CEFC34B-1E9B-347F-959D-280D1643F5D5}"/>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8BC2C33-F730-3ED3-A59F-E8235C7E723B}"/>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5507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FB7750A4-E181-9CD3-D320-A17B6352BF39}"/>
              </a:ext>
            </a:extLst>
          </p:cNvPr>
          <p:cNvSpPr>
            <a:spLocks noGrp="1"/>
          </p:cNvSpPr>
          <p:nvPr>
            <p:ph type="body" sz="quarter" idx="10"/>
          </p:nvPr>
        </p:nvSpPr>
        <p:spPr/>
        <p:txBody>
          <a:bodyPr/>
          <a:lstStyle/>
          <a:p>
            <a:r>
              <a:rPr lang="en-GB"/>
              <a:t>Basic rules of formatting</a:t>
            </a:r>
          </a:p>
        </p:txBody>
      </p:sp>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p:txBody>
          <a:bodyPr/>
          <a:lstStyle/>
          <a:p>
            <a:r>
              <a:rPr lang="en-GB" sz="2300"/>
              <a:t>Slides should follow the basic rules of formatting</a:t>
            </a:r>
          </a:p>
        </p:txBody>
      </p:sp>
      <p:sp>
        <p:nvSpPr>
          <p:cNvPr id="23" name="Content Placeholder 3">
            <a:extLst>
              <a:ext uri="{FF2B5EF4-FFF2-40B4-BE49-F238E27FC236}">
                <a16:creationId xmlns:a16="http://schemas.microsoft.com/office/drawing/2014/main" id="{279A928B-6821-7D24-3241-8B75EB7377DD}"/>
              </a:ext>
            </a:extLst>
          </p:cNvPr>
          <p:cNvSpPr txBox="1">
            <a:spLocks/>
          </p:cNvSpPr>
          <p:nvPr/>
        </p:nvSpPr>
        <p:spPr>
          <a:xfrm>
            <a:off x="604116" y="4558620"/>
            <a:ext cx="3445370" cy="576000"/>
          </a:xfrm>
          <a:prstGeom prst="rect">
            <a:avLst/>
          </a:prstGeom>
          <a:noFill/>
        </p:spPr>
        <p:txBody>
          <a:bodyPr vert="horz" wrap="square" lIns="72000" tIns="45720" rIns="7200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0">
                <a:solidFill>
                  <a:schemeClr val="bg2"/>
                </a:solidFill>
              </a:rPr>
              <a:t>Use </a:t>
            </a:r>
            <a:r>
              <a:rPr lang="en-GB" sz="1400">
                <a:solidFill>
                  <a:schemeClr val="bg2"/>
                </a:solidFill>
              </a:rPr>
              <a:t>left align </a:t>
            </a:r>
            <a:r>
              <a:rPr lang="en-GB" sz="1400" b="0">
                <a:solidFill>
                  <a:schemeClr val="bg2"/>
                </a:solidFill>
              </a:rPr>
              <a:t>except for subtitles where you prefer centre alignment</a:t>
            </a:r>
          </a:p>
        </p:txBody>
      </p:sp>
      <p:sp>
        <p:nvSpPr>
          <p:cNvPr id="19" name="TextBox 18">
            <a:extLst>
              <a:ext uri="{FF2B5EF4-FFF2-40B4-BE49-F238E27FC236}">
                <a16:creationId xmlns:a16="http://schemas.microsoft.com/office/drawing/2014/main" id="{C89780D1-6A21-F1C6-286F-45C7837F9289}"/>
              </a:ext>
            </a:extLst>
          </p:cNvPr>
          <p:cNvSpPr txBox="1"/>
          <p:nvPr/>
        </p:nvSpPr>
        <p:spPr>
          <a:xfrm>
            <a:off x="1239659" y="2030852"/>
            <a:ext cx="1663987" cy="365760"/>
          </a:xfrm>
          <a:prstGeom prst="rect">
            <a:avLst/>
          </a:prstGeom>
          <a:noFill/>
        </p:spPr>
        <p:txBody>
          <a:bodyPr wrap="square" lIns="0" tIns="0" rIns="0" bIns="0" anchor="ctr" anchorCtr="0">
            <a:noAutofit/>
          </a:bodyPr>
          <a:lstStyle/>
          <a:p>
            <a:r>
              <a:rPr lang="en-GB" sz="1600" b="1">
                <a:solidFill>
                  <a:schemeClr val="tx2"/>
                </a:solidFill>
              </a:rPr>
              <a:t>Text content</a:t>
            </a:r>
            <a:endParaRPr lang="en-GB" b="1">
              <a:solidFill>
                <a:schemeClr val="tx2"/>
              </a:solidFill>
            </a:endParaRPr>
          </a:p>
        </p:txBody>
      </p:sp>
      <p:grpSp>
        <p:nvGrpSpPr>
          <p:cNvPr id="24" name="Group 23">
            <a:extLst>
              <a:ext uri="{FF2B5EF4-FFF2-40B4-BE49-F238E27FC236}">
                <a16:creationId xmlns:a16="http://schemas.microsoft.com/office/drawing/2014/main" id="{9A2FFD25-E4D8-9BF3-A7B5-7123FFE1FC3C}"/>
              </a:ext>
            </a:extLst>
          </p:cNvPr>
          <p:cNvGrpSpPr/>
          <p:nvPr/>
        </p:nvGrpSpPr>
        <p:grpSpPr>
          <a:xfrm>
            <a:off x="604116" y="1869215"/>
            <a:ext cx="401352" cy="689035"/>
            <a:chOff x="5904116" y="602659"/>
            <a:chExt cx="401352" cy="689035"/>
          </a:xfrm>
        </p:grpSpPr>
        <p:grpSp>
          <p:nvGrpSpPr>
            <p:cNvPr id="25" name="Group 24">
              <a:extLst>
                <a:ext uri="{FF2B5EF4-FFF2-40B4-BE49-F238E27FC236}">
                  <a16:creationId xmlns:a16="http://schemas.microsoft.com/office/drawing/2014/main" id="{7A6B765C-9939-EEF9-9467-096594461D59}"/>
                </a:ext>
              </a:extLst>
            </p:cNvPr>
            <p:cNvGrpSpPr/>
            <p:nvPr/>
          </p:nvGrpSpPr>
          <p:grpSpPr>
            <a:xfrm rot="1800000">
              <a:off x="5925482" y="717135"/>
              <a:ext cx="379986" cy="323380"/>
              <a:chOff x="5486512" y="3748505"/>
              <a:chExt cx="1218976" cy="1037391"/>
            </a:xfrm>
          </p:grpSpPr>
          <p:sp>
            <p:nvSpPr>
              <p:cNvPr id="35" name="Freeform: Shape 34">
                <a:extLst>
                  <a:ext uri="{FF2B5EF4-FFF2-40B4-BE49-F238E27FC236}">
                    <a16:creationId xmlns:a16="http://schemas.microsoft.com/office/drawing/2014/main" id="{7945F1F7-33C6-7ABA-C84A-19DD58F500CE}"/>
                  </a:ext>
                </a:extLst>
              </p:cNvPr>
              <p:cNvSpPr/>
              <p:nvPr/>
            </p:nvSpPr>
            <p:spPr>
              <a:xfrm>
                <a:off x="5486512" y="3748505"/>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5"/>
                      <a:pt x="274320" y="794911"/>
                      <a:pt x="274320" y="685800"/>
                    </a:cubicBezTo>
                    <a:cubicBezTo>
                      <a:pt x="274320" y="576650"/>
                      <a:pt x="317680" y="471987"/>
                      <a:pt x="394835" y="394835"/>
                    </a:cubicBezTo>
                    <a:cubicBezTo>
                      <a:pt x="472025" y="317682"/>
                      <a:pt x="576689" y="274320"/>
                      <a:pt x="685800" y="274320"/>
                    </a:cubicBezTo>
                    <a:cubicBezTo>
                      <a:pt x="794950" y="274320"/>
                      <a:pt x="899613" y="317680"/>
                      <a:pt x="976765" y="394835"/>
                    </a:cubicBezTo>
                    <a:cubicBezTo>
                      <a:pt x="1053918" y="472025"/>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D6724E51-3586-1B19-0A13-AEA46D302D7A}"/>
                  </a:ext>
                </a:extLst>
              </p:cNvPr>
              <p:cNvSpPr/>
              <p:nvPr/>
            </p:nvSpPr>
            <p:spPr>
              <a:xfrm>
                <a:off x="5875533" y="3852244"/>
                <a:ext cx="829912" cy="51870"/>
              </a:xfrm>
              <a:custGeom>
                <a:avLst/>
                <a:gdLst>
                  <a:gd name="connsiteX0" fmla="*/ 137160 w 4389120"/>
                  <a:gd name="connsiteY0" fmla="*/ 274320 h 274320"/>
                  <a:gd name="connsiteX1" fmla="*/ 4251960 w 4389120"/>
                  <a:gd name="connsiteY1" fmla="*/ 274320 h 274320"/>
                  <a:gd name="connsiteX2" fmla="*/ 4389120 w 4389120"/>
                  <a:gd name="connsiteY2" fmla="*/ 137160 h 274320"/>
                  <a:gd name="connsiteX3" fmla="*/ 4251960 w 4389120"/>
                  <a:gd name="connsiteY3" fmla="*/ 0 h 274320"/>
                  <a:gd name="connsiteX4" fmla="*/ 137160 w 4389120"/>
                  <a:gd name="connsiteY4" fmla="*/ 0 h 274320"/>
                  <a:gd name="connsiteX5" fmla="*/ 0 w 4389120"/>
                  <a:gd name="connsiteY5" fmla="*/ 137160 h 274320"/>
                  <a:gd name="connsiteX6" fmla="*/ 137160 w 4389120"/>
                  <a:gd name="connsiteY6" fmla="*/ 27432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137160" y="274320"/>
                    </a:moveTo>
                    <a:lnTo>
                      <a:pt x="4251960" y="274320"/>
                    </a:lnTo>
                    <a:cubicBezTo>
                      <a:pt x="4327702" y="274320"/>
                      <a:pt x="4389120" y="212897"/>
                      <a:pt x="4389120" y="137160"/>
                    </a:cubicBezTo>
                    <a:cubicBezTo>
                      <a:pt x="4389120" y="61423"/>
                      <a:pt x="4327702" y="0"/>
                      <a:pt x="4251960" y="0"/>
                    </a:cubicBezTo>
                    <a:lnTo>
                      <a:pt x="137160" y="0"/>
                    </a:lnTo>
                    <a:cubicBezTo>
                      <a:pt x="61428" y="0"/>
                      <a:pt x="0" y="61423"/>
                      <a:pt x="0" y="137160"/>
                    </a:cubicBezTo>
                    <a:cubicBezTo>
                      <a:pt x="0" y="212897"/>
                      <a:pt x="61428" y="274320"/>
                      <a:pt x="137160" y="274320"/>
                    </a:cubicBezTo>
                    <a:close/>
                  </a:path>
                </a:pathLst>
              </a:custGeom>
              <a:solidFill>
                <a:schemeClr val="tx1"/>
              </a:solidFill>
              <a:ln w="9797"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0CAA9FA8-1752-6F26-C740-6E974AEAAB08}"/>
                  </a:ext>
                </a:extLst>
              </p:cNvPr>
              <p:cNvSpPr/>
              <p:nvPr/>
            </p:nvSpPr>
            <p:spPr>
              <a:xfrm>
                <a:off x="5486512" y="4137526"/>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8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8"/>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1987"/>
                      <a:pt x="1097280" y="576660"/>
                      <a:pt x="1097280" y="685800"/>
                    </a:cubicBezTo>
                    <a:cubicBezTo>
                      <a:pt x="1097163" y="794911"/>
                      <a:pt x="1053771" y="899495"/>
                      <a:pt x="976618" y="976618"/>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2293D8F8-905C-29DE-2EE1-65B56373EACE}"/>
                  </a:ext>
                </a:extLst>
              </p:cNvPr>
              <p:cNvSpPr/>
              <p:nvPr/>
            </p:nvSpPr>
            <p:spPr>
              <a:xfrm>
                <a:off x="5875533" y="4241265"/>
                <a:ext cx="829912" cy="51870"/>
              </a:xfrm>
              <a:custGeom>
                <a:avLst/>
                <a:gdLst>
                  <a:gd name="connsiteX0" fmla="*/ 4251960 w 4389120"/>
                  <a:gd name="connsiteY0" fmla="*/ 0 h 274320"/>
                  <a:gd name="connsiteX1" fmla="*/ 137160 w 4389120"/>
                  <a:gd name="connsiteY1" fmla="*/ 0 h 274320"/>
                  <a:gd name="connsiteX2" fmla="*/ 0 w 4389120"/>
                  <a:gd name="connsiteY2" fmla="*/ 137160 h 274320"/>
                  <a:gd name="connsiteX3" fmla="*/ 137160 w 4389120"/>
                  <a:gd name="connsiteY3" fmla="*/ 274320 h 274320"/>
                  <a:gd name="connsiteX4" fmla="*/ 4251960 w 4389120"/>
                  <a:gd name="connsiteY4" fmla="*/ 274320 h 274320"/>
                  <a:gd name="connsiteX5" fmla="*/ 4389120 w 4389120"/>
                  <a:gd name="connsiteY5" fmla="*/ 137160 h 274320"/>
                  <a:gd name="connsiteX6" fmla="*/ 4251960 w 4389120"/>
                  <a:gd name="connsiteY6"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9120" h="274320">
                    <a:moveTo>
                      <a:pt x="4251960" y="0"/>
                    </a:moveTo>
                    <a:lnTo>
                      <a:pt x="137160" y="0"/>
                    </a:lnTo>
                    <a:cubicBezTo>
                      <a:pt x="61428" y="0"/>
                      <a:pt x="0" y="61428"/>
                      <a:pt x="0" y="137160"/>
                    </a:cubicBezTo>
                    <a:cubicBezTo>
                      <a:pt x="0" y="212892"/>
                      <a:pt x="61428" y="274320"/>
                      <a:pt x="137160" y="274320"/>
                    </a:cubicBezTo>
                    <a:lnTo>
                      <a:pt x="4251960" y="274320"/>
                    </a:lnTo>
                    <a:cubicBezTo>
                      <a:pt x="4327702" y="274320"/>
                      <a:pt x="4389120" y="212892"/>
                      <a:pt x="4389120" y="137160"/>
                    </a:cubicBezTo>
                    <a:cubicBezTo>
                      <a:pt x="4389120" y="61428"/>
                      <a:pt x="4327702" y="0"/>
                      <a:pt x="4251960" y="0"/>
                    </a:cubicBezTo>
                    <a:close/>
                  </a:path>
                </a:pathLst>
              </a:custGeom>
              <a:solidFill>
                <a:schemeClr val="tx1"/>
              </a:solidFill>
              <a:ln w="9797"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E9D3F16E-EB2F-C423-89CD-1E8198CA9D94}"/>
                  </a:ext>
                </a:extLst>
              </p:cNvPr>
              <p:cNvSpPr/>
              <p:nvPr/>
            </p:nvSpPr>
            <p:spPr>
              <a:xfrm>
                <a:off x="5486512" y="4526548"/>
                <a:ext cx="259348" cy="259348"/>
              </a:xfrm>
              <a:custGeom>
                <a:avLst/>
                <a:gdLst>
                  <a:gd name="connsiteX0" fmla="*/ 685800 w 1371600"/>
                  <a:gd name="connsiteY0" fmla="*/ 0 h 1371600"/>
                  <a:gd name="connsiteX1" fmla="*/ 200881 w 1371600"/>
                  <a:gd name="connsiteY1" fmla="*/ 200881 h 1371600"/>
                  <a:gd name="connsiteX2" fmla="*/ 0 w 1371600"/>
                  <a:gd name="connsiteY2" fmla="*/ 685800 h 1371600"/>
                  <a:gd name="connsiteX3" fmla="*/ 200881 w 1371600"/>
                  <a:gd name="connsiteY3" fmla="*/ 1170719 h 1371600"/>
                  <a:gd name="connsiteX4" fmla="*/ 685800 w 1371600"/>
                  <a:gd name="connsiteY4" fmla="*/ 1371600 h 1371600"/>
                  <a:gd name="connsiteX5" fmla="*/ 1170719 w 1371600"/>
                  <a:gd name="connsiteY5" fmla="*/ 1170719 h 1371600"/>
                  <a:gd name="connsiteX6" fmla="*/ 1371600 w 1371600"/>
                  <a:gd name="connsiteY6" fmla="*/ 685800 h 1371600"/>
                  <a:gd name="connsiteX7" fmla="*/ 1170533 w 1371600"/>
                  <a:gd name="connsiteY7" fmla="*/ 201067 h 1371600"/>
                  <a:gd name="connsiteX8" fmla="*/ 685800 w 1371600"/>
                  <a:gd name="connsiteY8" fmla="*/ 0 h 1371600"/>
                  <a:gd name="connsiteX9" fmla="*/ 685800 w 1371600"/>
                  <a:gd name="connsiteY9" fmla="*/ 1097280 h 1371600"/>
                  <a:gd name="connsiteX10" fmla="*/ 394835 w 1371600"/>
                  <a:gd name="connsiteY10" fmla="*/ 976765 h 1371600"/>
                  <a:gd name="connsiteX11" fmla="*/ 274320 w 1371600"/>
                  <a:gd name="connsiteY11" fmla="*/ 685800 h 1371600"/>
                  <a:gd name="connsiteX12" fmla="*/ 394835 w 1371600"/>
                  <a:gd name="connsiteY12" fmla="*/ 394835 h 1371600"/>
                  <a:gd name="connsiteX13" fmla="*/ 685800 w 1371600"/>
                  <a:gd name="connsiteY13" fmla="*/ 274320 h 1371600"/>
                  <a:gd name="connsiteX14" fmla="*/ 976765 w 1371600"/>
                  <a:gd name="connsiteY14" fmla="*/ 394835 h 1371600"/>
                  <a:gd name="connsiteX15" fmla="*/ 1097280 w 1371600"/>
                  <a:gd name="connsiteY15" fmla="*/ 685800 h 1371600"/>
                  <a:gd name="connsiteX16" fmla="*/ 976618 w 1371600"/>
                  <a:gd name="connsiteY16" fmla="*/ 976619 h 1371600"/>
                  <a:gd name="connsiteX17" fmla="*/ 685800 w 1371600"/>
                  <a:gd name="connsiteY17" fmla="*/ 109728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1600" h="1371600">
                    <a:moveTo>
                      <a:pt x="685800" y="0"/>
                    </a:moveTo>
                    <a:cubicBezTo>
                      <a:pt x="503906" y="0"/>
                      <a:pt x="329468" y="72254"/>
                      <a:pt x="200881" y="200881"/>
                    </a:cubicBezTo>
                    <a:cubicBezTo>
                      <a:pt x="72254" y="329468"/>
                      <a:pt x="0" y="503906"/>
                      <a:pt x="0" y="685800"/>
                    </a:cubicBezTo>
                    <a:cubicBezTo>
                      <a:pt x="0" y="867694"/>
                      <a:pt x="72254" y="1042132"/>
                      <a:pt x="200881" y="1170719"/>
                    </a:cubicBezTo>
                    <a:cubicBezTo>
                      <a:pt x="329468" y="1299346"/>
                      <a:pt x="503906" y="1371600"/>
                      <a:pt x="685800" y="1371600"/>
                    </a:cubicBezTo>
                    <a:cubicBezTo>
                      <a:pt x="867694" y="1371600"/>
                      <a:pt x="1042132" y="1299346"/>
                      <a:pt x="1170719" y="1170719"/>
                    </a:cubicBezTo>
                    <a:cubicBezTo>
                      <a:pt x="1299346" y="1042132"/>
                      <a:pt x="1371600" y="867694"/>
                      <a:pt x="1371600" y="685800"/>
                    </a:cubicBezTo>
                    <a:cubicBezTo>
                      <a:pt x="1371404" y="503975"/>
                      <a:pt x="1299082" y="329654"/>
                      <a:pt x="1170533" y="201067"/>
                    </a:cubicBezTo>
                    <a:cubicBezTo>
                      <a:pt x="1041946" y="72519"/>
                      <a:pt x="867625" y="186"/>
                      <a:pt x="685800" y="0"/>
                    </a:cubicBezTo>
                    <a:close/>
                    <a:moveTo>
                      <a:pt x="685800" y="1097280"/>
                    </a:moveTo>
                    <a:cubicBezTo>
                      <a:pt x="576650" y="1097280"/>
                      <a:pt x="472026" y="1053918"/>
                      <a:pt x="394835" y="976765"/>
                    </a:cubicBezTo>
                    <a:cubicBezTo>
                      <a:pt x="317682" y="899574"/>
                      <a:pt x="274320" y="794940"/>
                      <a:pt x="274320" y="685800"/>
                    </a:cubicBezTo>
                    <a:cubicBezTo>
                      <a:pt x="274320" y="576660"/>
                      <a:pt x="317680" y="472026"/>
                      <a:pt x="394835" y="394835"/>
                    </a:cubicBezTo>
                    <a:cubicBezTo>
                      <a:pt x="472025" y="317682"/>
                      <a:pt x="576660" y="274320"/>
                      <a:pt x="685800" y="274320"/>
                    </a:cubicBezTo>
                    <a:cubicBezTo>
                      <a:pt x="794940" y="274320"/>
                      <a:pt x="899574" y="317682"/>
                      <a:pt x="976765" y="394835"/>
                    </a:cubicBezTo>
                    <a:cubicBezTo>
                      <a:pt x="1053918" y="472026"/>
                      <a:pt x="1097280" y="576660"/>
                      <a:pt x="1097280" y="685800"/>
                    </a:cubicBezTo>
                    <a:cubicBezTo>
                      <a:pt x="1097163" y="794911"/>
                      <a:pt x="1053771" y="899495"/>
                      <a:pt x="976618" y="976619"/>
                    </a:cubicBezTo>
                    <a:cubicBezTo>
                      <a:pt x="899505" y="1053771"/>
                      <a:pt x="794911" y="1097172"/>
                      <a:pt x="685800" y="1097280"/>
                    </a:cubicBezTo>
                    <a:close/>
                  </a:path>
                </a:pathLst>
              </a:custGeom>
              <a:solidFill>
                <a:schemeClr val="tx1"/>
              </a:solidFill>
              <a:ln w="9797"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074115A0-1A2E-65E0-753E-CD4E3AF2C88E}"/>
                  </a:ext>
                </a:extLst>
              </p:cNvPr>
              <p:cNvSpPr/>
              <p:nvPr/>
            </p:nvSpPr>
            <p:spPr>
              <a:xfrm>
                <a:off x="5875576" y="4630286"/>
                <a:ext cx="829912" cy="51870"/>
              </a:xfrm>
              <a:custGeom>
                <a:avLst/>
                <a:gdLst>
                  <a:gd name="connsiteX0" fmla="*/ 4251735 w 4389120"/>
                  <a:gd name="connsiteY0" fmla="*/ 0 h 274320"/>
                  <a:gd name="connsiteX1" fmla="*/ 136935 w 4389120"/>
                  <a:gd name="connsiteY1" fmla="*/ 0 h 274320"/>
                  <a:gd name="connsiteX2" fmla="*/ 0 w 4389120"/>
                  <a:gd name="connsiteY2" fmla="*/ 137160 h 274320"/>
                  <a:gd name="connsiteX3" fmla="*/ 136935 w 4389120"/>
                  <a:gd name="connsiteY3" fmla="*/ 274320 h 274320"/>
                  <a:gd name="connsiteX4" fmla="*/ 4251735 w 4389120"/>
                  <a:gd name="connsiteY4" fmla="*/ 274320 h 274320"/>
                  <a:gd name="connsiteX5" fmla="*/ 4348864 w 4389120"/>
                  <a:gd name="connsiteY5" fmla="*/ 234211 h 274320"/>
                  <a:gd name="connsiteX6" fmla="*/ 4389120 w 4389120"/>
                  <a:gd name="connsiteY6" fmla="*/ 137160 h 274320"/>
                  <a:gd name="connsiteX7" fmla="*/ 4348864 w 4389120"/>
                  <a:gd name="connsiteY7" fmla="*/ 40071 h 274320"/>
                  <a:gd name="connsiteX8" fmla="*/ 4251735 w 4389120"/>
                  <a:gd name="connsiteY8"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9120" h="274320">
                    <a:moveTo>
                      <a:pt x="4251735" y="0"/>
                    </a:moveTo>
                    <a:lnTo>
                      <a:pt x="136935" y="0"/>
                    </a:lnTo>
                    <a:cubicBezTo>
                      <a:pt x="61271" y="118"/>
                      <a:pt x="0" y="61497"/>
                      <a:pt x="0" y="137160"/>
                    </a:cubicBezTo>
                    <a:cubicBezTo>
                      <a:pt x="0" y="212824"/>
                      <a:pt x="61271" y="274164"/>
                      <a:pt x="136935" y="274320"/>
                    </a:cubicBezTo>
                    <a:lnTo>
                      <a:pt x="4251735" y="274320"/>
                    </a:lnTo>
                    <a:cubicBezTo>
                      <a:pt x="4288170" y="274359"/>
                      <a:pt x="4323107" y="259968"/>
                      <a:pt x="4348864" y="234211"/>
                    </a:cubicBezTo>
                    <a:cubicBezTo>
                      <a:pt x="4374660" y="208493"/>
                      <a:pt x="4389120" y="173557"/>
                      <a:pt x="4389120" y="137160"/>
                    </a:cubicBezTo>
                    <a:cubicBezTo>
                      <a:pt x="4389120" y="100725"/>
                      <a:pt x="4374660" y="65827"/>
                      <a:pt x="4348864" y="40071"/>
                    </a:cubicBezTo>
                    <a:cubicBezTo>
                      <a:pt x="4323107" y="14353"/>
                      <a:pt x="4288170" y="-78"/>
                      <a:pt x="4251735" y="0"/>
                    </a:cubicBezTo>
                    <a:close/>
                  </a:path>
                </a:pathLst>
              </a:custGeom>
              <a:solidFill>
                <a:schemeClr val="tx1"/>
              </a:solidFill>
              <a:ln w="9797" cap="flat">
                <a:noFill/>
                <a:prstDash val="solid"/>
                <a:miter/>
              </a:ln>
            </p:spPr>
            <p:txBody>
              <a:bodyPr rtlCol="0" anchor="ctr"/>
              <a:lstStyle/>
              <a:p>
                <a:endParaRPr lang="en-IN"/>
              </a:p>
            </p:txBody>
          </p:sp>
          <p:sp>
            <p:nvSpPr>
              <p:cNvPr id="43" name="Oval 42">
                <a:extLst>
                  <a:ext uri="{FF2B5EF4-FFF2-40B4-BE49-F238E27FC236}">
                    <a16:creationId xmlns:a16="http://schemas.microsoft.com/office/drawing/2014/main" id="{B9880A1F-C574-26BC-404F-E513BE002A8B}"/>
                  </a:ext>
                </a:extLst>
              </p:cNvPr>
              <p:cNvSpPr/>
              <p:nvPr/>
            </p:nvSpPr>
            <p:spPr>
              <a:xfrm>
                <a:off x="5533247" y="4184261"/>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44" name="Oval 43">
                <a:extLst>
                  <a:ext uri="{FF2B5EF4-FFF2-40B4-BE49-F238E27FC236}">
                    <a16:creationId xmlns:a16="http://schemas.microsoft.com/office/drawing/2014/main" id="{DC5A14AB-1A9B-F7A1-D82B-6B0D5FF36F7A}"/>
                  </a:ext>
                </a:extLst>
              </p:cNvPr>
              <p:cNvSpPr/>
              <p:nvPr/>
            </p:nvSpPr>
            <p:spPr>
              <a:xfrm>
                <a:off x="5533247" y="3795240"/>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45" name="Oval 44">
                <a:extLst>
                  <a:ext uri="{FF2B5EF4-FFF2-40B4-BE49-F238E27FC236}">
                    <a16:creationId xmlns:a16="http://schemas.microsoft.com/office/drawing/2014/main" id="{91A5EC31-B144-2359-8F5B-8C4018BC5C3B}"/>
                  </a:ext>
                </a:extLst>
              </p:cNvPr>
              <p:cNvSpPr/>
              <p:nvPr/>
            </p:nvSpPr>
            <p:spPr>
              <a:xfrm>
                <a:off x="5533247" y="4573283"/>
                <a:ext cx="165878" cy="1658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cxnSp>
          <p:nvCxnSpPr>
            <p:cNvPr id="32" name="Straight Connector 31">
              <a:extLst>
                <a:ext uri="{FF2B5EF4-FFF2-40B4-BE49-F238E27FC236}">
                  <a16:creationId xmlns:a16="http://schemas.microsoft.com/office/drawing/2014/main" id="{C2C316AD-45BD-5548-B712-AEC533F7CD0F}"/>
                </a:ext>
              </a:extLst>
            </p:cNvPr>
            <p:cNvCxnSpPr>
              <a:cxnSpLocks/>
            </p:cNvCxnSpPr>
            <p:nvPr/>
          </p:nvCxnSpPr>
          <p:spPr>
            <a:xfrm rot="1800000">
              <a:off x="6234175" y="975805"/>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8333CFE-CF9A-3ABA-3CA7-9C7F97720BAE}"/>
                </a:ext>
              </a:extLst>
            </p:cNvPr>
            <p:cNvCxnSpPr>
              <a:cxnSpLocks/>
            </p:cNvCxnSpPr>
            <p:nvPr/>
          </p:nvCxnSpPr>
          <p:spPr>
            <a:xfrm rot="1800000">
              <a:off x="5904116" y="602659"/>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B24CC27-4B56-348D-97BA-2A9809CFBBA9}"/>
                </a:ext>
              </a:extLst>
            </p:cNvPr>
            <p:cNvCxnSpPr>
              <a:cxnSpLocks/>
            </p:cNvCxnSpPr>
            <p:nvPr/>
          </p:nvCxnSpPr>
          <p:spPr>
            <a:xfrm rot="1800000">
              <a:off x="6011259" y="1045604"/>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Content Placeholder 3">
            <a:extLst>
              <a:ext uri="{FF2B5EF4-FFF2-40B4-BE49-F238E27FC236}">
                <a16:creationId xmlns:a16="http://schemas.microsoft.com/office/drawing/2014/main" id="{F24C1D5E-BAFF-3822-C86C-06AA5CC8C32C}"/>
              </a:ext>
            </a:extLst>
          </p:cNvPr>
          <p:cNvSpPr txBox="1">
            <a:spLocks/>
          </p:cNvSpPr>
          <p:nvPr/>
        </p:nvSpPr>
        <p:spPr>
          <a:xfrm>
            <a:off x="604116" y="5169206"/>
            <a:ext cx="3445370" cy="576000"/>
          </a:xfrm>
          <a:prstGeom prst="rect">
            <a:avLst/>
          </a:prstGeom>
          <a:noFill/>
        </p:spPr>
        <p:txBody>
          <a:bodyPr vert="horz" wrap="square" lIns="72000" tIns="45720" rIns="7200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0">
                <a:solidFill>
                  <a:schemeClr val="bg2"/>
                </a:solidFill>
              </a:rPr>
              <a:t>Use </a:t>
            </a:r>
            <a:r>
              <a:rPr lang="en-GB" sz="1400">
                <a:solidFill>
                  <a:schemeClr val="bg2"/>
                </a:solidFill>
              </a:rPr>
              <a:t>bullet points </a:t>
            </a:r>
            <a:r>
              <a:rPr lang="en-GB" sz="1400" b="0">
                <a:solidFill>
                  <a:schemeClr val="bg2"/>
                </a:solidFill>
              </a:rPr>
              <a:t>for larger areas of text </a:t>
            </a:r>
          </a:p>
        </p:txBody>
      </p:sp>
      <p:grpSp>
        <p:nvGrpSpPr>
          <p:cNvPr id="130" name="Group 129">
            <a:extLst>
              <a:ext uri="{FF2B5EF4-FFF2-40B4-BE49-F238E27FC236}">
                <a16:creationId xmlns:a16="http://schemas.microsoft.com/office/drawing/2014/main" id="{A22921BD-8823-C1FD-BE3C-DFD1666C831F}"/>
              </a:ext>
            </a:extLst>
          </p:cNvPr>
          <p:cNvGrpSpPr/>
          <p:nvPr/>
        </p:nvGrpSpPr>
        <p:grpSpPr>
          <a:xfrm>
            <a:off x="604116" y="3337450"/>
            <a:ext cx="11270974" cy="576000"/>
            <a:chOff x="604116" y="3491469"/>
            <a:chExt cx="11270974" cy="576000"/>
          </a:xfrm>
        </p:grpSpPr>
        <p:sp>
          <p:nvSpPr>
            <p:cNvPr id="31" name="TextBox 30">
              <a:extLst>
                <a:ext uri="{FF2B5EF4-FFF2-40B4-BE49-F238E27FC236}">
                  <a16:creationId xmlns:a16="http://schemas.microsoft.com/office/drawing/2014/main" id="{C72E291B-5214-4420-7F84-1324FAB65B8E}"/>
                </a:ext>
              </a:extLst>
            </p:cNvPr>
            <p:cNvSpPr txBox="1"/>
            <p:nvPr/>
          </p:nvSpPr>
          <p:spPr>
            <a:xfrm>
              <a:off x="8429720" y="3491469"/>
              <a:ext cx="3445370" cy="576000"/>
            </a:xfrm>
            <a:prstGeom prst="rect">
              <a:avLst/>
            </a:prstGeom>
            <a:noFill/>
          </p:spPr>
          <p:txBody>
            <a:bodyPr wrap="square" lIns="72000" tIns="0" rIns="72000" bIns="0" anchor="ctr" anchorCtr="0">
              <a:noAutofit/>
            </a:bodyPr>
            <a:lstStyle/>
            <a:p>
              <a:r>
                <a:rPr lang="en-GB" sz="1400">
                  <a:solidFill>
                    <a:schemeClr val="bg2"/>
                  </a:solidFill>
                </a:rPr>
                <a:t>Use </a:t>
              </a:r>
              <a:r>
                <a:rPr lang="en-GB" sz="1400" b="1">
                  <a:solidFill>
                    <a:schemeClr val="bg2"/>
                  </a:solidFill>
                </a:rPr>
                <a:t>primary colours from the palette </a:t>
              </a:r>
              <a:r>
                <a:rPr lang="en-GB" sz="1400">
                  <a:solidFill>
                    <a:schemeClr val="bg2"/>
                  </a:solidFill>
                </a:rPr>
                <a:t>first, then secondary as needed</a:t>
              </a:r>
            </a:p>
          </p:txBody>
        </p:sp>
        <p:sp>
          <p:nvSpPr>
            <p:cNvPr id="36" name="Content Placeholder 3">
              <a:extLst>
                <a:ext uri="{FF2B5EF4-FFF2-40B4-BE49-F238E27FC236}">
                  <a16:creationId xmlns:a16="http://schemas.microsoft.com/office/drawing/2014/main" id="{15113EC2-07FB-0B9E-5CE7-C5004820CDB7}"/>
                </a:ext>
              </a:extLst>
            </p:cNvPr>
            <p:cNvSpPr txBox="1">
              <a:spLocks/>
            </p:cNvSpPr>
            <p:nvPr/>
          </p:nvSpPr>
          <p:spPr>
            <a:xfrm>
              <a:off x="604116" y="3491469"/>
              <a:ext cx="3445370" cy="576000"/>
            </a:xfrm>
            <a:prstGeom prst="rect">
              <a:avLst/>
            </a:prstGeom>
            <a:noFill/>
          </p:spPr>
          <p:txBody>
            <a:bodyPr vert="horz" wrap="square" lIns="72000" tIns="45720" rIns="7200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0">
                  <a:solidFill>
                    <a:schemeClr val="bg2"/>
                  </a:solidFill>
                </a:rPr>
                <a:t>As a rule, use </a:t>
              </a:r>
              <a:r>
                <a:rPr lang="en-GB" sz="1400">
                  <a:solidFill>
                    <a:schemeClr val="bg2"/>
                  </a:solidFill>
                </a:rPr>
                <a:t>16pt for subheadings</a:t>
              </a:r>
              <a:r>
                <a:rPr lang="en-GB" sz="1400" b="0">
                  <a:solidFill>
                    <a:schemeClr val="bg2"/>
                  </a:solidFill>
                </a:rPr>
                <a:t>, </a:t>
              </a:r>
              <a:r>
                <a:rPr lang="en-GB" sz="1400">
                  <a:solidFill>
                    <a:schemeClr val="bg2"/>
                  </a:solidFill>
                </a:rPr>
                <a:t>12pt or 14pt for text </a:t>
              </a:r>
            </a:p>
          </p:txBody>
        </p:sp>
        <p:sp>
          <p:nvSpPr>
            <p:cNvPr id="29" name="TextBox 28">
              <a:extLst>
                <a:ext uri="{FF2B5EF4-FFF2-40B4-BE49-F238E27FC236}">
                  <a16:creationId xmlns:a16="http://schemas.microsoft.com/office/drawing/2014/main" id="{A0950A62-5538-F985-BB1A-75BF981007AF}"/>
                </a:ext>
              </a:extLst>
            </p:cNvPr>
            <p:cNvSpPr txBox="1"/>
            <p:nvPr/>
          </p:nvSpPr>
          <p:spPr>
            <a:xfrm>
              <a:off x="4452006" y="3491469"/>
              <a:ext cx="3445370" cy="576000"/>
            </a:xfrm>
            <a:prstGeom prst="rect">
              <a:avLst/>
            </a:prstGeom>
            <a:noFill/>
          </p:spPr>
          <p:txBody>
            <a:bodyPr wrap="square" lIns="72000" tIns="0" rIns="72000" bIns="0" anchor="ctr" anchorCtr="0">
              <a:noAutofit/>
            </a:bodyPr>
            <a:lstStyle/>
            <a:p>
              <a:r>
                <a:rPr lang="en-GB" sz="1400" b="1">
                  <a:solidFill>
                    <a:schemeClr val="bg2"/>
                  </a:solidFill>
                </a:rPr>
                <a:t>Avoid big, dark blocks </a:t>
              </a:r>
              <a:r>
                <a:rPr lang="en-GB" sz="1400">
                  <a:solidFill>
                    <a:schemeClr val="bg2"/>
                  </a:solidFill>
                </a:rPr>
                <a:t>of colour with white text</a:t>
              </a:r>
            </a:p>
          </p:txBody>
        </p:sp>
      </p:grpSp>
      <p:sp>
        <p:nvSpPr>
          <p:cNvPr id="16" name="Content Placeholder 3">
            <a:extLst>
              <a:ext uri="{FF2B5EF4-FFF2-40B4-BE49-F238E27FC236}">
                <a16:creationId xmlns:a16="http://schemas.microsoft.com/office/drawing/2014/main" id="{4424852C-296B-982F-8188-982B9FDF96F2}"/>
              </a:ext>
            </a:extLst>
          </p:cNvPr>
          <p:cNvSpPr txBox="1">
            <a:spLocks/>
          </p:cNvSpPr>
          <p:nvPr/>
        </p:nvSpPr>
        <p:spPr>
          <a:xfrm>
            <a:off x="8429720" y="2726865"/>
            <a:ext cx="3445370" cy="576000"/>
          </a:xfrm>
          <a:prstGeom prst="rect">
            <a:avLst/>
          </a:prstGeom>
          <a:noFill/>
        </p:spPr>
        <p:txBody>
          <a:bodyPr vert="horz" wrap="square" lIns="72000" tIns="45720" rIns="7200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0"/>
              <a:t>Don’t fear white space</a:t>
            </a:r>
            <a:endParaRPr lang="en-GB" sz="1400" b="0">
              <a:solidFill>
                <a:schemeClr val="bg2"/>
              </a:solidFill>
            </a:endParaRPr>
          </a:p>
        </p:txBody>
      </p:sp>
      <p:sp>
        <p:nvSpPr>
          <p:cNvPr id="26" name="TextBox 25">
            <a:extLst>
              <a:ext uri="{FF2B5EF4-FFF2-40B4-BE49-F238E27FC236}">
                <a16:creationId xmlns:a16="http://schemas.microsoft.com/office/drawing/2014/main" id="{BE4632E7-46CE-ED24-6122-898F45720159}"/>
              </a:ext>
            </a:extLst>
          </p:cNvPr>
          <p:cNvSpPr txBox="1"/>
          <p:nvPr/>
        </p:nvSpPr>
        <p:spPr>
          <a:xfrm>
            <a:off x="604116" y="2726865"/>
            <a:ext cx="3445370" cy="576000"/>
          </a:xfrm>
          <a:prstGeom prst="rect">
            <a:avLst/>
          </a:prstGeom>
          <a:noFill/>
        </p:spPr>
        <p:txBody>
          <a:bodyPr wrap="square" lIns="72000" tIns="0" rIns="72000" bIns="0" anchor="ctr" anchorCtr="0">
            <a:noAutofit/>
          </a:bodyPr>
          <a:lstStyle/>
          <a:p>
            <a:r>
              <a:rPr lang="en-GB" sz="1400">
                <a:solidFill>
                  <a:schemeClr val="bg2"/>
                </a:solidFill>
              </a:rPr>
              <a:t>Keep the </a:t>
            </a:r>
            <a:r>
              <a:rPr lang="en-GB" sz="1400" b="1">
                <a:solidFill>
                  <a:schemeClr val="bg2"/>
                </a:solidFill>
              </a:rPr>
              <a:t>font size consistent</a:t>
            </a:r>
          </a:p>
        </p:txBody>
      </p:sp>
      <p:sp>
        <p:nvSpPr>
          <p:cNvPr id="30" name="TextBox 29">
            <a:extLst>
              <a:ext uri="{FF2B5EF4-FFF2-40B4-BE49-F238E27FC236}">
                <a16:creationId xmlns:a16="http://schemas.microsoft.com/office/drawing/2014/main" id="{84D07EAA-A5FB-20EB-CE76-8B9AA6DE32E5}"/>
              </a:ext>
            </a:extLst>
          </p:cNvPr>
          <p:cNvSpPr txBox="1"/>
          <p:nvPr/>
        </p:nvSpPr>
        <p:spPr>
          <a:xfrm>
            <a:off x="4452006" y="2726865"/>
            <a:ext cx="3445370" cy="576000"/>
          </a:xfrm>
          <a:prstGeom prst="rect">
            <a:avLst/>
          </a:prstGeom>
          <a:noFill/>
        </p:spPr>
        <p:txBody>
          <a:bodyPr wrap="square" lIns="72000" tIns="0" rIns="72000" bIns="0" anchor="ctr" anchorCtr="0">
            <a:noAutofit/>
          </a:bodyPr>
          <a:lstStyle/>
          <a:p>
            <a:r>
              <a:rPr lang="en-GB" sz="1400" b="1">
                <a:solidFill>
                  <a:schemeClr val="bg2"/>
                </a:solidFill>
              </a:rPr>
              <a:t>Align shapes </a:t>
            </a:r>
            <a:r>
              <a:rPr lang="en-GB" sz="1400">
                <a:solidFill>
                  <a:schemeClr val="bg2"/>
                </a:solidFill>
              </a:rPr>
              <a:t>and keep them </a:t>
            </a:r>
            <a:r>
              <a:rPr lang="en-GB" sz="1400" b="1">
                <a:solidFill>
                  <a:schemeClr val="bg2"/>
                </a:solidFill>
              </a:rPr>
              <a:t>evenly spaced</a:t>
            </a:r>
          </a:p>
        </p:txBody>
      </p:sp>
      <p:grpSp>
        <p:nvGrpSpPr>
          <p:cNvPr id="131" name="Group 130">
            <a:extLst>
              <a:ext uri="{FF2B5EF4-FFF2-40B4-BE49-F238E27FC236}">
                <a16:creationId xmlns:a16="http://schemas.microsoft.com/office/drawing/2014/main" id="{015761DB-E765-9408-804F-A3500A25BBF1}"/>
              </a:ext>
            </a:extLst>
          </p:cNvPr>
          <p:cNvGrpSpPr/>
          <p:nvPr/>
        </p:nvGrpSpPr>
        <p:grpSpPr>
          <a:xfrm>
            <a:off x="604116" y="3948035"/>
            <a:ext cx="7293260" cy="576000"/>
            <a:chOff x="604116" y="4132858"/>
            <a:chExt cx="7293260" cy="576000"/>
          </a:xfrm>
        </p:grpSpPr>
        <p:sp>
          <p:nvSpPr>
            <p:cNvPr id="20" name="Content Placeholder 3">
              <a:extLst>
                <a:ext uri="{FF2B5EF4-FFF2-40B4-BE49-F238E27FC236}">
                  <a16:creationId xmlns:a16="http://schemas.microsoft.com/office/drawing/2014/main" id="{71DBBC73-8CAD-E370-AB12-038E96720883}"/>
                </a:ext>
              </a:extLst>
            </p:cNvPr>
            <p:cNvSpPr txBox="1">
              <a:spLocks/>
            </p:cNvSpPr>
            <p:nvPr/>
          </p:nvSpPr>
          <p:spPr>
            <a:xfrm>
              <a:off x="604116" y="4132858"/>
              <a:ext cx="3445370" cy="576000"/>
            </a:xfrm>
            <a:prstGeom prst="rect">
              <a:avLst/>
            </a:prstGeom>
            <a:noFill/>
          </p:spPr>
          <p:txBody>
            <a:bodyPr vert="horz" wrap="square" lIns="72000" tIns="45720" rIns="7200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a:solidFill>
                    <a:schemeClr val="bg2"/>
                  </a:solidFill>
                </a:rPr>
                <a:t>Use bold </a:t>
              </a:r>
              <a:r>
                <a:rPr lang="en-GB" sz="1400" b="0">
                  <a:solidFill>
                    <a:schemeClr val="bg2"/>
                  </a:solidFill>
                </a:rPr>
                <a:t>to highlight important phrases</a:t>
              </a:r>
            </a:p>
          </p:txBody>
        </p:sp>
        <p:sp>
          <p:nvSpPr>
            <p:cNvPr id="18" name="TextBox 17">
              <a:extLst>
                <a:ext uri="{FF2B5EF4-FFF2-40B4-BE49-F238E27FC236}">
                  <a16:creationId xmlns:a16="http://schemas.microsoft.com/office/drawing/2014/main" id="{260B0B3F-F33E-63D6-F548-AC8C4973055A}"/>
                </a:ext>
              </a:extLst>
            </p:cNvPr>
            <p:cNvSpPr txBox="1"/>
            <p:nvPr/>
          </p:nvSpPr>
          <p:spPr>
            <a:xfrm>
              <a:off x="4452006" y="4132858"/>
              <a:ext cx="3445370" cy="576000"/>
            </a:xfrm>
            <a:prstGeom prst="rect">
              <a:avLst/>
            </a:prstGeom>
            <a:noFill/>
          </p:spPr>
          <p:txBody>
            <a:bodyPr wrap="square" lIns="72000" tIns="0" rIns="72000" bIns="0" anchor="ctr" anchorCtr="0">
              <a:noAutofit/>
            </a:bodyPr>
            <a:lstStyle/>
            <a:p>
              <a:r>
                <a:rPr lang="en-GB" sz="1400" dirty="0">
                  <a:solidFill>
                    <a:schemeClr val="bg2"/>
                  </a:solidFill>
                </a:rPr>
                <a:t>Embed</a:t>
              </a:r>
              <a:r>
                <a:rPr lang="en-GB" sz="1400" dirty="0"/>
                <a:t> </a:t>
              </a:r>
              <a:r>
                <a:rPr lang="en-GB" sz="1400" b="1" dirty="0">
                  <a:solidFill>
                    <a:schemeClr val="bg2"/>
                  </a:solidFill>
                </a:rPr>
                <a:t>tables </a:t>
              </a:r>
              <a:r>
                <a:rPr lang="en-GB" sz="1400" dirty="0">
                  <a:solidFill>
                    <a:schemeClr val="bg2"/>
                  </a:solidFill>
                </a:rPr>
                <a:t>in your charts (don’t export charts or paste as images)</a:t>
              </a:r>
            </a:p>
          </p:txBody>
        </p:sp>
      </p:grpSp>
      <p:sp>
        <p:nvSpPr>
          <p:cNvPr id="21" name="TextBox 20">
            <a:extLst>
              <a:ext uri="{FF2B5EF4-FFF2-40B4-BE49-F238E27FC236}">
                <a16:creationId xmlns:a16="http://schemas.microsoft.com/office/drawing/2014/main" id="{26F2E776-346F-F1E1-EF9D-DD4436269267}"/>
              </a:ext>
            </a:extLst>
          </p:cNvPr>
          <p:cNvSpPr txBox="1"/>
          <p:nvPr/>
        </p:nvSpPr>
        <p:spPr>
          <a:xfrm>
            <a:off x="5087549" y="2014795"/>
            <a:ext cx="2034238" cy="397875"/>
          </a:xfrm>
          <a:prstGeom prst="rect">
            <a:avLst/>
          </a:prstGeom>
          <a:noFill/>
        </p:spPr>
        <p:txBody>
          <a:bodyPr wrap="square" lIns="0" tIns="0" rIns="0" bIns="0" anchor="ctr" anchorCtr="0">
            <a:noAutofit/>
          </a:bodyPr>
          <a:lstStyle/>
          <a:p>
            <a:r>
              <a:rPr lang="en-GB" sz="1600" b="1">
                <a:solidFill>
                  <a:schemeClr val="tx2"/>
                </a:solidFill>
              </a:rPr>
              <a:t>Shapes and charts</a:t>
            </a:r>
            <a:endParaRPr lang="en-GB" b="1">
              <a:solidFill>
                <a:schemeClr val="tx2"/>
              </a:solidFill>
            </a:endParaRPr>
          </a:p>
        </p:txBody>
      </p:sp>
      <p:grpSp>
        <p:nvGrpSpPr>
          <p:cNvPr id="66" name="Group 65">
            <a:extLst>
              <a:ext uri="{FF2B5EF4-FFF2-40B4-BE49-F238E27FC236}">
                <a16:creationId xmlns:a16="http://schemas.microsoft.com/office/drawing/2014/main" id="{326A10B6-8E7F-F39D-4D60-B6A1FC67F21B}"/>
              </a:ext>
            </a:extLst>
          </p:cNvPr>
          <p:cNvGrpSpPr/>
          <p:nvPr/>
        </p:nvGrpSpPr>
        <p:grpSpPr>
          <a:xfrm>
            <a:off x="4452006" y="1609205"/>
            <a:ext cx="352744" cy="811588"/>
            <a:chOff x="5932622" y="1761730"/>
            <a:chExt cx="352744" cy="811588"/>
          </a:xfrm>
        </p:grpSpPr>
        <p:grpSp>
          <p:nvGrpSpPr>
            <p:cNvPr id="69" name="Group 68">
              <a:extLst>
                <a:ext uri="{FF2B5EF4-FFF2-40B4-BE49-F238E27FC236}">
                  <a16:creationId xmlns:a16="http://schemas.microsoft.com/office/drawing/2014/main" id="{14FCDC65-21BA-B831-5320-747A3346F453}"/>
                </a:ext>
              </a:extLst>
            </p:cNvPr>
            <p:cNvGrpSpPr/>
            <p:nvPr/>
          </p:nvGrpSpPr>
          <p:grpSpPr>
            <a:xfrm rot="1800000">
              <a:off x="5932622" y="2017995"/>
              <a:ext cx="352744" cy="459956"/>
              <a:chOff x="5209321" y="1744678"/>
              <a:chExt cx="1775498" cy="2315140"/>
            </a:xfrm>
          </p:grpSpPr>
          <p:sp>
            <p:nvSpPr>
              <p:cNvPr id="77" name="Freeform: Shape 76">
                <a:extLst>
                  <a:ext uri="{FF2B5EF4-FFF2-40B4-BE49-F238E27FC236}">
                    <a16:creationId xmlns:a16="http://schemas.microsoft.com/office/drawing/2014/main" id="{616B8904-CD8F-DC78-C125-F28DACF650C7}"/>
                  </a:ext>
                </a:extLst>
              </p:cNvPr>
              <p:cNvSpPr/>
              <p:nvPr/>
            </p:nvSpPr>
            <p:spPr>
              <a:xfrm>
                <a:off x="5209432" y="3480129"/>
                <a:ext cx="409203" cy="579688"/>
              </a:xfrm>
              <a:custGeom>
                <a:avLst/>
                <a:gdLst>
                  <a:gd name="connsiteX0" fmla="*/ 375093 w 409203"/>
                  <a:gd name="connsiteY0" fmla="*/ 579689 h 579688"/>
                  <a:gd name="connsiteX1" fmla="*/ 34110 w 409203"/>
                  <a:gd name="connsiteY1" fmla="*/ 579689 h 579688"/>
                  <a:gd name="connsiteX2" fmla="*/ 0 w 409203"/>
                  <a:gd name="connsiteY2" fmla="*/ 545578 h 579688"/>
                  <a:gd name="connsiteX3" fmla="*/ 0 w 409203"/>
                  <a:gd name="connsiteY3" fmla="*/ 34104 h 579688"/>
                  <a:gd name="connsiteX4" fmla="*/ 34110 w 409203"/>
                  <a:gd name="connsiteY4" fmla="*/ 0 h 579688"/>
                  <a:gd name="connsiteX5" fmla="*/ 375093 w 409203"/>
                  <a:gd name="connsiteY5" fmla="*/ 0 h 579688"/>
                  <a:gd name="connsiteX6" fmla="*/ 399212 w 409203"/>
                  <a:gd name="connsiteY6" fmla="*/ 9986 h 579688"/>
                  <a:gd name="connsiteX7" fmla="*/ 409204 w 409203"/>
                  <a:gd name="connsiteY7" fmla="*/ 34104 h 579688"/>
                  <a:gd name="connsiteX8" fmla="*/ 409204 w 409203"/>
                  <a:gd name="connsiteY8" fmla="*/ 545578 h 579688"/>
                  <a:gd name="connsiteX9" fmla="*/ 399212 w 409203"/>
                  <a:gd name="connsiteY9" fmla="*/ 569697 h 579688"/>
                  <a:gd name="connsiteX10" fmla="*/ 375093 w 409203"/>
                  <a:gd name="connsiteY10" fmla="*/ 579689 h 579688"/>
                  <a:gd name="connsiteX11" fmla="*/ 68221 w 409203"/>
                  <a:gd name="connsiteY11" fmla="*/ 511498 h 579688"/>
                  <a:gd name="connsiteX12" fmla="*/ 341013 w 409203"/>
                  <a:gd name="connsiteY12" fmla="*/ 511498 h 579688"/>
                  <a:gd name="connsiteX13" fmla="*/ 340989 w 409203"/>
                  <a:gd name="connsiteY13" fmla="*/ 68215 h 579688"/>
                  <a:gd name="connsiteX14" fmla="*/ 68221 w 409203"/>
                  <a:gd name="connsiteY14" fmla="*/ 68215 h 57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9203" h="579688">
                    <a:moveTo>
                      <a:pt x="375093" y="579689"/>
                    </a:moveTo>
                    <a:lnTo>
                      <a:pt x="34110" y="579689"/>
                    </a:lnTo>
                    <a:cubicBezTo>
                      <a:pt x="15271" y="579689"/>
                      <a:pt x="0" y="564418"/>
                      <a:pt x="0" y="545578"/>
                    </a:cubicBezTo>
                    <a:lnTo>
                      <a:pt x="0" y="34104"/>
                    </a:lnTo>
                    <a:cubicBezTo>
                      <a:pt x="0" y="15271"/>
                      <a:pt x="15271" y="0"/>
                      <a:pt x="34110" y="0"/>
                    </a:cubicBezTo>
                    <a:lnTo>
                      <a:pt x="375093" y="0"/>
                    </a:lnTo>
                    <a:cubicBezTo>
                      <a:pt x="384129" y="0"/>
                      <a:pt x="392812" y="3592"/>
                      <a:pt x="399212" y="9986"/>
                    </a:cubicBezTo>
                    <a:cubicBezTo>
                      <a:pt x="405611" y="16385"/>
                      <a:pt x="409204" y="25068"/>
                      <a:pt x="409204" y="34104"/>
                    </a:cubicBezTo>
                    <a:lnTo>
                      <a:pt x="409204" y="545578"/>
                    </a:lnTo>
                    <a:cubicBezTo>
                      <a:pt x="409204" y="554621"/>
                      <a:pt x="405611" y="563303"/>
                      <a:pt x="399212" y="569697"/>
                    </a:cubicBezTo>
                    <a:cubicBezTo>
                      <a:pt x="392812" y="576096"/>
                      <a:pt x="384129" y="579689"/>
                      <a:pt x="375093" y="579689"/>
                    </a:cubicBezTo>
                    <a:close/>
                    <a:moveTo>
                      <a:pt x="68221" y="511498"/>
                    </a:moveTo>
                    <a:lnTo>
                      <a:pt x="341013" y="511498"/>
                    </a:lnTo>
                    <a:lnTo>
                      <a:pt x="340989" y="68215"/>
                    </a:lnTo>
                    <a:lnTo>
                      <a:pt x="68221" y="68215"/>
                    </a:lnTo>
                    <a:close/>
                  </a:path>
                </a:pathLst>
              </a:custGeom>
              <a:solidFill>
                <a:schemeClr val="tx1"/>
              </a:solidFill>
              <a:ln w="6082"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73AA4319-6A20-CDD0-D1CF-9B04A5EE7908}"/>
                  </a:ext>
                </a:extLst>
              </p:cNvPr>
              <p:cNvSpPr/>
              <p:nvPr/>
            </p:nvSpPr>
            <p:spPr>
              <a:xfrm>
                <a:off x="5891398" y="2968655"/>
                <a:ext cx="409203" cy="1091162"/>
              </a:xfrm>
              <a:custGeom>
                <a:avLst/>
                <a:gdLst>
                  <a:gd name="connsiteX0" fmla="*/ 375093 w 409203"/>
                  <a:gd name="connsiteY0" fmla="*/ 1091163 h 1091162"/>
                  <a:gd name="connsiteX1" fmla="*/ 34110 w 409203"/>
                  <a:gd name="connsiteY1" fmla="*/ 1091163 h 1091162"/>
                  <a:gd name="connsiteX2" fmla="*/ 0 w 409203"/>
                  <a:gd name="connsiteY2" fmla="*/ 1057052 h 1091162"/>
                  <a:gd name="connsiteX3" fmla="*/ 0 w 409203"/>
                  <a:gd name="connsiteY3" fmla="*/ 34104 h 1091162"/>
                  <a:gd name="connsiteX4" fmla="*/ 34110 w 409203"/>
                  <a:gd name="connsiteY4" fmla="*/ 0 h 1091162"/>
                  <a:gd name="connsiteX5" fmla="*/ 375093 w 409203"/>
                  <a:gd name="connsiteY5" fmla="*/ 0 h 1091162"/>
                  <a:gd name="connsiteX6" fmla="*/ 399212 w 409203"/>
                  <a:gd name="connsiteY6" fmla="*/ 9986 h 1091162"/>
                  <a:gd name="connsiteX7" fmla="*/ 409204 w 409203"/>
                  <a:gd name="connsiteY7" fmla="*/ 34104 h 1091162"/>
                  <a:gd name="connsiteX8" fmla="*/ 409204 w 409203"/>
                  <a:gd name="connsiteY8" fmla="*/ 1057052 h 1091162"/>
                  <a:gd name="connsiteX9" fmla="*/ 399212 w 409203"/>
                  <a:gd name="connsiteY9" fmla="*/ 1081171 h 1091162"/>
                  <a:gd name="connsiteX10" fmla="*/ 375093 w 409203"/>
                  <a:gd name="connsiteY10" fmla="*/ 1091163 h 1091162"/>
                  <a:gd name="connsiteX11" fmla="*/ 68221 w 409203"/>
                  <a:gd name="connsiteY11" fmla="*/ 1022973 h 1091162"/>
                  <a:gd name="connsiteX12" fmla="*/ 341013 w 409203"/>
                  <a:gd name="connsiteY12" fmla="*/ 1022973 h 1091162"/>
                  <a:gd name="connsiteX13" fmla="*/ 340989 w 409203"/>
                  <a:gd name="connsiteY13" fmla="*/ 68221 h 1091162"/>
                  <a:gd name="connsiteX14" fmla="*/ 68221 w 409203"/>
                  <a:gd name="connsiteY14" fmla="*/ 68221 h 109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9203" h="1091162">
                    <a:moveTo>
                      <a:pt x="375093" y="1091163"/>
                    </a:moveTo>
                    <a:lnTo>
                      <a:pt x="34110" y="1091163"/>
                    </a:lnTo>
                    <a:cubicBezTo>
                      <a:pt x="15271" y="1091163"/>
                      <a:pt x="0" y="1075892"/>
                      <a:pt x="0" y="1057052"/>
                    </a:cubicBezTo>
                    <a:lnTo>
                      <a:pt x="0" y="34104"/>
                    </a:lnTo>
                    <a:cubicBezTo>
                      <a:pt x="0" y="15271"/>
                      <a:pt x="15271" y="0"/>
                      <a:pt x="34110" y="0"/>
                    </a:cubicBezTo>
                    <a:lnTo>
                      <a:pt x="375093" y="0"/>
                    </a:lnTo>
                    <a:cubicBezTo>
                      <a:pt x="384129" y="0"/>
                      <a:pt x="392812" y="3592"/>
                      <a:pt x="399212" y="9986"/>
                    </a:cubicBezTo>
                    <a:cubicBezTo>
                      <a:pt x="405611" y="16385"/>
                      <a:pt x="409204" y="25068"/>
                      <a:pt x="409204" y="34104"/>
                    </a:cubicBezTo>
                    <a:lnTo>
                      <a:pt x="409204" y="1057052"/>
                    </a:lnTo>
                    <a:cubicBezTo>
                      <a:pt x="409204" y="1066095"/>
                      <a:pt x="405611" y="1074778"/>
                      <a:pt x="399212" y="1081171"/>
                    </a:cubicBezTo>
                    <a:cubicBezTo>
                      <a:pt x="392812" y="1087571"/>
                      <a:pt x="384129" y="1091163"/>
                      <a:pt x="375093" y="1091163"/>
                    </a:cubicBezTo>
                    <a:close/>
                    <a:moveTo>
                      <a:pt x="68221" y="1022973"/>
                    </a:moveTo>
                    <a:lnTo>
                      <a:pt x="341013" y="1022973"/>
                    </a:lnTo>
                    <a:lnTo>
                      <a:pt x="340989" y="68221"/>
                    </a:lnTo>
                    <a:lnTo>
                      <a:pt x="68221" y="68221"/>
                    </a:lnTo>
                    <a:close/>
                  </a:path>
                </a:pathLst>
              </a:custGeom>
              <a:solidFill>
                <a:schemeClr val="tx1"/>
              </a:solidFill>
              <a:ln w="6082"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F4EBA779-C466-144A-BDCC-404385C6B682}"/>
                  </a:ext>
                </a:extLst>
              </p:cNvPr>
              <p:cNvSpPr/>
              <p:nvPr/>
            </p:nvSpPr>
            <p:spPr>
              <a:xfrm>
                <a:off x="6573363" y="2457181"/>
                <a:ext cx="409203" cy="1602637"/>
              </a:xfrm>
              <a:custGeom>
                <a:avLst/>
                <a:gdLst>
                  <a:gd name="connsiteX0" fmla="*/ 375093 w 409203"/>
                  <a:gd name="connsiteY0" fmla="*/ 1602637 h 1602637"/>
                  <a:gd name="connsiteX1" fmla="*/ 34110 w 409203"/>
                  <a:gd name="connsiteY1" fmla="*/ 1602637 h 1602637"/>
                  <a:gd name="connsiteX2" fmla="*/ 0 w 409203"/>
                  <a:gd name="connsiteY2" fmla="*/ 1568527 h 1602637"/>
                  <a:gd name="connsiteX3" fmla="*/ 0 w 409203"/>
                  <a:gd name="connsiteY3" fmla="*/ 34104 h 1602637"/>
                  <a:gd name="connsiteX4" fmla="*/ 34110 w 409203"/>
                  <a:gd name="connsiteY4" fmla="*/ 0 h 1602637"/>
                  <a:gd name="connsiteX5" fmla="*/ 375093 w 409203"/>
                  <a:gd name="connsiteY5" fmla="*/ 0 h 1602637"/>
                  <a:gd name="connsiteX6" fmla="*/ 399212 w 409203"/>
                  <a:gd name="connsiteY6" fmla="*/ 9986 h 1602637"/>
                  <a:gd name="connsiteX7" fmla="*/ 409204 w 409203"/>
                  <a:gd name="connsiteY7" fmla="*/ 34104 h 1602637"/>
                  <a:gd name="connsiteX8" fmla="*/ 409204 w 409203"/>
                  <a:gd name="connsiteY8" fmla="*/ 1568527 h 1602637"/>
                  <a:gd name="connsiteX9" fmla="*/ 399212 w 409203"/>
                  <a:gd name="connsiteY9" fmla="*/ 1592645 h 1602637"/>
                  <a:gd name="connsiteX10" fmla="*/ 375093 w 409203"/>
                  <a:gd name="connsiteY10" fmla="*/ 1602637 h 1602637"/>
                  <a:gd name="connsiteX11" fmla="*/ 68221 w 409203"/>
                  <a:gd name="connsiteY11" fmla="*/ 1534447 h 1602637"/>
                  <a:gd name="connsiteX12" fmla="*/ 341013 w 409203"/>
                  <a:gd name="connsiteY12" fmla="*/ 1534447 h 1602637"/>
                  <a:gd name="connsiteX13" fmla="*/ 340989 w 409203"/>
                  <a:gd name="connsiteY13" fmla="*/ 68221 h 1602637"/>
                  <a:gd name="connsiteX14" fmla="*/ 68221 w 409203"/>
                  <a:gd name="connsiteY14" fmla="*/ 68221 h 1602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9203" h="1602637">
                    <a:moveTo>
                      <a:pt x="375093" y="1602637"/>
                    </a:moveTo>
                    <a:lnTo>
                      <a:pt x="34110" y="1602637"/>
                    </a:lnTo>
                    <a:cubicBezTo>
                      <a:pt x="15271" y="1602637"/>
                      <a:pt x="0" y="1587366"/>
                      <a:pt x="0" y="1568527"/>
                    </a:cubicBezTo>
                    <a:lnTo>
                      <a:pt x="0" y="34104"/>
                    </a:lnTo>
                    <a:cubicBezTo>
                      <a:pt x="0" y="15271"/>
                      <a:pt x="15271" y="0"/>
                      <a:pt x="34110" y="0"/>
                    </a:cubicBezTo>
                    <a:lnTo>
                      <a:pt x="375093" y="0"/>
                    </a:lnTo>
                    <a:cubicBezTo>
                      <a:pt x="384129" y="0"/>
                      <a:pt x="392812" y="3592"/>
                      <a:pt x="399212" y="9986"/>
                    </a:cubicBezTo>
                    <a:cubicBezTo>
                      <a:pt x="405611" y="16385"/>
                      <a:pt x="409204" y="25068"/>
                      <a:pt x="409204" y="34104"/>
                    </a:cubicBezTo>
                    <a:lnTo>
                      <a:pt x="409204" y="1568527"/>
                    </a:lnTo>
                    <a:cubicBezTo>
                      <a:pt x="409204" y="1577569"/>
                      <a:pt x="405611" y="1586252"/>
                      <a:pt x="399212" y="1592645"/>
                    </a:cubicBezTo>
                    <a:cubicBezTo>
                      <a:pt x="392812" y="1599045"/>
                      <a:pt x="384129" y="1602637"/>
                      <a:pt x="375093" y="1602637"/>
                    </a:cubicBezTo>
                    <a:close/>
                    <a:moveTo>
                      <a:pt x="68221" y="1534447"/>
                    </a:moveTo>
                    <a:lnTo>
                      <a:pt x="341013" y="1534447"/>
                    </a:lnTo>
                    <a:lnTo>
                      <a:pt x="340989" y="68221"/>
                    </a:lnTo>
                    <a:lnTo>
                      <a:pt x="68221" y="68221"/>
                    </a:lnTo>
                    <a:close/>
                  </a:path>
                </a:pathLst>
              </a:custGeom>
              <a:solidFill>
                <a:schemeClr val="tx1"/>
              </a:solidFill>
              <a:ln w="6082"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3E2499C7-9486-EB6B-A981-8D6A50728606}"/>
                  </a:ext>
                </a:extLst>
              </p:cNvPr>
              <p:cNvSpPr/>
              <p:nvPr/>
            </p:nvSpPr>
            <p:spPr>
              <a:xfrm>
                <a:off x="5209321" y="1773401"/>
                <a:ext cx="1775498" cy="922486"/>
              </a:xfrm>
              <a:custGeom>
                <a:avLst/>
                <a:gdLst>
                  <a:gd name="connsiteX0" fmla="*/ 34222 w 1775498"/>
                  <a:gd name="connsiteY0" fmla="*/ 922486 h 922486"/>
                  <a:gd name="connsiteX1" fmla="*/ 1682 w 1775498"/>
                  <a:gd name="connsiteY1" fmla="*/ 898940 h 922486"/>
                  <a:gd name="connsiteX2" fmla="*/ 14098 w 1775498"/>
                  <a:gd name="connsiteY2" fmla="*/ 860762 h 922486"/>
                  <a:gd name="connsiteX3" fmla="*/ 866555 w 1775498"/>
                  <a:gd name="connsiteY3" fmla="*/ 235728 h 922486"/>
                  <a:gd name="connsiteX4" fmla="*/ 902163 w 1775498"/>
                  <a:gd name="connsiteY4" fmla="*/ 232879 h 922486"/>
                  <a:gd name="connsiteX5" fmla="*/ 920789 w 1775498"/>
                  <a:gd name="connsiteY5" fmla="*/ 263342 h 922486"/>
                  <a:gd name="connsiteX6" fmla="*/ 920789 w 1775498"/>
                  <a:gd name="connsiteY6" fmla="*/ 646947 h 922486"/>
                  <a:gd name="connsiteX7" fmla="*/ 1718019 w 1775498"/>
                  <a:gd name="connsiteY7" fmla="*/ 9312 h 922486"/>
                  <a:gd name="connsiteX8" fmla="*/ 1717995 w 1775498"/>
                  <a:gd name="connsiteY8" fmla="*/ 9312 h 922486"/>
                  <a:gd name="connsiteX9" fmla="*/ 1743824 w 1775498"/>
                  <a:gd name="connsiteY9" fmla="*/ 84 h 922486"/>
                  <a:gd name="connsiteX10" fmla="*/ 1768082 w 1775498"/>
                  <a:gd name="connsiteY10" fmla="*/ 12880 h 922486"/>
                  <a:gd name="connsiteX11" fmla="*/ 1775079 w 1775498"/>
                  <a:gd name="connsiteY11" fmla="*/ 39401 h 922486"/>
                  <a:gd name="connsiteX12" fmla="*/ 1760282 w 1775498"/>
                  <a:gd name="connsiteY12" fmla="*/ 62497 h 922486"/>
                  <a:gd name="connsiteX13" fmla="*/ 907826 w 1775498"/>
                  <a:gd name="connsiteY13" fmla="*/ 744462 h 922486"/>
                  <a:gd name="connsiteX14" fmla="*/ 873715 w 1775498"/>
                  <a:gd name="connsiteY14" fmla="*/ 748554 h 922486"/>
                  <a:gd name="connsiteX15" fmla="*/ 852574 w 1775498"/>
                  <a:gd name="connsiteY15" fmla="*/ 717872 h 922486"/>
                  <a:gd name="connsiteX16" fmla="*/ 852574 w 1775498"/>
                  <a:gd name="connsiteY16" fmla="*/ 330509 h 922486"/>
                  <a:gd name="connsiteX17" fmla="*/ 54370 w 1775498"/>
                  <a:gd name="connsiteY17" fmla="*/ 915977 h 922486"/>
                  <a:gd name="connsiteX18" fmla="*/ 34246 w 1775498"/>
                  <a:gd name="connsiteY18" fmla="*/ 922468 h 92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75498" h="922486">
                    <a:moveTo>
                      <a:pt x="34222" y="922486"/>
                    </a:moveTo>
                    <a:cubicBezTo>
                      <a:pt x="19426" y="922535"/>
                      <a:pt x="6273" y="913017"/>
                      <a:pt x="1682" y="898940"/>
                    </a:cubicBezTo>
                    <a:cubicBezTo>
                      <a:pt x="-2909" y="884856"/>
                      <a:pt x="2115" y="869445"/>
                      <a:pt x="14098" y="860762"/>
                    </a:cubicBezTo>
                    <a:lnTo>
                      <a:pt x="866555" y="235728"/>
                    </a:lnTo>
                    <a:cubicBezTo>
                      <a:pt x="876948" y="228142"/>
                      <a:pt x="890697" y="227045"/>
                      <a:pt x="902163" y="232879"/>
                    </a:cubicBezTo>
                    <a:cubicBezTo>
                      <a:pt x="913604" y="238706"/>
                      <a:pt x="920807" y="250500"/>
                      <a:pt x="920789" y="263342"/>
                    </a:cubicBezTo>
                    <a:lnTo>
                      <a:pt x="920789" y="646947"/>
                    </a:lnTo>
                    <a:lnTo>
                      <a:pt x="1718019" y="9312"/>
                    </a:lnTo>
                    <a:lnTo>
                      <a:pt x="1717995" y="9312"/>
                    </a:lnTo>
                    <a:cubicBezTo>
                      <a:pt x="1724936" y="2748"/>
                      <a:pt x="1734307" y="-582"/>
                      <a:pt x="1743824" y="84"/>
                    </a:cubicBezTo>
                    <a:cubicBezTo>
                      <a:pt x="1753359" y="774"/>
                      <a:pt x="1762164" y="5412"/>
                      <a:pt x="1768082" y="12880"/>
                    </a:cubicBezTo>
                    <a:cubicBezTo>
                      <a:pt x="1774031" y="20349"/>
                      <a:pt x="1776576" y="29982"/>
                      <a:pt x="1775079" y="39401"/>
                    </a:cubicBezTo>
                    <a:cubicBezTo>
                      <a:pt x="1773599" y="48844"/>
                      <a:pt x="1768229" y="57217"/>
                      <a:pt x="1760282" y="62497"/>
                    </a:cubicBezTo>
                    <a:lnTo>
                      <a:pt x="907826" y="744462"/>
                    </a:lnTo>
                    <a:cubicBezTo>
                      <a:pt x="898029" y="751885"/>
                      <a:pt x="884992" y="753431"/>
                      <a:pt x="873715" y="748554"/>
                    </a:cubicBezTo>
                    <a:cubicBezTo>
                      <a:pt x="861208" y="743415"/>
                      <a:pt x="852927" y="731383"/>
                      <a:pt x="852574" y="717872"/>
                    </a:cubicBezTo>
                    <a:lnTo>
                      <a:pt x="852574" y="330509"/>
                    </a:lnTo>
                    <a:lnTo>
                      <a:pt x="54370" y="915977"/>
                    </a:lnTo>
                    <a:cubicBezTo>
                      <a:pt x="48519" y="920209"/>
                      <a:pt x="41474" y="922492"/>
                      <a:pt x="34246" y="922468"/>
                    </a:cubicBezTo>
                    <a:close/>
                  </a:path>
                </a:pathLst>
              </a:custGeom>
              <a:solidFill>
                <a:schemeClr val="accent1"/>
              </a:solidFill>
              <a:ln w="6082"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04ADBC33-300B-56F2-284A-1D4983428C33}"/>
                  </a:ext>
                </a:extLst>
              </p:cNvPr>
              <p:cNvSpPr/>
              <p:nvPr/>
            </p:nvSpPr>
            <p:spPr>
              <a:xfrm>
                <a:off x="6674789" y="1744678"/>
                <a:ext cx="307976" cy="337439"/>
              </a:xfrm>
              <a:custGeom>
                <a:avLst/>
                <a:gdLst>
                  <a:gd name="connsiteX0" fmla="*/ 247058 w 307976"/>
                  <a:gd name="connsiteY0" fmla="*/ 337440 h 337439"/>
                  <a:gd name="connsiteX1" fmla="*/ 243301 w 307976"/>
                  <a:gd name="connsiteY1" fmla="*/ 337440 h 337439"/>
                  <a:gd name="connsiteX2" fmla="*/ 220230 w 307976"/>
                  <a:gd name="connsiteY2" fmla="*/ 324860 h 337439"/>
                  <a:gd name="connsiteX3" fmla="*/ 212948 w 307976"/>
                  <a:gd name="connsiteY3" fmla="*/ 299597 h 337439"/>
                  <a:gd name="connsiteX4" fmla="*/ 236141 w 307976"/>
                  <a:gd name="connsiteY4" fmla="*/ 94996 h 337439"/>
                  <a:gd name="connsiteX5" fmla="*/ 31539 w 307976"/>
                  <a:gd name="connsiteY5" fmla="*/ 72139 h 337439"/>
                  <a:gd name="connsiteX6" fmla="*/ 6659 w 307976"/>
                  <a:gd name="connsiteY6" fmla="*/ 58391 h 337439"/>
                  <a:gd name="connsiteX7" fmla="*/ 857 w 307976"/>
                  <a:gd name="connsiteY7" fmla="*/ 30539 h 337439"/>
                  <a:gd name="connsiteX8" fmla="*/ 13321 w 307976"/>
                  <a:gd name="connsiteY8" fmla="*/ 7610 h 337439"/>
                  <a:gd name="connsiteX9" fmla="*/ 38365 w 307976"/>
                  <a:gd name="connsiteY9" fmla="*/ 189 h 337439"/>
                  <a:gd name="connsiteX10" fmla="*/ 277047 w 307976"/>
                  <a:gd name="connsiteY10" fmla="*/ 26781 h 337439"/>
                  <a:gd name="connsiteX11" fmla="*/ 277047 w 307976"/>
                  <a:gd name="connsiteY11" fmla="*/ 26804 h 337439"/>
                  <a:gd name="connsiteX12" fmla="*/ 300355 w 307976"/>
                  <a:gd name="connsiteY12" fmla="*/ 39268 h 337439"/>
                  <a:gd name="connsiteX13" fmla="*/ 307753 w 307976"/>
                  <a:gd name="connsiteY13" fmla="*/ 64647 h 337439"/>
                  <a:gd name="connsiteX14" fmla="*/ 281163 w 307976"/>
                  <a:gd name="connsiteY14" fmla="*/ 303329 h 337439"/>
                  <a:gd name="connsiteX15" fmla="*/ 281138 w 307976"/>
                  <a:gd name="connsiteY15" fmla="*/ 303329 h 337439"/>
                  <a:gd name="connsiteX16" fmla="*/ 271171 w 307976"/>
                  <a:gd name="connsiteY16" fmla="*/ 327448 h 337439"/>
                  <a:gd name="connsiteX17" fmla="*/ 247052 w 307976"/>
                  <a:gd name="connsiteY17" fmla="*/ 337434 h 33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7976" h="337439">
                    <a:moveTo>
                      <a:pt x="247058" y="337440"/>
                    </a:moveTo>
                    <a:lnTo>
                      <a:pt x="243301" y="337440"/>
                    </a:lnTo>
                    <a:cubicBezTo>
                      <a:pt x="234241" y="336490"/>
                      <a:pt x="225911" y="331972"/>
                      <a:pt x="220230" y="324860"/>
                    </a:cubicBezTo>
                    <a:cubicBezTo>
                      <a:pt x="214519" y="317748"/>
                      <a:pt x="211907" y="308639"/>
                      <a:pt x="212948" y="299597"/>
                    </a:cubicBezTo>
                    <a:lnTo>
                      <a:pt x="236141" y="94996"/>
                    </a:lnTo>
                    <a:lnTo>
                      <a:pt x="31539" y="72139"/>
                    </a:lnTo>
                    <a:cubicBezTo>
                      <a:pt x="21644" y="71401"/>
                      <a:pt x="12560" y="66383"/>
                      <a:pt x="6659" y="58391"/>
                    </a:cubicBezTo>
                    <a:cubicBezTo>
                      <a:pt x="759" y="50399"/>
                      <a:pt x="-1354" y="40219"/>
                      <a:pt x="857" y="30539"/>
                    </a:cubicBezTo>
                    <a:cubicBezTo>
                      <a:pt x="1806" y="21548"/>
                      <a:pt x="6282" y="13295"/>
                      <a:pt x="13321" y="7610"/>
                    </a:cubicBezTo>
                    <a:cubicBezTo>
                      <a:pt x="20360" y="1902"/>
                      <a:pt x="29377" y="-762"/>
                      <a:pt x="38365" y="189"/>
                    </a:cubicBezTo>
                    <a:lnTo>
                      <a:pt x="277047" y="26781"/>
                    </a:lnTo>
                    <a:lnTo>
                      <a:pt x="277047" y="26804"/>
                    </a:lnTo>
                    <a:cubicBezTo>
                      <a:pt x="286180" y="27661"/>
                      <a:pt x="294577" y="32156"/>
                      <a:pt x="300355" y="39268"/>
                    </a:cubicBezTo>
                    <a:cubicBezTo>
                      <a:pt x="306140" y="46404"/>
                      <a:pt x="308801" y="55537"/>
                      <a:pt x="307753" y="64647"/>
                    </a:cubicBezTo>
                    <a:lnTo>
                      <a:pt x="281163" y="303329"/>
                    </a:lnTo>
                    <a:lnTo>
                      <a:pt x="281138" y="303329"/>
                    </a:lnTo>
                    <a:cubicBezTo>
                      <a:pt x="281138" y="312365"/>
                      <a:pt x="277546" y="321048"/>
                      <a:pt x="271171" y="327448"/>
                    </a:cubicBezTo>
                    <a:cubicBezTo>
                      <a:pt x="264771" y="333847"/>
                      <a:pt x="256094" y="337434"/>
                      <a:pt x="247052" y="337434"/>
                    </a:cubicBezTo>
                    <a:close/>
                  </a:path>
                </a:pathLst>
              </a:custGeom>
              <a:solidFill>
                <a:schemeClr val="accent1"/>
              </a:solidFill>
              <a:ln w="6082" cap="flat">
                <a:noFill/>
                <a:prstDash val="solid"/>
                <a:miter/>
              </a:ln>
            </p:spPr>
            <p:txBody>
              <a:bodyPr rtlCol="0" anchor="ctr"/>
              <a:lstStyle/>
              <a:p>
                <a:endParaRPr lang="en-IN"/>
              </a:p>
            </p:txBody>
          </p:sp>
        </p:grpSp>
        <p:cxnSp>
          <p:nvCxnSpPr>
            <p:cNvPr id="72" name="Straight Connector 71">
              <a:extLst>
                <a:ext uri="{FF2B5EF4-FFF2-40B4-BE49-F238E27FC236}">
                  <a16:creationId xmlns:a16="http://schemas.microsoft.com/office/drawing/2014/main" id="{C46DAB6E-C68B-CC50-74B0-476B7C4D9C03}"/>
                </a:ext>
              </a:extLst>
            </p:cNvPr>
            <p:cNvCxnSpPr>
              <a:cxnSpLocks/>
            </p:cNvCxnSpPr>
            <p:nvPr/>
          </p:nvCxnSpPr>
          <p:spPr>
            <a:xfrm rot="1800000">
              <a:off x="6273201" y="1978854"/>
              <a:ext cx="0" cy="11998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FEF1210-A3C4-A602-C033-9235BC6D9EE3}"/>
                </a:ext>
              </a:extLst>
            </p:cNvPr>
            <p:cNvCxnSpPr>
              <a:cxnSpLocks/>
            </p:cNvCxnSpPr>
            <p:nvPr/>
          </p:nvCxnSpPr>
          <p:spPr>
            <a:xfrm rot="1800000">
              <a:off x="6274784" y="2346941"/>
              <a:ext cx="0" cy="22637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432664E-BBD4-F154-2284-F758F5E93D28}"/>
                </a:ext>
              </a:extLst>
            </p:cNvPr>
            <p:cNvCxnSpPr/>
            <p:nvPr/>
          </p:nvCxnSpPr>
          <p:spPr>
            <a:xfrm rot="1800000">
              <a:off x="6010699" y="1761730"/>
              <a:ext cx="0" cy="4183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234B4A5C-2870-A82A-1642-670E079AA3BA}"/>
              </a:ext>
            </a:extLst>
          </p:cNvPr>
          <p:cNvSpPr txBox="1"/>
          <p:nvPr/>
        </p:nvSpPr>
        <p:spPr>
          <a:xfrm>
            <a:off x="9318179" y="2030852"/>
            <a:ext cx="1663987" cy="365760"/>
          </a:xfrm>
          <a:prstGeom prst="rect">
            <a:avLst/>
          </a:prstGeom>
          <a:noFill/>
        </p:spPr>
        <p:txBody>
          <a:bodyPr wrap="square" lIns="0" tIns="0" rIns="0" bIns="0" anchor="ctr" anchorCtr="0">
            <a:noAutofit/>
          </a:bodyPr>
          <a:lstStyle/>
          <a:p>
            <a:r>
              <a:rPr lang="en-GB" sz="1600" b="1">
                <a:solidFill>
                  <a:schemeClr val="tx2"/>
                </a:solidFill>
              </a:rPr>
              <a:t>Look and feel</a:t>
            </a:r>
            <a:endParaRPr lang="en-GB" b="1">
              <a:solidFill>
                <a:schemeClr val="tx2"/>
              </a:solidFill>
            </a:endParaRPr>
          </a:p>
        </p:txBody>
      </p:sp>
      <p:grpSp>
        <p:nvGrpSpPr>
          <p:cNvPr id="107" name="Group 106">
            <a:extLst>
              <a:ext uri="{FF2B5EF4-FFF2-40B4-BE49-F238E27FC236}">
                <a16:creationId xmlns:a16="http://schemas.microsoft.com/office/drawing/2014/main" id="{F7728F0E-08CF-EC4C-C987-0C4C8875F292}"/>
              </a:ext>
            </a:extLst>
          </p:cNvPr>
          <p:cNvGrpSpPr/>
          <p:nvPr/>
        </p:nvGrpSpPr>
        <p:grpSpPr>
          <a:xfrm>
            <a:off x="8429720" y="1919724"/>
            <a:ext cx="696367" cy="588016"/>
            <a:chOff x="5793141" y="4647366"/>
            <a:chExt cx="629574" cy="531615"/>
          </a:xfrm>
        </p:grpSpPr>
        <p:grpSp>
          <p:nvGrpSpPr>
            <p:cNvPr id="108" name="Group 107">
              <a:extLst>
                <a:ext uri="{FF2B5EF4-FFF2-40B4-BE49-F238E27FC236}">
                  <a16:creationId xmlns:a16="http://schemas.microsoft.com/office/drawing/2014/main" id="{6D9A172E-584F-1AE0-F51B-573A31E4F9FB}"/>
                </a:ext>
              </a:extLst>
            </p:cNvPr>
            <p:cNvGrpSpPr/>
            <p:nvPr/>
          </p:nvGrpSpPr>
          <p:grpSpPr>
            <a:xfrm rot="1800000">
              <a:off x="5894053" y="4712331"/>
              <a:ext cx="397492" cy="466650"/>
              <a:chOff x="5884354" y="4700944"/>
              <a:chExt cx="416890" cy="489423"/>
            </a:xfrm>
            <a:solidFill>
              <a:schemeClr val="tx1"/>
            </a:solidFill>
          </p:grpSpPr>
          <p:sp>
            <p:nvSpPr>
              <p:cNvPr id="113" name="Freeform: Shape 112">
                <a:extLst>
                  <a:ext uri="{FF2B5EF4-FFF2-40B4-BE49-F238E27FC236}">
                    <a16:creationId xmlns:a16="http://schemas.microsoft.com/office/drawing/2014/main" id="{9CC18155-6D61-CB17-D606-0A447B5E3277}"/>
                  </a:ext>
                </a:extLst>
              </p:cNvPr>
              <p:cNvSpPr/>
              <p:nvPr/>
            </p:nvSpPr>
            <p:spPr>
              <a:xfrm>
                <a:off x="5884354" y="4700944"/>
                <a:ext cx="400731" cy="487987"/>
              </a:xfrm>
              <a:custGeom>
                <a:avLst/>
                <a:gdLst>
                  <a:gd name="connsiteX0" fmla="*/ 184207 w 400731"/>
                  <a:gd name="connsiteY0" fmla="*/ 487988 h 487987"/>
                  <a:gd name="connsiteX1" fmla="*/ 9695 w 400731"/>
                  <a:gd name="connsiteY1" fmla="*/ 487988 h 487987"/>
                  <a:gd name="connsiteX2" fmla="*/ 0 w 400731"/>
                  <a:gd name="connsiteY2" fmla="*/ 478293 h 487987"/>
                  <a:gd name="connsiteX3" fmla="*/ 0 w 400731"/>
                  <a:gd name="connsiteY3" fmla="*/ 9695 h 487987"/>
                  <a:gd name="connsiteX4" fmla="*/ 9695 w 400731"/>
                  <a:gd name="connsiteY4" fmla="*/ 0 h 487987"/>
                  <a:gd name="connsiteX5" fmla="*/ 307012 w 400731"/>
                  <a:gd name="connsiteY5" fmla="*/ 0 h 487987"/>
                  <a:gd name="connsiteX6" fmla="*/ 313476 w 400731"/>
                  <a:gd name="connsiteY6" fmla="*/ 3232 h 487987"/>
                  <a:gd name="connsiteX7" fmla="*/ 397500 w 400731"/>
                  <a:gd name="connsiteY7" fmla="*/ 87256 h 487987"/>
                  <a:gd name="connsiteX8" fmla="*/ 400732 w 400731"/>
                  <a:gd name="connsiteY8" fmla="*/ 93720 h 487987"/>
                  <a:gd name="connsiteX9" fmla="*/ 400732 w 400731"/>
                  <a:gd name="connsiteY9" fmla="*/ 180976 h 487987"/>
                  <a:gd name="connsiteX10" fmla="*/ 391037 w 400731"/>
                  <a:gd name="connsiteY10" fmla="*/ 190671 h 487987"/>
                  <a:gd name="connsiteX11" fmla="*/ 381342 w 400731"/>
                  <a:gd name="connsiteY11" fmla="*/ 180976 h 487987"/>
                  <a:gd name="connsiteX12" fmla="*/ 381342 w 400731"/>
                  <a:gd name="connsiteY12" fmla="*/ 96951 h 487987"/>
                  <a:gd name="connsiteX13" fmla="*/ 300549 w 400731"/>
                  <a:gd name="connsiteY13" fmla="*/ 19390 h 487987"/>
                  <a:gd name="connsiteX14" fmla="*/ 19390 w 400731"/>
                  <a:gd name="connsiteY14" fmla="*/ 19390 h 487987"/>
                  <a:gd name="connsiteX15" fmla="*/ 19390 w 400731"/>
                  <a:gd name="connsiteY15" fmla="*/ 468597 h 487987"/>
                  <a:gd name="connsiteX16" fmla="*/ 187439 w 400731"/>
                  <a:gd name="connsiteY16" fmla="*/ 468597 h 487987"/>
                  <a:gd name="connsiteX17" fmla="*/ 197134 w 400731"/>
                  <a:gd name="connsiteY17" fmla="*/ 478293 h 487987"/>
                  <a:gd name="connsiteX18" fmla="*/ 184207 w 400731"/>
                  <a:gd name="connsiteY18" fmla="*/ 487988 h 48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0731" h="487987">
                    <a:moveTo>
                      <a:pt x="184207" y="487988"/>
                    </a:moveTo>
                    <a:lnTo>
                      <a:pt x="9695" y="487988"/>
                    </a:lnTo>
                    <a:cubicBezTo>
                      <a:pt x="3232" y="487988"/>
                      <a:pt x="0" y="484756"/>
                      <a:pt x="0" y="478293"/>
                    </a:cubicBezTo>
                    <a:lnTo>
                      <a:pt x="0" y="9695"/>
                    </a:lnTo>
                    <a:cubicBezTo>
                      <a:pt x="0" y="3232"/>
                      <a:pt x="3232" y="0"/>
                      <a:pt x="9695" y="0"/>
                    </a:cubicBezTo>
                    <a:lnTo>
                      <a:pt x="307012" y="0"/>
                    </a:lnTo>
                    <a:cubicBezTo>
                      <a:pt x="310244" y="0"/>
                      <a:pt x="313476" y="0"/>
                      <a:pt x="313476" y="3232"/>
                    </a:cubicBezTo>
                    <a:lnTo>
                      <a:pt x="397500" y="87256"/>
                    </a:lnTo>
                    <a:cubicBezTo>
                      <a:pt x="400732" y="90488"/>
                      <a:pt x="400732" y="90488"/>
                      <a:pt x="400732" y="93720"/>
                    </a:cubicBezTo>
                    <a:lnTo>
                      <a:pt x="400732" y="180976"/>
                    </a:lnTo>
                    <a:cubicBezTo>
                      <a:pt x="400732" y="187439"/>
                      <a:pt x="397500" y="190671"/>
                      <a:pt x="391037" y="190671"/>
                    </a:cubicBezTo>
                    <a:cubicBezTo>
                      <a:pt x="384573" y="190671"/>
                      <a:pt x="381342" y="187439"/>
                      <a:pt x="381342" y="180976"/>
                    </a:cubicBezTo>
                    <a:lnTo>
                      <a:pt x="381342" y="96951"/>
                    </a:lnTo>
                    <a:lnTo>
                      <a:pt x="300549" y="19390"/>
                    </a:lnTo>
                    <a:lnTo>
                      <a:pt x="19390" y="19390"/>
                    </a:lnTo>
                    <a:lnTo>
                      <a:pt x="19390" y="468597"/>
                    </a:lnTo>
                    <a:lnTo>
                      <a:pt x="187439" y="468597"/>
                    </a:lnTo>
                    <a:cubicBezTo>
                      <a:pt x="193902" y="468597"/>
                      <a:pt x="197134" y="471829"/>
                      <a:pt x="197134" y="478293"/>
                    </a:cubicBezTo>
                    <a:cubicBezTo>
                      <a:pt x="193902" y="481524"/>
                      <a:pt x="190671" y="487988"/>
                      <a:pt x="184207" y="487988"/>
                    </a:cubicBezTo>
                    <a:close/>
                  </a:path>
                </a:pathLst>
              </a:custGeom>
              <a:grpFill/>
              <a:ln w="32238" cap="flat">
                <a:noFill/>
                <a:prstDash val="solid"/>
                <a:miter/>
              </a:ln>
            </p:spPr>
            <p:txBody>
              <a:bodyPr rtlCol="0" anchor="ctr"/>
              <a:lstStyle/>
              <a:p>
                <a:endParaRPr lang="en-IN" sz="1200"/>
              </a:p>
            </p:txBody>
          </p:sp>
          <p:sp>
            <p:nvSpPr>
              <p:cNvPr id="114" name="Freeform: Shape 113">
                <a:extLst>
                  <a:ext uri="{FF2B5EF4-FFF2-40B4-BE49-F238E27FC236}">
                    <a16:creationId xmlns:a16="http://schemas.microsoft.com/office/drawing/2014/main" id="{BF242F48-AE4B-CE40-4656-65B50FB83687}"/>
                  </a:ext>
                </a:extLst>
              </p:cNvPr>
              <p:cNvSpPr/>
              <p:nvPr/>
            </p:nvSpPr>
            <p:spPr>
              <a:xfrm>
                <a:off x="5948988" y="4839907"/>
                <a:ext cx="216524" cy="22621"/>
              </a:xfrm>
              <a:custGeom>
                <a:avLst/>
                <a:gdLst>
                  <a:gd name="connsiteX0" fmla="*/ 9695 w 216524"/>
                  <a:gd name="connsiteY0" fmla="*/ 22622 h 22621"/>
                  <a:gd name="connsiteX1" fmla="*/ 206829 w 216524"/>
                  <a:gd name="connsiteY1" fmla="*/ 22622 h 22621"/>
                  <a:gd name="connsiteX2" fmla="*/ 216524 w 216524"/>
                  <a:gd name="connsiteY2" fmla="*/ 12927 h 22621"/>
                  <a:gd name="connsiteX3" fmla="*/ 206829 w 216524"/>
                  <a:gd name="connsiteY3" fmla="*/ 0 h 22621"/>
                  <a:gd name="connsiteX4" fmla="*/ 9695 w 216524"/>
                  <a:gd name="connsiteY4" fmla="*/ 0 h 22621"/>
                  <a:gd name="connsiteX5" fmla="*/ 0 w 216524"/>
                  <a:gd name="connsiteY5" fmla="*/ 9695 h 22621"/>
                  <a:gd name="connsiteX6" fmla="*/ 9695 w 216524"/>
                  <a:gd name="connsiteY6" fmla="*/ 22622 h 22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524" h="22621">
                    <a:moveTo>
                      <a:pt x="9695" y="22622"/>
                    </a:moveTo>
                    <a:lnTo>
                      <a:pt x="206829" y="22622"/>
                    </a:lnTo>
                    <a:cubicBezTo>
                      <a:pt x="213293" y="22622"/>
                      <a:pt x="216524" y="16159"/>
                      <a:pt x="216524" y="12927"/>
                    </a:cubicBezTo>
                    <a:cubicBezTo>
                      <a:pt x="216524" y="9695"/>
                      <a:pt x="213293" y="0"/>
                      <a:pt x="206829" y="0"/>
                    </a:cubicBezTo>
                    <a:lnTo>
                      <a:pt x="9695" y="0"/>
                    </a:lnTo>
                    <a:cubicBezTo>
                      <a:pt x="3232" y="0"/>
                      <a:pt x="0" y="6463"/>
                      <a:pt x="0" y="9695"/>
                    </a:cubicBezTo>
                    <a:cubicBezTo>
                      <a:pt x="0" y="12927"/>
                      <a:pt x="3232" y="22622"/>
                      <a:pt x="9695" y="22622"/>
                    </a:cubicBezTo>
                    <a:close/>
                  </a:path>
                </a:pathLst>
              </a:custGeom>
              <a:grpFill/>
              <a:ln w="32238" cap="flat">
                <a:noFill/>
                <a:prstDash val="solid"/>
                <a:miter/>
              </a:ln>
            </p:spPr>
            <p:txBody>
              <a:bodyPr rtlCol="0" anchor="ctr"/>
              <a:lstStyle/>
              <a:p>
                <a:endParaRPr lang="en-IN" sz="1200"/>
              </a:p>
            </p:txBody>
          </p:sp>
          <p:sp>
            <p:nvSpPr>
              <p:cNvPr id="115" name="Freeform: Shape 114">
                <a:extLst>
                  <a:ext uri="{FF2B5EF4-FFF2-40B4-BE49-F238E27FC236}">
                    <a16:creationId xmlns:a16="http://schemas.microsoft.com/office/drawing/2014/main" id="{BD8F0D9B-CA08-0353-FBDB-032F8FF740F1}"/>
                  </a:ext>
                </a:extLst>
              </p:cNvPr>
              <p:cNvSpPr/>
              <p:nvPr/>
            </p:nvSpPr>
            <p:spPr>
              <a:xfrm>
                <a:off x="5948988" y="4781736"/>
                <a:ext cx="216524" cy="19390"/>
              </a:xfrm>
              <a:custGeom>
                <a:avLst/>
                <a:gdLst>
                  <a:gd name="connsiteX0" fmla="*/ 9695 w 216524"/>
                  <a:gd name="connsiteY0" fmla="*/ 19390 h 19390"/>
                  <a:gd name="connsiteX1" fmla="*/ 206829 w 216524"/>
                  <a:gd name="connsiteY1" fmla="*/ 19390 h 19390"/>
                  <a:gd name="connsiteX2" fmla="*/ 216524 w 216524"/>
                  <a:gd name="connsiteY2" fmla="*/ 9695 h 19390"/>
                  <a:gd name="connsiteX3" fmla="*/ 206829 w 216524"/>
                  <a:gd name="connsiteY3" fmla="*/ 0 h 19390"/>
                  <a:gd name="connsiteX4" fmla="*/ 9695 w 216524"/>
                  <a:gd name="connsiteY4" fmla="*/ 0 h 19390"/>
                  <a:gd name="connsiteX5" fmla="*/ 0 w 216524"/>
                  <a:gd name="connsiteY5" fmla="*/ 9695 h 19390"/>
                  <a:gd name="connsiteX6" fmla="*/ 9695 w 216524"/>
                  <a:gd name="connsiteY6" fmla="*/ 19390 h 1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524" h="19390">
                    <a:moveTo>
                      <a:pt x="9695" y="19390"/>
                    </a:moveTo>
                    <a:lnTo>
                      <a:pt x="206829" y="19390"/>
                    </a:lnTo>
                    <a:cubicBezTo>
                      <a:pt x="213293" y="19390"/>
                      <a:pt x="216524" y="12927"/>
                      <a:pt x="216524" y="9695"/>
                    </a:cubicBezTo>
                    <a:cubicBezTo>
                      <a:pt x="216524" y="6463"/>
                      <a:pt x="213293" y="0"/>
                      <a:pt x="206829" y="0"/>
                    </a:cubicBezTo>
                    <a:lnTo>
                      <a:pt x="9695" y="0"/>
                    </a:lnTo>
                    <a:cubicBezTo>
                      <a:pt x="3232" y="0"/>
                      <a:pt x="0" y="3232"/>
                      <a:pt x="0" y="9695"/>
                    </a:cubicBezTo>
                    <a:cubicBezTo>
                      <a:pt x="0" y="16159"/>
                      <a:pt x="3232" y="19390"/>
                      <a:pt x="9695" y="19390"/>
                    </a:cubicBezTo>
                    <a:close/>
                  </a:path>
                </a:pathLst>
              </a:custGeom>
              <a:grpFill/>
              <a:ln w="32238" cap="flat">
                <a:noFill/>
                <a:prstDash val="solid"/>
                <a:miter/>
              </a:ln>
            </p:spPr>
            <p:txBody>
              <a:bodyPr rtlCol="0" anchor="ctr"/>
              <a:lstStyle/>
              <a:p>
                <a:endParaRPr lang="en-IN" sz="1200"/>
              </a:p>
            </p:txBody>
          </p:sp>
          <p:sp>
            <p:nvSpPr>
              <p:cNvPr id="116" name="Freeform: Shape 115">
                <a:extLst>
                  <a:ext uri="{FF2B5EF4-FFF2-40B4-BE49-F238E27FC236}">
                    <a16:creationId xmlns:a16="http://schemas.microsoft.com/office/drawing/2014/main" id="{257E78E8-9BA2-DEBE-D135-0EC564DE5C79}"/>
                  </a:ext>
                </a:extLst>
              </p:cNvPr>
              <p:cNvSpPr/>
              <p:nvPr/>
            </p:nvSpPr>
            <p:spPr>
              <a:xfrm>
                <a:off x="5948988" y="4903273"/>
                <a:ext cx="135731" cy="20658"/>
              </a:xfrm>
              <a:custGeom>
                <a:avLst/>
                <a:gdLst>
                  <a:gd name="connsiteX0" fmla="*/ 9695 w 135731"/>
                  <a:gd name="connsiteY0" fmla="*/ 20658 h 20658"/>
                  <a:gd name="connsiteX1" fmla="*/ 126037 w 135731"/>
                  <a:gd name="connsiteY1" fmla="*/ 20658 h 20658"/>
                  <a:gd name="connsiteX2" fmla="*/ 135732 w 135731"/>
                  <a:gd name="connsiteY2" fmla="*/ 10963 h 20658"/>
                  <a:gd name="connsiteX3" fmla="*/ 126037 w 135731"/>
                  <a:gd name="connsiteY3" fmla="*/ 1268 h 20658"/>
                  <a:gd name="connsiteX4" fmla="*/ 9695 w 135731"/>
                  <a:gd name="connsiteY4" fmla="*/ 1268 h 20658"/>
                  <a:gd name="connsiteX5" fmla="*/ 0 w 135731"/>
                  <a:gd name="connsiteY5" fmla="*/ 7731 h 20658"/>
                  <a:gd name="connsiteX6" fmla="*/ 9695 w 135731"/>
                  <a:gd name="connsiteY6" fmla="*/ 20658 h 20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731" h="20658">
                    <a:moveTo>
                      <a:pt x="9695" y="20658"/>
                    </a:moveTo>
                    <a:lnTo>
                      <a:pt x="126037" y="20658"/>
                    </a:lnTo>
                    <a:cubicBezTo>
                      <a:pt x="132500" y="20658"/>
                      <a:pt x="135732" y="14195"/>
                      <a:pt x="135732" y="10963"/>
                    </a:cubicBezTo>
                    <a:cubicBezTo>
                      <a:pt x="135732" y="4500"/>
                      <a:pt x="129268" y="1268"/>
                      <a:pt x="126037" y="1268"/>
                    </a:cubicBezTo>
                    <a:lnTo>
                      <a:pt x="9695" y="1268"/>
                    </a:lnTo>
                    <a:cubicBezTo>
                      <a:pt x="3232" y="-1964"/>
                      <a:pt x="0" y="1268"/>
                      <a:pt x="0" y="7731"/>
                    </a:cubicBezTo>
                    <a:cubicBezTo>
                      <a:pt x="0" y="14195"/>
                      <a:pt x="3232" y="20658"/>
                      <a:pt x="9695" y="20658"/>
                    </a:cubicBezTo>
                    <a:close/>
                  </a:path>
                </a:pathLst>
              </a:custGeom>
              <a:grpFill/>
              <a:ln w="32238" cap="flat">
                <a:noFill/>
                <a:prstDash val="solid"/>
                <a:miter/>
              </a:ln>
            </p:spPr>
            <p:txBody>
              <a:bodyPr rtlCol="0" anchor="ctr"/>
              <a:lstStyle/>
              <a:p>
                <a:endParaRPr lang="en-IN" sz="1200"/>
              </a:p>
            </p:txBody>
          </p:sp>
          <p:sp>
            <p:nvSpPr>
              <p:cNvPr id="117" name="Freeform: Shape 116">
                <a:extLst>
                  <a:ext uri="{FF2B5EF4-FFF2-40B4-BE49-F238E27FC236}">
                    <a16:creationId xmlns:a16="http://schemas.microsoft.com/office/drawing/2014/main" id="{754E7514-0590-D062-9358-5987133CE351}"/>
                  </a:ext>
                </a:extLst>
              </p:cNvPr>
              <p:cNvSpPr/>
              <p:nvPr/>
            </p:nvSpPr>
            <p:spPr>
              <a:xfrm>
                <a:off x="5948988" y="4965943"/>
                <a:ext cx="91347" cy="19390"/>
              </a:xfrm>
              <a:custGeom>
                <a:avLst/>
                <a:gdLst>
                  <a:gd name="connsiteX0" fmla="*/ 80793 w 91347"/>
                  <a:gd name="connsiteY0" fmla="*/ 19390 h 19390"/>
                  <a:gd name="connsiteX1" fmla="*/ 9695 w 91347"/>
                  <a:gd name="connsiteY1" fmla="*/ 19390 h 19390"/>
                  <a:gd name="connsiteX2" fmla="*/ 0 w 91347"/>
                  <a:gd name="connsiteY2" fmla="*/ 9695 h 19390"/>
                  <a:gd name="connsiteX3" fmla="*/ 9695 w 91347"/>
                  <a:gd name="connsiteY3" fmla="*/ 0 h 19390"/>
                  <a:gd name="connsiteX4" fmla="*/ 80793 w 91347"/>
                  <a:gd name="connsiteY4" fmla="*/ 0 h 19390"/>
                  <a:gd name="connsiteX5" fmla="*/ 90488 w 91347"/>
                  <a:gd name="connsiteY5" fmla="*/ 9695 h 19390"/>
                  <a:gd name="connsiteX6" fmla="*/ 80793 w 91347"/>
                  <a:gd name="connsiteY6" fmla="*/ 19390 h 1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347" h="19390">
                    <a:moveTo>
                      <a:pt x="80793" y="19390"/>
                    </a:moveTo>
                    <a:lnTo>
                      <a:pt x="9695" y="19390"/>
                    </a:lnTo>
                    <a:cubicBezTo>
                      <a:pt x="3232" y="19390"/>
                      <a:pt x="0" y="16159"/>
                      <a:pt x="0" y="9695"/>
                    </a:cubicBezTo>
                    <a:cubicBezTo>
                      <a:pt x="0" y="3232"/>
                      <a:pt x="6463" y="0"/>
                      <a:pt x="9695" y="0"/>
                    </a:cubicBezTo>
                    <a:lnTo>
                      <a:pt x="80793" y="0"/>
                    </a:lnTo>
                    <a:cubicBezTo>
                      <a:pt x="87256" y="0"/>
                      <a:pt x="90488" y="6463"/>
                      <a:pt x="90488" y="9695"/>
                    </a:cubicBezTo>
                    <a:cubicBezTo>
                      <a:pt x="93720" y="16159"/>
                      <a:pt x="87256" y="19390"/>
                      <a:pt x="80793" y="19390"/>
                    </a:cubicBezTo>
                    <a:close/>
                  </a:path>
                </a:pathLst>
              </a:custGeom>
              <a:grpFill/>
              <a:ln w="32238" cap="flat">
                <a:noFill/>
                <a:prstDash val="solid"/>
                <a:miter/>
              </a:ln>
            </p:spPr>
            <p:txBody>
              <a:bodyPr rtlCol="0" anchor="ctr"/>
              <a:lstStyle/>
              <a:p>
                <a:endParaRPr lang="en-IN" sz="1200"/>
              </a:p>
            </p:txBody>
          </p:sp>
          <p:sp>
            <p:nvSpPr>
              <p:cNvPr id="118" name="Freeform: Shape 117">
                <a:extLst>
                  <a:ext uri="{FF2B5EF4-FFF2-40B4-BE49-F238E27FC236}">
                    <a16:creationId xmlns:a16="http://schemas.microsoft.com/office/drawing/2014/main" id="{FE6D984F-BE6F-2C95-AA03-768E54706783}"/>
                  </a:ext>
                </a:extLst>
              </p:cNvPr>
              <p:cNvSpPr/>
              <p:nvPr/>
            </p:nvSpPr>
            <p:spPr>
              <a:xfrm>
                <a:off x="6094415" y="4901309"/>
                <a:ext cx="206829" cy="289058"/>
              </a:xfrm>
              <a:custGeom>
                <a:avLst/>
                <a:gdLst>
                  <a:gd name="connsiteX0" fmla="*/ 206829 w 206829"/>
                  <a:gd name="connsiteY0" fmla="*/ 103415 h 289058"/>
                  <a:gd name="connsiteX1" fmla="*/ 103415 w 206829"/>
                  <a:gd name="connsiteY1" fmla="*/ 0 h 289058"/>
                  <a:gd name="connsiteX2" fmla="*/ 0 w 206829"/>
                  <a:gd name="connsiteY2" fmla="*/ 103415 h 289058"/>
                  <a:gd name="connsiteX3" fmla="*/ 58171 w 206829"/>
                  <a:gd name="connsiteY3" fmla="*/ 197134 h 289058"/>
                  <a:gd name="connsiteX4" fmla="*/ 42012 w 206829"/>
                  <a:gd name="connsiteY4" fmla="*/ 274695 h 289058"/>
                  <a:gd name="connsiteX5" fmla="*/ 45244 w 206829"/>
                  <a:gd name="connsiteY5" fmla="*/ 284390 h 289058"/>
                  <a:gd name="connsiteX6" fmla="*/ 51707 w 206829"/>
                  <a:gd name="connsiteY6" fmla="*/ 287622 h 289058"/>
                  <a:gd name="connsiteX7" fmla="*/ 54939 w 206829"/>
                  <a:gd name="connsiteY7" fmla="*/ 287622 h 289058"/>
                  <a:gd name="connsiteX8" fmla="*/ 106646 w 206829"/>
                  <a:gd name="connsiteY8" fmla="*/ 258537 h 289058"/>
                  <a:gd name="connsiteX9" fmla="*/ 158354 w 206829"/>
                  <a:gd name="connsiteY9" fmla="*/ 287622 h 289058"/>
                  <a:gd name="connsiteX10" fmla="*/ 168049 w 206829"/>
                  <a:gd name="connsiteY10" fmla="*/ 287622 h 289058"/>
                  <a:gd name="connsiteX11" fmla="*/ 171281 w 206829"/>
                  <a:gd name="connsiteY11" fmla="*/ 277927 h 289058"/>
                  <a:gd name="connsiteX12" fmla="*/ 158354 w 206829"/>
                  <a:gd name="connsiteY12" fmla="*/ 197134 h 289058"/>
                  <a:gd name="connsiteX13" fmla="*/ 206829 w 206829"/>
                  <a:gd name="connsiteY13" fmla="*/ 103415 h 289058"/>
                  <a:gd name="connsiteX14" fmla="*/ 145427 w 206829"/>
                  <a:gd name="connsiteY14" fmla="*/ 258537 h 289058"/>
                  <a:gd name="connsiteX15" fmla="*/ 109878 w 206829"/>
                  <a:gd name="connsiteY15" fmla="*/ 235915 h 289058"/>
                  <a:gd name="connsiteX16" fmla="*/ 100183 w 206829"/>
                  <a:gd name="connsiteY16" fmla="*/ 235915 h 289058"/>
                  <a:gd name="connsiteX17" fmla="*/ 64634 w 206829"/>
                  <a:gd name="connsiteY17" fmla="*/ 258537 h 289058"/>
                  <a:gd name="connsiteX18" fmla="*/ 74329 w 206829"/>
                  <a:gd name="connsiteY18" fmla="*/ 203598 h 289058"/>
                  <a:gd name="connsiteX19" fmla="*/ 103415 w 206829"/>
                  <a:gd name="connsiteY19" fmla="*/ 206829 h 289058"/>
                  <a:gd name="connsiteX20" fmla="*/ 135732 w 206829"/>
                  <a:gd name="connsiteY20" fmla="*/ 200366 h 289058"/>
                  <a:gd name="connsiteX21" fmla="*/ 145427 w 206829"/>
                  <a:gd name="connsiteY21" fmla="*/ 258537 h 289058"/>
                  <a:gd name="connsiteX22" fmla="*/ 103415 w 206829"/>
                  <a:gd name="connsiteY22" fmla="*/ 190671 h 289058"/>
                  <a:gd name="connsiteX23" fmla="*/ 16159 w 206829"/>
                  <a:gd name="connsiteY23" fmla="*/ 103415 h 289058"/>
                  <a:gd name="connsiteX24" fmla="*/ 103415 w 206829"/>
                  <a:gd name="connsiteY24" fmla="*/ 19390 h 289058"/>
                  <a:gd name="connsiteX25" fmla="*/ 190671 w 206829"/>
                  <a:gd name="connsiteY25" fmla="*/ 106646 h 289058"/>
                  <a:gd name="connsiteX26" fmla="*/ 103415 w 206829"/>
                  <a:gd name="connsiteY26" fmla="*/ 190671 h 28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6829" h="289058">
                    <a:moveTo>
                      <a:pt x="206829" y="103415"/>
                    </a:moveTo>
                    <a:cubicBezTo>
                      <a:pt x="206829" y="45244"/>
                      <a:pt x="158354" y="0"/>
                      <a:pt x="103415" y="0"/>
                    </a:cubicBezTo>
                    <a:cubicBezTo>
                      <a:pt x="48476" y="0"/>
                      <a:pt x="0" y="48476"/>
                      <a:pt x="0" y="103415"/>
                    </a:cubicBezTo>
                    <a:cubicBezTo>
                      <a:pt x="0" y="145427"/>
                      <a:pt x="22622" y="177744"/>
                      <a:pt x="58171" y="197134"/>
                    </a:cubicBezTo>
                    <a:lnTo>
                      <a:pt x="42012" y="274695"/>
                    </a:lnTo>
                    <a:cubicBezTo>
                      <a:pt x="42012" y="277927"/>
                      <a:pt x="42012" y="281158"/>
                      <a:pt x="45244" y="284390"/>
                    </a:cubicBezTo>
                    <a:cubicBezTo>
                      <a:pt x="45244" y="284390"/>
                      <a:pt x="48476" y="287622"/>
                      <a:pt x="51707" y="287622"/>
                    </a:cubicBezTo>
                    <a:cubicBezTo>
                      <a:pt x="51707" y="287622"/>
                      <a:pt x="54939" y="287622"/>
                      <a:pt x="54939" y="287622"/>
                    </a:cubicBezTo>
                    <a:lnTo>
                      <a:pt x="106646" y="258537"/>
                    </a:lnTo>
                    <a:lnTo>
                      <a:pt x="158354" y="287622"/>
                    </a:lnTo>
                    <a:cubicBezTo>
                      <a:pt x="161585" y="290854"/>
                      <a:pt x="164817" y="287622"/>
                      <a:pt x="168049" y="287622"/>
                    </a:cubicBezTo>
                    <a:cubicBezTo>
                      <a:pt x="171281" y="284390"/>
                      <a:pt x="171281" y="281158"/>
                      <a:pt x="171281" y="277927"/>
                    </a:cubicBezTo>
                    <a:lnTo>
                      <a:pt x="158354" y="197134"/>
                    </a:lnTo>
                    <a:cubicBezTo>
                      <a:pt x="187439" y="177744"/>
                      <a:pt x="206829" y="142195"/>
                      <a:pt x="206829" y="103415"/>
                    </a:cubicBezTo>
                    <a:close/>
                    <a:moveTo>
                      <a:pt x="145427" y="258537"/>
                    </a:moveTo>
                    <a:lnTo>
                      <a:pt x="109878" y="235915"/>
                    </a:lnTo>
                    <a:cubicBezTo>
                      <a:pt x="106646" y="235915"/>
                      <a:pt x="103415" y="235915"/>
                      <a:pt x="100183" y="235915"/>
                    </a:cubicBezTo>
                    <a:lnTo>
                      <a:pt x="64634" y="258537"/>
                    </a:lnTo>
                    <a:lnTo>
                      <a:pt x="74329" y="203598"/>
                    </a:lnTo>
                    <a:cubicBezTo>
                      <a:pt x="84024" y="206829"/>
                      <a:pt x="93720" y="206829"/>
                      <a:pt x="103415" y="206829"/>
                    </a:cubicBezTo>
                    <a:cubicBezTo>
                      <a:pt x="116341" y="206829"/>
                      <a:pt x="126037" y="203598"/>
                      <a:pt x="135732" y="200366"/>
                    </a:cubicBezTo>
                    <a:lnTo>
                      <a:pt x="145427" y="258537"/>
                    </a:lnTo>
                    <a:close/>
                    <a:moveTo>
                      <a:pt x="103415" y="190671"/>
                    </a:moveTo>
                    <a:cubicBezTo>
                      <a:pt x="54939" y="190671"/>
                      <a:pt x="16159" y="151890"/>
                      <a:pt x="16159" y="103415"/>
                    </a:cubicBezTo>
                    <a:cubicBezTo>
                      <a:pt x="16159" y="54939"/>
                      <a:pt x="54939" y="19390"/>
                      <a:pt x="103415" y="19390"/>
                    </a:cubicBezTo>
                    <a:cubicBezTo>
                      <a:pt x="151890" y="19390"/>
                      <a:pt x="190671" y="58171"/>
                      <a:pt x="190671" y="106646"/>
                    </a:cubicBezTo>
                    <a:cubicBezTo>
                      <a:pt x="190671" y="155122"/>
                      <a:pt x="151890" y="190671"/>
                      <a:pt x="103415" y="190671"/>
                    </a:cubicBezTo>
                    <a:close/>
                  </a:path>
                </a:pathLst>
              </a:custGeom>
              <a:grpFill/>
              <a:ln w="32238" cap="flat">
                <a:noFill/>
                <a:prstDash val="solid"/>
                <a:miter/>
              </a:ln>
            </p:spPr>
            <p:txBody>
              <a:bodyPr rtlCol="0" anchor="ctr"/>
              <a:lstStyle/>
              <a:p>
                <a:endParaRPr lang="en-IN" sz="1200"/>
              </a:p>
            </p:txBody>
          </p:sp>
          <p:sp>
            <p:nvSpPr>
              <p:cNvPr id="119" name="Freeform: Shape 118">
                <a:extLst>
                  <a:ext uri="{FF2B5EF4-FFF2-40B4-BE49-F238E27FC236}">
                    <a16:creationId xmlns:a16="http://schemas.microsoft.com/office/drawing/2014/main" id="{BCFA1EB3-2BF8-13D9-7E50-5571AC517DF6}"/>
                  </a:ext>
                </a:extLst>
              </p:cNvPr>
              <p:cNvSpPr/>
              <p:nvPr/>
            </p:nvSpPr>
            <p:spPr>
              <a:xfrm>
                <a:off x="6129963" y="4936858"/>
                <a:ext cx="135731" cy="126036"/>
              </a:xfrm>
              <a:custGeom>
                <a:avLst/>
                <a:gdLst>
                  <a:gd name="connsiteX0" fmla="*/ 135732 w 135731"/>
                  <a:gd name="connsiteY0" fmla="*/ 48476 h 126036"/>
                  <a:gd name="connsiteX1" fmla="*/ 129268 w 135731"/>
                  <a:gd name="connsiteY1" fmla="*/ 45244 h 126036"/>
                  <a:gd name="connsiteX2" fmla="*/ 90488 w 135731"/>
                  <a:gd name="connsiteY2" fmla="*/ 38780 h 126036"/>
                  <a:gd name="connsiteX3" fmla="*/ 74329 w 135731"/>
                  <a:gd name="connsiteY3" fmla="*/ 3232 h 126036"/>
                  <a:gd name="connsiteX4" fmla="*/ 67866 w 135731"/>
                  <a:gd name="connsiteY4" fmla="*/ 0 h 126036"/>
                  <a:gd name="connsiteX5" fmla="*/ 61402 w 135731"/>
                  <a:gd name="connsiteY5" fmla="*/ 3232 h 126036"/>
                  <a:gd name="connsiteX6" fmla="*/ 45244 w 135731"/>
                  <a:gd name="connsiteY6" fmla="*/ 38780 h 126036"/>
                  <a:gd name="connsiteX7" fmla="*/ 6463 w 135731"/>
                  <a:gd name="connsiteY7" fmla="*/ 42012 h 126036"/>
                  <a:gd name="connsiteX8" fmla="*/ 0 w 135731"/>
                  <a:gd name="connsiteY8" fmla="*/ 45244 h 126036"/>
                  <a:gd name="connsiteX9" fmla="*/ 0 w 135731"/>
                  <a:gd name="connsiteY9" fmla="*/ 51707 h 126036"/>
                  <a:gd name="connsiteX10" fmla="*/ 29085 w 135731"/>
                  <a:gd name="connsiteY10" fmla="*/ 77561 h 126036"/>
                  <a:gd name="connsiteX11" fmla="*/ 25854 w 135731"/>
                  <a:gd name="connsiteY11" fmla="*/ 119573 h 126036"/>
                  <a:gd name="connsiteX12" fmla="*/ 29085 w 135731"/>
                  <a:gd name="connsiteY12" fmla="*/ 126037 h 126036"/>
                  <a:gd name="connsiteX13" fmla="*/ 32317 w 135731"/>
                  <a:gd name="connsiteY13" fmla="*/ 126037 h 126036"/>
                  <a:gd name="connsiteX14" fmla="*/ 35549 w 135731"/>
                  <a:gd name="connsiteY14" fmla="*/ 126037 h 126036"/>
                  <a:gd name="connsiteX15" fmla="*/ 71098 w 135731"/>
                  <a:gd name="connsiteY15" fmla="*/ 106646 h 126036"/>
                  <a:gd name="connsiteX16" fmla="*/ 106646 w 135731"/>
                  <a:gd name="connsiteY16" fmla="*/ 126037 h 126036"/>
                  <a:gd name="connsiteX17" fmla="*/ 113110 w 135731"/>
                  <a:gd name="connsiteY17" fmla="*/ 126037 h 126036"/>
                  <a:gd name="connsiteX18" fmla="*/ 116341 w 135731"/>
                  <a:gd name="connsiteY18" fmla="*/ 119573 h 126036"/>
                  <a:gd name="connsiteX19" fmla="*/ 109878 w 135731"/>
                  <a:gd name="connsiteY19" fmla="*/ 80793 h 126036"/>
                  <a:gd name="connsiteX20" fmla="*/ 132500 w 135731"/>
                  <a:gd name="connsiteY20" fmla="*/ 54939 h 126036"/>
                  <a:gd name="connsiteX21" fmla="*/ 135732 w 135731"/>
                  <a:gd name="connsiteY21" fmla="*/ 48476 h 126036"/>
                  <a:gd name="connsiteX22" fmla="*/ 93720 w 135731"/>
                  <a:gd name="connsiteY22" fmla="*/ 74329 h 126036"/>
                  <a:gd name="connsiteX23" fmla="*/ 90488 w 135731"/>
                  <a:gd name="connsiteY23" fmla="*/ 80793 h 126036"/>
                  <a:gd name="connsiteX24" fmla="*/ 96951 w 135731"/>
                  <a:gd name="connsiteY24" fmla="*/ 109878 h 126036"/>
                  <a:gd name="connsiteX25" fmla="*/ 71098 w 135731"/>
                  <a:gd name="connsiteY25" fmla="*/ 96951 h 126036"/>
                  <a:gd name="connsiteX26" fmla="*/ 67866 w 135731"/>
                  <a:gd name="connsiteY26" fmla="*/ 96951 h 126036"/>
                  <a:gd name="connsiteX27" fmla="*/ 64634 w 135731"/>
                  <a:gd name="connsiteY27" fmla="*/ 96951 h 126036"/>
                  <a:gd name="connsiteX28" fmla="*/ 38781 w 135731"/>
                  <a:gd name="connsiteY28" fmla="*/ 109878 h 126036"/>
                  <a:gd name="connsiteX29" fmla="*/ 45244 w 135731"/>
                  <a:gd name="connsiteY29" fmla="*/ 80793 h 126036"/>
                  <a:gd name="connsiteX30" fmla="*/ 42012 w 135731"/>
                  <a:gd name="connsiteY30" fmla="*/ 74329 h 126036"/>
                  <a:gd name="connsiteX31" fmla="*/ 19390 w 135731"/>
                  <a:gd name="connsiteY31" fmla="*/ 54939 h 126036"/>
                  <a:gd name="connsiteX32" fmla="*/ 48476 w 135731"/>
                  <a:gd name="connsiteY32" fmla="*/ 51707 h 126036"/>
                  <a:gd name="connsiteX33" fmla="*/ 54939 w 135731"/>
                  <a:gd name="connsiteY33" fmla="*/ 48476 h 126036"/>
                  <a:gd name="connsiteX34" fmla="*/ 67866 w 135731"/>
                  <a:gd name="connsiteY34" fmla="*/ 22622 h 126036"/>
                  <a:gd name="connsiteX35" fmla="*/ 80793 w 135731"/>
                  <a:gd name="connsiteY35" fmla="*/ 48476 h 126036"/>
                  <a:gd name="connsiteX36" fmla="*/ 87256 w 135731"/>
                  <a:gd name="connsiteY36" fmla="*/ 51707 h 126036"/>
                  <a:gd name="connsiteX37" fmla="*/ 113110 w 135731"/>
                  <a:gd name="connsiteY37" fmla="*/ 54939 h 126036"/>
                  <a:gd name="connsiteX38" fmla="*/ 93720 w 135731"/>
                  <a:gd name="connsiteY38" fmla="*/ 74329 h 126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5731" h="126036">
                    <a:moveTo>
                      <a:pt x="135732" y="48476"/>
                    </a:moveTo>
                    <a:cubicBezTo>
                      <a:pt x="135732" y="45244"/>
                      <a:pt x="132500" y="45244"/>
                      <a:pt x="129268" y="45244"/>
                    </a:cubicBezTo>
                    <a:lnTo>
                      <a:pt x="90488" y="38780"/>
                    </a:lnTo>
                    <a:lnTo>
                      <a:pt x="74329" y="3232"/>
                    </a:lnTo>
                    <a:cubicBezTo>
                      <a:pt x="74329" y="0"/>
                      <a:pt x="71098" y="0"/>
                      <a:pt x="67866" y="0"/>
                    </a:cubicBezTo>
                    <a:cubicBezTo>
                      <a:pt x="64634" y="0"/>
                      <a:pt x="64634" y="0"/>
                      <a:pt x="61402" y="3232"/>
                    </a:cubicBezTo>
                    <a:lnTo>
                      <a:pt x="45244" y="38780"/>
                    </a:lnTo>
                    <a:lnTo>
                      <a:pt x="6463" y="42012"/>
                    </a:lnTo>
                    <a:cubicBezTo>
                      <a:pt x="3232" y="42012"/>
                      <a:pt x="3232" y="45244"/>
                      <a:pt x="0" y="45244"/>
                    </a:cubicBezTo>
                    <a:cubicBezTo>
                      <a:pt x="0" y="48476"/>
                      <a:pt x="0" y="51707"/>
                      <a:pt x="0" y="51707"/>
                    </a:cubicBezTo>
                    <a:lnTo>
                      <a:pt x="29085" y="77561"/>
                    </a:lnTo>
                    <a:lnTo>
                      <a:pt x="25854" y="119573"/>
                    </a:lnTo>
                    <a:cubicBezTo>
                      <a:pt x="25854" y="122805"/>
                      <a:pt x="25854" y="126037"/>
                      <a:pt x="29085" y="126037"/>
                    </a:cubicBezTo>
                    <a:cubicBezTo>
                      <a:pt x="29085" y="126037"/>
                      <a:pt x="32317" y="126037"/>
                      <a:pt x="32317" y="126037"/>
                    </a:cubicBezTo>
                    <a:cubicBezTo>
                      <a:pt x="32317" y="126037"/>
                      <a:pt x="35549" y="126037"/>
                      <a:pt x="35549" y="126037"/>
                    </a:cubicBezTo>
                    <a:lnTo>
                      <a:pt x="71098" y="106646"/>
                    </a:lnTo>
                    <a:lnTo>
                      <a:pt x="106646" y="126037"/>
                    </a:lnTo>
                    <a:cubicBezTo>
                      <a:pt x="109878" y="126037"/>
                      <a:pt x="109878" y="126037"/>
                      <a:pt x="113110" y="126037"/>
                    </a:cubicBezTo>
                    <a:cubicBezTo>
                      <a:pt x="116341" y="126037"/>
                      <a:pt x="116341" y="122805"/>
                      <a:pt x="116341" y="119573"/>
                    </a:cubicBezTo>
                    <a:lnTo>
                      <a:pt x="109878" y="80793"/>
                    </a:lnTo>
                    <a:lnTo>
                      <a:pt x="132500" y="54939"/>
                    </a:lnTo>
                    <a:cubicBezTo>
                      <a:pt x="135732" y="51707"/>
                      <a:pt x="135732" y="51707"/>
                      <a:pt x="135732" y="48476"/>
                    </a:cubicBezTo>
                    <a:close/>
                    <a:moveTo>
                      <a:pt x="93720" y="74329"/>
                    </a:moveTo>
                    <a:cubicBezTo>
                      <a:pt x="93720" y="74329"/>
                      <a:pt x="90488" y="77561"/>
                      <a:pt x="90488" y="80793"/>
                    </a:cubicBezTo>
                    <a:lnTo>
                      <a:pt x="96951" y="109878"/>
                    </a:lnTo>
                    <a:lnTo>
                      <a:pt x="71098" y="96951"/>
                    </a:lnTo>
                    <a:cubicBezTo>
                      <a:pt x="71098" y="96951"/>
                      <a:pt x="67866" y="96951"/>
                      <a:pt x="67866" y="96951"/>
                    </a:cubicBezTo>
                    <a:cubicBezTo>
                      <a:pt x="67866" y="96951"/>
                      <a:pt x="64634" y="96951"/>
                      <a:pt x="64634" y="96951"/>
                    </a:cubicBezTo>
                    <a:lnTo>
                      <a:pt x="38781" y="109878"/>
                    </a:lnTo>
                    <a:lnTo>
                      <a:pt x="45244" y="80793"/>
                    </a:lnTo>
                    <a:cubicBezTo>
                      <a:pt x="45244" y="77561"/>
                      <a:pt x="45244" y="77561"/>
                      <a:pt x="42012" y="74329"/>
                    </a:cubicBezTo>
                    <a:lnTo>
                      <a:pt x="19390" y="54939"/>
                    </a:lnTo>
                    <a:lnTo>
                      <a:pt x="48476" y="51707"/>
                    </a:lnTo>
                    <a:cubicBezTo>
                      <a:pt x="51707" y="51707"/>
                      <a:pt x="51707" y="51707"/>
                      <a:pt x="54939" y="48476"/>
                    </a:cubicBezTo>
                    <a:lnTo>
                      <a:pt x="67866" y="22622"/>
                    </a:lnTo>
                    <a:lnTo>
                      <a:pt x="80793" y="48476"/>
                    </a:lnTo>
                    <a:cubicBezTo>
                      <a:pt x="80793" y="51707"/>
                      <a:pt x="84024" y="51707"/>
                      <a:pt x="87256" y="51707"/>
                    </a:cubicBezTo>
                    <a:lnTo>
                      <a:pt x="113110" y="54939"/>
                    </a:lnTo>
                    <a:lnTo>
                      <a:pt x="93720" y="74329"/>
                    </a:lnTo>
                    <a:close/>
                  </a:path>
                </a:pathLst>
              </a:custGeom>
              <a:solidFill>
                <a:schemeClr val="accent1"/>
              </a:solidFill>
              <a:ln w="32238" cap="flat">
                <a:noFill/>
                <a:prstDash val="solid"/>
                <a:miter/>
              </a:ln>
            </p:spPr>
            <p:txBody>
              <a:bodyPr rtlCol="0" anchor="ctr"/>
              <a:lstStyle/>
              <a:p>
                <a:endParaRPr lang="en-IN" sz="1200"/>
              </a:p>
            </p:txBody>
          </p:sp>
        </p:grpSp>
        <p:grpSp>
          <p:nvGrpSpPr>
            <p:cNvPr id="109" name="Group 108">
              <a:extLst>
                <a:ext uri="{FF2B5EF4-FFF2-40B4-BE49-F238E27FC236}">
                  <a16:creationId xmlns:a16="http://schemas.microsoft.com/office/drawing/2014/main" id="{97D046DF-AC93-11C3-713E-A0CAD58608D8}"/>
                </a:ext>
              </a:extLst>
            </p:cNvPr>
            <p:cNvGrpSpPr/>
            <p:nvPr/>
          </p:nvGrpSpPr>
          <p:grpSpPr>
            <a:xfrm>
              <a:off x="5793141" y="4647366"/>
              <a:ext cx="629574" cy="416129"/>
              <a:chOff x="5770674" y="2927402"/>
              <a:chExt cx="629574" cy="416129"/>
            </a:xfrm>
          </p:grpSpPr>
          <p:cxnSp>
            <p:nvCxnSpPr>
              <p:cNvPr id="110" name="Straight Connector 109">
                <a:extLst>
                  <a:ext uri="{FF2B5EF4-FFF2-40B4-BE49-F238E27FC236}">
                    <a16:creationId xmlns:a16="http://schemas.microsoft.com/office/drawing/2014/main" id="{C90DECF9-12EE-A83C-FA21-06D080442A14}"/>
                  </a:ext>
                </a:extLst>
              </p:cNvPr>
              <p:cNvCxnSpPr>
                <a:cxnSpLocks/>
              </p:cNvCxnSpPr>
              <p:nvPr/>
            </p:nvCxnSpPr>
            <p:spPr>
              <a:xfrm flipV="1">
                <a:off x="6304711" y="3191499"/>
                <a:ext cx="95537" cy="1520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D02C247-7762-E8A5-5803-AC4EAEE464D7}"/>
                  </a:ext>
                </a:extLst>
              </p:cNvPr>
              <p:cNvCxnSpPr>
                <a:cxnSpLocks/>
              </p:cNvCxnSpPr>
              <p:nvPr/>
            </p:nvCxnSpPr>
            <p:spPr>
              <a:xfrm flipV="1">
                <a:off x="6300103" y="2965594"/>
                <a:ext cx="60279" cy="91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A9B0E43-CFCB-95A5-8D5E-E6B59E09D0B4}"/>
                  </a:ext>
                </a:extLst>
              </p:cNvPr>
              <p:cNvCxnSpPr>
                <a:cxnSpLocks/>
              </p:cNvCxnSpPr>
              <p:nvPr/>
            </p:nvCxnSpPr>
            <p:spPr>
              <a:xfrm flipV="1">
                <a:off x="5770674" y="2927402"/>
                <a:ext cx="157180" cy="244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8" name="Straight Arrow Connector 127">
            <a:extLst>
              <a:ext uri="{FF2B5EF4-FFF2-40B4-BE49-F238E27FC236}">
                <a16:creationId xmlns:a16="http://schemas.microsoft.com/office/drawing/2014/main" id="{DC32A33B-3B16-D397-DDFB-7F65C3B982EF}"/>
              </a:ext>
            </a:extLst>
          </p:cNvPr>
          <p:cNvCxnSpPr>
            <a:cxnSpLocks/>
          </p:cNvCxnSpPr>
          <p:nvPr/>
        </p:nvCxnSpPr>
        <p:spPr>
          <a:xfrm>
            <a:off x="8112035" y="1782473"/>
            <a:ext cx="0" cy="862519"/>
          </a:xfrm>
          <a:prstGeom prst="straightConnector1">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BFABBC79-9262-1D25-470B-5B73FF54B9ED}"/>
              </a:ext>
            </a:extLst>
          </p:cNvPr>
          <p:cNvCxnSpPr>
            <a:cxnSpLocks/>
          </p:cNvCxnSpPr>
          <p:nvPr/>
        </p:nvCxnSpPr>
        <p:spPr>
          <a:xfrm>
            <a:off x="3692435" y="1782473"/>
            <a:ext cx="0" cy="862519"/>
          </a:xfrm>
          <a:prstGeom prst="straightConnector1">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6" name="Content Placeholder 3">
            <a:extLst>
              <a:ext uri="{FF2B5EF4-FFF2-40B4-BE49-F238E27FC236}">
                <a16:creationId xmlns:a16="http://schemas.microsoft.com/office/drawing/2014/main" id="{B3AA1E2A-5F2B-20D6-14FB-BEDF3204D247}"/>
              </a:ext>
            </a:extLst>
          </p:cNvPr>
          <p:cNvSpPr txBox="1">
            <a:spLocks/>
          </p:cNvSpPr>
          <p:nvPr/>
        </p:nvSpPr>
        <p:spPr>
          <a:xfrm>
            <a:off x="4452006" y="4558620"/>
            <a:ext cx="3445370" cy="576000"/>
          </a:xfrm>
          <a:prstGeom prst="rect">
            <a:avLst/>
          </a:prstGeom>
          <a:noFill/>
        </p:spPr>
        <p:txBody>
          <a:bodyPr vert="horz" wrap="square" lIns="72000" tIns="45720" rIns="72000" bIns="45720" rtlCol="0" anchor="t">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0"/>
              <a:t>Use formatting (e.g. colour, boxes) to </a:t>
            </a:r>
            <a:r>
              <a:rPr lang="en-GB" sz="1400"/>
              <a:t>highlight what a chart is showing</a:t>
            </a:r>
            <a:endParaRPr lang="en-GB" sz="1400" b="0">
              <a:solidFill>
                <a:schemeClr val="bg2"/>
              </a:solidFill>
            </a:endParaRPr>
          </a:p>
        </p:txBody>
      </p:sp>
    </p:spTree>
    <p:extLst>
      <p:ext uri="{BB962C8B-B14F-4D97-AF65-F5344CB8AC3E}">
        <p14:creationId xmlns:p14="http://schemas.microsoft.com/office/powerpoint/2010/main" val="226112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9B10F0-1CD6-1527-18F9-86C6DD510B52}"/>
              </a:ext>
            </a:extLst>
          </p:cNvPr>
          <p:cNvSpPr>
            <a:spLocks noGrp="1"/>
          </p:cNvSpPr>
          <p:nvPr>
            <p:ph type="body" sz="quarter" idx="10"/>
          </p:nvPr>
        </p:nvSpPr>
        <p:spPr/>
        <p:txBody>
          <a:bodyPr/>
          <a:lstStyle/>
          <a:p>
            <a:r>
              <a:rPr lang="en-GB"/>
              <a:t>Golden rules</a:t>
            </a:r>
          </a:p>
        </p:txBody>
      </p:sp>
      <p:sp>
        <p:nvSpPr>
          <p:cNvPr id="4" name="Title 3">
            <a:extLst>
              <a:ext uri="{FF2B5EF4-FFF2-40B4-BE49-F238E27FC236}">
                <a16:creationId xmlns:a16="http://schemas.microsoft.com/office/drawing/2014/main" id="{057E9B76-AD16-840D-6216-28E9AA1839B9}"/>
              </a:ext>
            </a:extLst>
          </p:cNvPr>
          <p:cNvSpPr>
            <a:spLocks noGrp="1"/>
          </p:cNvSpPr>
          <p:nvPr>
            <p:ph type="title"/>
          </p:nvPr>
        </p:nvSpPr>
        <p:spPr/>
        <p:txBody>
          <a:bodyPr/>
          <a:lstStyle/>
          <a:p>
            <a:r>
              <a:rPr lang="en-GB" sz="2300">
                <a:solidFill>
                  <a:schemeClr val="accent1"/>
                </a:solidFill>
              </a:rPr>
              <a:t>Straplines: </a:t>
            </a:r>
            <a:r>
              <a:rPr lang="en-GB" sz="2300"/>
              <a:t>Your straplines should match the content of your slides exactly</a:t>
            </a:r>
          </a:p>
        </p:txBody>
      </p:sp>
      <p:grpSp>
        <p:nvGrpSpPr>
          <p:cNvPr id="39" name="Group 38">
            <a:extLst>
              <a:ext uri="{FF2B5EF4-FFF2-40B4-BE49-F238E27FC236}">
                <a16:creationId xmlns:a16="http://schemas.microsoft.com/office/drawing/2014/main" id="{CA7CDD66-1C87-B02F-53BB-45980343C4E3}"/>
              </a:ext>
            </a:extLst>
          </p:cNvPr>
          <p:cNvGrpSpPr/>
          <p:nvPr/>
        </p:nvGrpSpPr>
        <p:grpSpPr>
          <a:xfrm>
            <a:off x="1339585" y="4960842"/>
            <a:ext cx="9994015" cy="748543"/>
            <a:chOff x="1339585" y="4920595"/>
            <a:chExt cx="9994015" cy="748543"/>
          </a:xfrm>
        </p:grpSpPr>
        <p:sp>
          <p:nvSpPr>
            <p:cNvPr id="19" name="Rectangle 18">
              <a:extLst>
                <a:ext uri="{FF2B5EF4-FFF2-40B4-BE49-F238E27FC236}">
                  <a16:creationId xmlns:a16="http://schemas.microsoft.com/office/drawing/2014/main" id="{9B11EE8B-D3D3-132D-2270-8619DA84482D}"/>
                </a:ext>
              </a:extLst>
            </p:cNvPr>
            <p:cNvSpPr/>
            <p:nvPr/>
          </p:nvSpPr>
          <p:spPr>
            <a:xfrm>
              <a:off x="1339585" y="5169684"/>
              <a:ext cx="9994015"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chemeClr val="bg2"/>
                  </a:solidFill>
                </a:rPr>
                <a:t>What do you want to say with this slide? Write that in your strapline box, and then add the content that you need to show it</a:t>
              </a:r>
            </a:p>
          </p:txBody>
        </p:sp>
        <p:sp>
          <p:nvSpPr>
            <p:cNvPr id="21" name="TextBox 20">
              <a:extLst>
                <a:ext uri="{FF2B5EF4-FFF2-40B4-BE49-F238E27FC236}">
                  <a16:creationId xmlns:a16="http://schemas.microsoft.com/office/drawing/2014/main" id="{863681A3-F35D-6801-A4C0-4A7BA0DCF7F9}"/>
                </a:ext>
              </a:extLst>
            </p:cNvPr>
            <p:cNvSpPr txBox="1"/>
            <p:nvPr/>
          </p:nvSpPr>
          <p:spPr>
            <a:xfrm>
              <a:off x="1339585" y="4920595"/>
              <a:ext cx="1663987" cy="365760"/>
            </a:xfrm>
            <a:prstGeom prst="rect">
              <a:avLst/>
            </a:prstGeom>
            <a:noFill/>
          </p:spPr>
          <p:txBody>
            <a:bodyPr wrap="square" lIns="0" tIns="0" rIns="0" bIns="0" anchor="ctr" anchorCtr="0">
              <a:noAutofit/>
            </a:bodyPr>
            <a:lstStyle/>
            <a:p>
              <a:r>
                <a:rPr lang="en-GB" sz="1600" b="1">
                  <a:solidFill>
                    <a:schemeClr val="accent1"/>
                  </a:solidFill>
                </a:rPr>
                <a:t>Top tip</a:t>
              </a:r>
              <a:endParaRPr lang="en-GB" b="1">
                <a:solidFill>
                  <a:schemeClr val="accent1"/>
                </a:solidFill>
              </a:endParaRPr>
            </a:p>
          </p:txBody>
        </p:sp>
      </p:grpSp>
      <p:grpSp>
        <p:nvGrpSpPr>
          <p:cNvPr id="22" name="Group 21">
            <a:extLst>
              <a:ext uri="{FF2B5EF4-FFF2-40B4-BE49-F238E27FC236}">
                <a16:creationId xmlns:a16="http://schemas.microsoft.com/office/drawing/2014/main" id="{3469C26D-6670-813A-22D8-BF1CDA975A79}"/>
              </a:ext>
            </a:extLst>
          </p:cNvPr>
          <p:cNvGrpSpPr/>
          <p:nvPr/>
        </p:nvGrpSpPr>
        <p:grpSpPr>
          <a:xfrm>
            <a:off x="673436" y="4907646"/>
            <a:ext cx="525679" cy="745751"/>
            <a:chOff x="474757" y="5585333"/>
            <a:chExt cx="273106" cy="387439"/>
          </a:xfrm>
        </p:grpSpPr>
        <p:grpSp>
          <p:nvGrpSpPr>
            <p:cNvPr id="23" name="Group 22">
              <a:extLst>
                <a:ext uri="{FF2B5EF4-FFF2-40B4-BE49-F238E27FC236}">
                  <a16:creationId xmlns:a16="http://schemas.microsoft.com/office/drawing/2014/main" id="{CE4A2DCF-3120-7284-E391-CF6E7ECC8F54}"/>
                </a:ext>
              </a:extLst>
            </p:cNvPr>
            <p:cNvGrpSpPr/>
            <p:nvPr/>
          </p:nvGrpSpPr>
          <p:grpSpPr>
            <a:xfrm rot="1800000">
              <a:off x="474757" y="5665514"/>
              <a:ext cx="248094" cy="307258"/>
              <a:chOff x="380999" y="5685342"/>
              <a:chExt cx="292539" cy="362304"/>
            </a:xfrm>
            <a:solidFill>
              <a:schemeClr val="tx1"/>
            </a:solidFill>
          </p:grpSpPr>
          <p:grpSp>
            <p:nvGrpSpPr>
              <p:cNvPr id="28" name="Group 27">
                <a:extLst>
                  <a:ext uri="{FF2B5EF4-FFF2-40B4-BE49-F238E27FC236}">
                    <a16:creationId xmlns:a16="http://schemas.microsoft.com/office/drawing/2014/main" id="{97DE141F-FBCF-578B-B351-029319F08F41}"/>
                  </a:ext>
                </a:extLst>
              </p:cNvPr>
              <p:cNvGrpSpPr/>
              <p:nvPr/>
            </p:nvGrpSpPr>
            <p:grpSpPr>
              <a:xfrm>
                <a:off x="380999" y="5685342"/>
                <a:ext cx="292539" cy="362304"/>
                <a:chOff x="9725025" y="3175"/>
                <a:chExt cx="5464176" cy="6851651"/>
              </a:xfrm>
              <a:grpFill/>
            </p:grpSpPr>
            <p:sp>
              <p:nvSpPr>
                <p:cNvPr id="30" name="Freeform 15">
                  <a:extLst>
                    <a:ext uri="{FF2B5EF4-FFF2-40B4-BE49-F238E27FC236}">
                      <a16:creationId xmlns:a16="http://schemas.microsoft.com/office/drawing/2014/main" id="{B02C3520-FB77-449D-B9E5-B8090B252C42}"/>
                    </a:ext>
                  </a:extLst>
                </p:cNvPr>
                <p:cNvSpPr>
                  <a:spLocks noEditPoints="1"/>
                </p:cNvSpPr>
                <p:nvPr/>
              </p:nvSpPr>
              <p:spPr bwMode="auto">
                <a:xfrm>
                  <a:off x="10415588" y="725488"/>
                  <a:ext cx="4041775" cy="6129338"/>
                </a:xfrm>
                <a:custGeom>
                  <a:avLst/>
                  <a:gdLst>
                    <a:gd name="T0" fmla="*/ 478 w 1210"/>
                    <a:gd name="T1" fmla="*/ 1740 h 1831"/>
                    <a:gd name="T2" fmla="*/ 397 w 1210"/>
                    <a:gd name="T3" fmla="*/ 1693 h 1831"/>
                    <a:gd name="T4" fmla="*/ 315 w 1210"/>
                    <a:gd name="T5" fmla="*/ 1538 h 1831"/>
                    <a:gd name="T6" fmla="*/ 334 w 1210"/>
                    <a:gd name="T7" fmla="*/ 1378 h 1831"/>
                    <a:gd name="T8" fmla="*/ 357 w 1210"/>
                    <a:gd name="T9" fmla="*/ 1215 h 1831"/>
                    <a:gd name="T10" fmla="*/ 135 w 1210"/>
                    <a:gd name="T11" fmla="*/ 970 h 1831"/>
                    <a:gd name="T12" fmla="*/ 323 w 1210"/>
                    <a:gd name="T13" fmla="*/ 72 h 1831"/>
                    <a:gd name="T14" fmla="*/ 571 w 1210"/>
                    <a:gd name="T15" fmla="*/ 28 h 1831"/>
                    <a:gd name="T16" fmla="*/ 183 w 1210"/>
                    <a:gd name="T17" fmla="*/ 270 h 1831"/>
                    <a:gd name="T18" fmla="*/ 192 w 1210"/>
                    <a:gd name="T19" fmla="*/ 945 h 1831"/>
                    <a:gd name="T20" fmla="*/ 420 w 1210"/>
                    <a:gd name="T21" fmla="*/ 1254 h 1831"/>
                    <a:gd name="T22" fmla="*/ 803 w 1210"/>
                    <a:gd name="T23" fmla="*/ 1355 h 1831"/>
                    <a:gd name="T24" fmla="*/ 909 w 1210"/>
                    <a:gd name="T25" fmla="*/ 1053 h 1831"/>
                    <a:gd name="T26" fmla="*/ 1146 w 1210"/>
                    <a:gd name="T27" fmla="*/ 681 h 1831"/>
                    <a:gd name="T28" fmla="*/ 1184 w 1210"/>
                    <a:gd name="T29" fmla="*/ 646 h 1831"/>
                    <a:gd name="T30" fmla="*/ 1069 w 1210"/>
                    <a:gd name="T31" fmla="*/ 993 h 1831"/>
                    <a:gd name="T32" fmla="*/ 863 w 1210"/>
                    <a:gd name="T33" fmla="*/ 1239 h 1831"/>
                    <a:gd name="T34" fmla="*/ 876 w 1210"/>
                    <a:gd name="T35" fmla="*/ 1366 h 1831"/>
                    <a:gd name="T36" fmla="*/ 904 w 1210"/>
                    <a:gd name="T37" fmla="*/ 1519 h 1831"/>
                    <a:gd name="T38" fmla="*/ 911 w 1210"/>
                    <a:gd name="T39" fmla="*/ 1638 h 1831"/>
                    <a:gd name="T40" fmla="*/ 767 w 1210"/>
                    <a:gd name="T41" fmla="*/ 1693 h 1831"/>
                    <a:gd name="T42" fmla="*/ 691 w 1210"/>
                    <a:gd name="T43" fmla="*/ 1831 h 1831"/>
                    <a:gd name="T44" fmla="*/ 612 w 1210"/>
                    <a:gd name="T45" fmla="*/ 1416 h 1831"/>
                    <a:gd name="T46" fmla="*/ 368 w 1210"/>
                    <a:gd name="T47" fmla="*/ 1461 h 1831"/>
                    <a:gd name="T48" fmla="*/ 805 w 1210"/>
                    <a:gd name="T49" fmla="*/ 1494 h 1831"/>
                    <a:gd name="T50" fmla="*/ 827 w 1210"/>
                    <a:gd name="T51" fmla="*/ 1416 h 1831"/>
                    <a:gd name="T52" fmla="*/ 611 w 1210"/>
                    <a:gd name="T53" fmla="*/ 1632 h 1831"/>
                    <a:gd name="T54" fmla="*/ 855 w 1210"/>
                    <a:gd name="T55" fmla="*/ 1585 h 1831"/>
                    <a:gd name="T56" fmla="*/ 417 w 1210"/>
                    <a:gd name="T57" fmla="*/ 1555 h 1831"/>
                    <a:gd name="T58" fmla="*/ 394 w 1210"/>
                    <a:gd name="T59" fmla="*/ 1632 h 1831"/>
                    <a:gd name="T60" fmla="*/ 683 w 1210"/>
                    <a:gd name="T61" fmla="*/ 1695 h 1831"/>
                    <a:gd name="T62" fmla="*/ 539 w 1210"/>
                    <a:gd name="T63" fmla="*/ 1754 h 1831"/>
                    <a:gd name="T64" fmla="*/ 667 w 1210"/>
                    <a:gd name="T65" fmla="*/ 1771 h 1831"/>
                    <a:gd name="T66" fmla="*/ 683 w 1210"/>
                    <a:gd name="T67" fmla="*/ 1695 h 1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0" h="1831">
                      <a:moveTo>
                        <a:pt x="531" y="1831"/>
                      </a:moveTo>
                      <a:cubicBezTo>
                        <a:pt x="490" y="1814"/>
                        <a:pt x="474" y="1783"/>
                        <a:pt x="478" y="1740"/>
                      </a:cubicBezTo>
                      <a:cubicBezTo>
                        <a:pt x="479" y="1725"/>
                        <a:pt x="478" y="1711"/>
                        <a:pt x="478" y="1693"/>
                      </a:cubicBezTo>
                      <a:cubicBezTo>
                        <a:pt x="450" y="1693"/>
                        <a:pt x="424" y="1693"/>
                        <a:pt x="397" y="1693"/>
                      </a:cubicBezTo>
                      <a:cubicBezTo>
                        <a:pt x="366" y="1694"/>
                        <a:pt x="337" y="1687"/>
                        <a:pt x="320" y="1658"/>
                      </a:cubicBezTo>
                      <a:cubicBezTo>
                        <a:pt x="298" y="1619"/>
                        <a:pt x="302" y="1578"/>
                        <a:pt x="315" y="1538"/>
                      </a:cubicBezTo>
                      <a:cubicBezTo>
                        <a:pt x="319" y="1528"/>
                        <a:pt x="320" y="1521"/>
                        <a:pt x="315" y="1511"/>
                      </a:cubicBezTo>
                      <a:cubicBezTo>
                        <a:pt x="295" y="1471"/>
                        <a:pt x="302" y="1399"/>
                        <a:pt x="334" y="1378"/>
                      </a:cubicBezTo>
                      <a:cubicBezTo>
                        <a:pt x="360" y="1360"/>
                        <a:pt x="360" y="1339"/>
                        <a:pt x="359" y="1314"/>
                      </a:cubicBezTo>
                      <a:cubicBezTo>
                        <a:pt x="358" y="1281"/>
                        <a:pt x="359" y="1248"/>
                        <a:pt x="357" y="1215"/>
                      </a:cubicBezTo>
                      <a:cubicBezTo>
                        <a:pt x="354" y="1173"/>
                        <a:pt x="333" y="1140"/>
                        <a:pt x="298" y="1117"/>
                      </a:cubicBezTo>
                      <a:cubicBezTo>
                        <a:pt x="236" y="1077"/>
                        <a:pt x="180" y="1029"/>
                        <a:pt x="135" y="970"/>
                      </a:cubicBezTo>
                      <a:cubicBezTo>
                        <a:pt x="44" y="849"/>
                        <a:pt x="0" y="713"/>
                        <a:pt x="12" y="562"/>
                      </a:cubicBezTo>
                      <a:cubicBezTo>
                        <a:pt x="29" y="344"/>
                        <a:pt x="135" y="182"/>
                        <a:pt x="323" y="72"/>
                      </a:cubicBezTo>
                      <a:cubicBezTo>
                        <a:pt x="386" y="35"/>
                        <a:pt x="456" y="13"/>
                        <a:pt x="529" y="3"/>
                      </a:cubicBezTo>
                      <a:cubicBezTo>
                        <a:pt x="554" y="0"/>
                        <a:pt x="569" y="9"/>
                        <a:pt x="571" y="28"/>
                      </a:cubicBezTo>
                      <a:cubicBezTo>
                        <a:pt x="573" y="47"/>
                        <a:pt x="561" y="59"/>
                        <a:pt x="537" y="63"/>
                      </a:cubicBezTo>
                      <a:cubicBezTo>
                        <a:pt x="392" y="86"/>
                        <a:pt x="273" y="154"/>
                        <a:pt x="183" y="270"/>
                      </a:cubicBezTo>
                      <a:cubicBezTo>
                        <a:pt x="124" y="346"/>
                        <a:pt x="88" y="432"/>
                        <a:pt x="76" y="528"/>
                      </a:cubicBezTo>
                      <a:cubicBezTo>
                        <a:pt x="57" y="683"/>
                        <a:pt x="94" y="823"/>
                        <a:pt x="192" y="945"/>
                      </a:cubicBezTo>
                      <a:cubicBezTo>
                        <a:pt x="226" y="987"/>
                        <a:pt x="266" y="1024"/>
                        <a:pt x="312" y="1053"/>
                      </a:cubicBezTo>
                      <a:cubicBezTo>
                        <a:pt x="387" y="1099"/>
                        <a:pt x="424" y="1165"/>
                        <a:pt x="420" y="1254"/>
                      </a:cubicBezTo>
                      <a:cubicBezTo>
                        <a:pt x="418" y="1287"/>
                        <a:pt x="420" y="1320"/>
                        <a:pt x="420" y="1355"/>
                      </a:cubicBezTo>
                      <a:cubicBezTo>
                        <a:pt x="547" y="1355"/>
                        <a:pt x="674" y="1355"/>
                        <a:pt x="803" y="1355"/>
                      </a:cubicBezTo>
                      <a:cubicBezTo>
                        <a:pt x="803" y="1323"/>
                        <a:pt x="804" y="1291"/>
                        <a:pt x="803" y="1259"/>
                      </a:cubicBezTo>
                      <a:cubicBezTo>
                        <a:pt x="798" y="1169"/>
                        <a:pt x="834" y="1102"/>
                        <a:pt x="909" y="1053"/>
                      </a:cubicBezTo>
                      <a:cubicBezTo>
                        <a:pt x="1006" y="990"/>
                        <a:pt x="1075" y="904"/>
                        <a:pt x="1115" y="796"/>
                      </a:cubicBezTo>
                      <a:cubicBezTo>
                        <a:pt x="1129" y="759"/>
                        <a:pt x="1136" y="720"/>
                        <a:pt x="1146" y="681"/>
                      </a:cubicBezTo>
                      <a:cubicBezTo>
                        <a:pt x="1147" y="677"/>
                        <a:pt x="1148" y="672"/>
                        <a:pt x="1149" y="668"/>
                      </a:cubicBezTo>
                      <a:cubicBezTo>
                        <a:pt x="1154" y="650"/>
                        <a:pt x="1167" y="644"/>
                        <a:pt x="1184" y="646"/>
                      </a:cubicBezTo>
                      <a:cubicBezTo>
                        <a:pt x="1199" y="649"/>
                        <a:pt x="1210" y="664"/>
                        <a:pt x="1208" y="681"/>
                      </a:cubicBezTo>
                      <a:cubicBezTo>
                        <a:pt x="1191" y="798"/>
                        <a:pt x="1146" y="902"/>
                        <a:pt x="1069" y="993"/>
                      </a:cubicBezTo>
                      <a:cubicBezTo>
                        <a:pt x="1029" y="1040"/>
                        <a:pt x="982" y="1079"/>
                        <a:pt x="931" y="1113"/>
                      </a:cubicBezTo>
                      <a:cubicBezTo>
                        <a:pt x="886" y="1143"/>
                        <a:pt x="864" y="1185"/>
                        <a:pt x="863" y="1239"/>
                      </a:cubicBezTo>
                      <a:cubicBezTo>
                        <a:pt x="863" y="1275"/>
                        <a:pt x="863" y="1311"/>
                        <a:pt x="864" y="1346"/>
                      </a:cubicBezTo>
                      <a:cubicBezTo>
                        <a:pt x="864" y="1353"/>
                        <a:pt x="870" y="1362"/>
                        <a:pt x="876" y="1366"/>
                      </a:cubicBezTo>
                      <a:cubicBezTo>
                        <a:pt x="900" y="1382"/>
                        <a:pt x="915" y="1402"/>
                        <a:pt x="915" y="1431"/>
                      </a:cubicBezTo>
                      <a:cubicBezTo>
                        <a:pt x="916" y="1461"/>
                        <a:pt x="921" y="1491"/>
                        <a:pt x="904" y="1519"/>
                      </a:cubicBezTo>
                      <a:cubicBezTo>
                        <a:pt x="902" y="1522"/>
                        <a:pt x="903" y="1529"/>
                        <a:pt x="905" y="1533"/>
                      </a:cubicBezTo>
                      <a:cubicBezTo>
                        <a:pt x="922" y="1567"/>
                        <a:pt x="920" y="1603"/>
                        <a:pt x="911" y="1638"/>
                      </a:cubicBezTo>
                      <a:cubicBezTo>
                        <a:pt x="904" y="1670"/>
                        <a:pt x="880" y="1689"/>
                        <a:pt x="847" y="1692"/>
                      </a:cubicBezTo>
                      <a:cubicBezTo>
                        <a:pt x="820" y="1694"/>
                        <a:pt x="794" y="1693"/>
                        <a:pt x="767" y="1693"/>
                      </a:cubicBezTo>
                      <a:cubicBezTo>
                        <a:pt x="760" y="1694"/>
                        <a:pt x="753" y="1694"/>
                        <a:pt x="744" y="1694"/>
                      </a:cubicBezTo>
                      <a:cubicBezTo>
                        <a:pt x="742" y="1747"/>
                        <a:pt x="757" y="1806"/>
                        <a:pt x="691" y="1831"/>
                      </a:cubicBezTo>
                      <a:cubicBezTo>
                        <a:pt x="638" y="1831"/>
                        <a:pt x="585" y="1831"/>
                        <a:pt x="531" y="1831"/>
                      </a:cubicBezTo>
                      <a:close/>
                      <a:moveTo>
                        <a:pt x="612" y="1416"/>
                      </a:moveTo>
                      <a:cubicBezTo>
                        <a:pt x="545" y="1416"/>
                        <a:pt x="479" y="1416"/>
                        <a:pt x="412" y="1416"/>
                      </a:cubicBezTo>
                      <a:cubicBezTo>
                        <a:pt x="367" y="1416"/>
                        <a:pt x="367" y="1416"/>
                        <a:pt x="368" y="1461"/>
                      </a:cubicBezTo>
                      <a:cubicBezTo>
                        <a:pt x="368" y="1491"/>
                        <a:pt x="370" y="1494"/>
                        <a:pt x="401" y="1494"/>
                      </a:cubicBezTo>
                      <a:cubicBezTo>
                        <a:pt x="535" y="1494"/>
                        <a:pt x="670" y="1494"/>
                        <a:pt x="805" y="1494"/>
                      </a:cubicBezTo>
                      <a:cubicBezTo>
                        <a:pt x="855" y="1494"/>
                        <a:pt x="855" y="1494"/>
                        <a:pt x="855" y="1444"/>
                      </a:cubicBezTo>
                      <a:cubicBezTo>
                        <a:pt x="855" y="1421"/>
                        <a:pt x="851" y="1416"/>
                        <a:pt x="827" y="1416"/>
                      </a:cubicBezTo>
                      <a:cubicBezTo>
                        <a:pt x="755" y="1416"/>
                        <a:pt x="683" y="1416"/>
                        <a:pt x="612" y="1416"/>
                      </a:cubicBezTo>
                      <a:close/>
                      <a:moveTo>
                        <a:pt x="611" y="1632"/>
                      </a:moveTo>
                      <a:cubicBezTo>
                        <a:pt x="677" y="1632"/>
                        <a:pt x="743" y="1632"/>
                        <a:pt x="809" y="1632"/>
                      </a:cubicBezTo>
                      <a:cubicBezTo>
                        <a:pt x="855" y="1632"/>
                        <a:pt x="855" y="1632"/>
                        <a:pt x="855" y="1585"/>
                      </a:cubicBezTo>
                      <a:cubicBezTo>
                        <a:pt x="855" y="1557"/>
                        <a:pt x="853" y="1555"/>
                        <a:pt x="825" y="1555"/>
                      </a:cubicBezTo>
                      <a:cubicBezTo>
                        <a:pt x="689" y="1555"/>
                        <a:pt x="553" y="1556"/>
                        <a:pt x="417" y="1555"/>
                      </a:cubicBezTo>
                      <a:cubicBezTo>
                        <a:pt x="364" y="1555"/>
                        <a:pt x="367" y="1553"/>
                        <a:pt x="368" y="1605"/>
                      </a:cubicBezTo>
                      <a:cubicBezTo>
                        <a:pt x="368" y="1629"/>
                        <a:pt x="371" y="1632"/>
                        <a:pt x="394" y="1632"/>
                      </a:cubicBezTo>
                      <a:cubicBezTo>
                        <a:pt x="466" y="1632"/>
                        <a:pt x="539" y="1632"/>
                        <a:pt x="611" y="1632"/>
                      </a:cubicBezTo>
                      <a:close/>
                      <a:moveTo>
                        <a:pt x="683" y="1695"/>
                      </a:moveTo>
                      <a:cubicBezTo>
                        <a:pt x="634" y="1695"/>
                        <a:pt x="587" y="1695"/>
                        <a:pt x="539" y="1695"/>
                      </a:cubicBezTo>
                      <a:cubicBezTo>
                        <a:pt x="539" y="1716"/>
                        <a:pt x="539" y="1735"/>
                        <a:pt x="539" y="1754"/>
                      </a:cubicBezTo>
                      <a:cubicBezTo>
                        <a:pt x="539" y="1766"/>
                        <a:pt x="544" y="1771"/>
                        <a:pt x="556" y="1771"/>
                      </a:cubicBezTo>
                      <a:cubicBezTo>
                        <a:pt x="593" y="1771"/>
                        <a:pt x="630" y="1772"/>
                        <a:pt x="667" y="1771"/>
                      </a:cubicBezTo>
                      <a:cubicBezTo>
                        <a:pt x="673" y="1771"/>
                        <a:pt x="682" y="1761"/>
                        <a:pt x="683" y="1756"/>
                      </a:cubicBezTo>
                      <a:cubicBezTo>
                        <a:pt x="684" y="1736"/>
                        <a:pt x="683" y="1716"/>
                        <a:pt x="683" y="169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1" name="Freeform 17">
                  <a:extLst>
                    <a:ext uri="{FF2B5EF4-FFF2-40B4-BE49-F238E27FC236}">
                      <a16:creationId xmlns:a16="http://schemas.microsoft.com/office/drawing/2014/main" id="{6EF895AE-AE44-1E8E-A753-231B9485F940}"/>
                    </a:ext>
                  </a:extLst>
                </p:cNvPr>
                <p:cNvSpPr>
                  <a:spLocks/>
                </p:cNvSpPr>
                <p:nvPr/>
              </p:nvSpPr>
              <p:spPr bwMode="auto">
                <a:xfrm>
                  <a:off x="12584113" y="722313"/>
                  <a:ext cx="1870075" cy="1892300"/>
                </a:xfrm>
                <a:custGeom>
                  <a:avLst/>
                  <a:gdLst>
                    <a:gd name="T0" fmla="*/ 560 w 560"/>
                    <a:gd name="T1" fmla="*/ 531 h 565"/>
                    <a:gd name="T2" fmla="*/ 534 w 560"/>
                    <a:gd name="T3" fmla="*/ 562 h 565"/>
                    <a:gd name="T4" fmla="*/ 501 w 560"/>
                    <a:gd name="T5" fmla="*/ 540 h 565"/>
                    <a:gd name="T6" fmla="*/ 485 w 560"/>
                    <a:gd name="T7" fmla="*/ 464 h 565"/>
                    <a:gd name="T8" fmla="*/ 55 w 560"/>
                    <a:gd name="T9" fmla="*/ 68 h 565"/>
                    <a:gd name="T10" fmla="*/ 26 w 560"/>
                    <a:gd name="T11" fmla="*/ 62 h 565"/>
                    <a:gd name="T12" fmla="*/ 3 w 560"/>
                    <a:gd name="T13" fmla="*/ 28 h 565"/>
                    <a:gd name="T14" fmla="*/ 38 w 560"/>
                    <a:gd name="T15" fmla="*/ 3 h 565"/>
                    <a:gd name="T16" fmla="*/ 133 w 560"/>
                    <a:gd name="T17" fmla="*/ 23 h 565"/>
                    <a:gd name="T18" fmla="*/ 551 w 560"/>
                    <a:gd name="T19" fmla="*/ 478 h 565"/>
                    <a:gd name="T20" fmla="*/ 560 w 560"/>
                    <a:gd name="T21" fmla="*/ 53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0" h="565">
                      <a:moveTo>
                        <a:pt x="560" y="531"/>
                      </a:moveTo>
                      <a:cubicBezTo>
                        <a:pt x="559" y="548"/>
                        <a:pt x="550" y="559"/>
                        <a:pt x="534" y="562"/>
                      </a:cubicBezTo>
                      <a:cubicBezTo>
                        <a:pt x="517" y="565"/>
                        <a:pt x="505" y="557"/>
                        <a:pt x="501" y="540"/>
                      </a:cubicBezTo>
                      <a:cubicBezTo>
                        <a:pt x="495" y="515"/>
                        <a:pt x="491" y="490"/>
                        <a:pt x="485" y="464"/>
                      </a:cubicBezTo>
                      <a:cubicBezTo>
                        <a:pt x="437" y="262"/>
                        <a:pt x="261" y="100"/>
                        <a:pt x="55" y="68"/>
                      </a:cubicBezTo>
                      <a:cubicBezTo>
                        <a:pt x="46" y="66"/>
                        <a:pt x="36" y="65"/>
                        <a:pt x="26" y="62"/>
                      </a:cubicBezTo>
                      <a:cubicBezTo>
                        <a:pt x="9" y="57"/>
                        <a:pt x="0" y="46"/>
                        <a:pt x="3" y="28"/>
                      </a:cubicBezTo>
                      <a:cubicBezTo>
                        <a:pt x="5" y="12"/>
                        <a:pt x="19" y="0"/>
                        <a:pt x="38" y="3"/>
                      </a:cubicBezTo>
                      <a:cubicBezTo>
                        <a:pt x="70" y="9"/>
                        <a:pt x="102" y="13"/>
                        <a:pt x="133" y="23"/>
                      </a:cubicBezTo>
                      <a:cubicBezTo>
                        <a:pt x="357" y="96"/>
                        <a:pt x="496" y="249"/>
                        <a:pt x="551" y="478"/>
                      </a:cubicBezTo>
                      <a:cubicBezTo>
                        <a:pt x="556" y="495"/>
                        <a:pt x="557" y="513"/>
                        <a:pt x="560" y="53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2" name="Freeform 18">
                  <a:extLst>
                    <a:ext uri="{FF2B5EF4-FFF2-40B4-BE49-F238E27FC236}">
                      <a16:creationId xmlns:a16="http://schemas.microsoft.com/office/drawing/2014/main" id="{1A2294C9-F3DD-B754-97F4-BEF37094CAB2}"/>
                    </a:ext>
                  </a:extLst>
                </p:cNvPr>
                <p:cNvSpPr>
                  <a:spLocks/>
                </p:cNvSpPr>
                <p:nvPr/>
              </p:nvSpPr>
              <p:spPr bwMode="auto">
                <a:xfrm>
                  <a:off x="9725025" y="2633663"/>
                  <a:ext cx="534988" cy="220663"/>
                </a:xfrm>
                <a:custGeom>
                  <a:avLst/>
                  <a:gdLst>
                    <a:gd name="T0" fmla="*/ 80 w 160"/>
                    <a:gd name="T1" fmla="*/ 66 h 66"/>
                    <a:gd name="T2" fmla="*/ 38 w 160"/>
                    <a:gd name="T3" fmla="*/ 66 h 66"/>
                    <a:gd name="T4" fmla="*/ 1 w 160"/>
                    <a:gd name="T5" fmla="*/ 31 h 66"/>
                    <a:gd name="T6" fmla="*/ 39 w 160"/>
                    <a:gd name="T7" fmla="*/ 1 h 66"/>
                    <a:gd name="T8" fmla="*/ 124 w 160"/>
                    <a:gd name="T9" fmla="*/ 1 h 66"/>
                    <a:gd name="T10" fmla="*/ 160 w 160"/>
                    <a:gd name="T11" fmla="*/ 32 h 66"/>
                    <a:gd name="T12" fmla="*/ 124 w 160"/>
                    <a:gd name="T13" fmla="*/ 66 h 66"/>
                    <a:gd name="T14" fmla="*/ 80 w 160"/>
                    <a:gd name="T15" fmla="*/ 66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66">
                      <a:moveTo>
                        <a:pt x="80" y="66"/>
                      </a:moveTo>
                      <a:cubicBezTo>
                        <a:pt x="66" y="66"/>
                        <a:pt x="52" y="66"/>
                        <a:pt x="38" y="66"/>
                      </a:cubicBezTo>
                      <a:cubicBezTo>
                        <a:pt x="18" y="65"/>
                        <a:pt x="0" y="48"/>
                        <a:pt x="1" y="31"/>
                      </a:cubicBezTo>
                      <a:cubicBezTo>
                        <a:pt x="2" y="12"/>
                        <a:pt x="16" y="1"/>
                        <a:pt x="39" y="1"/>
                      </a:cubicBezTo>
                      <a:cubicBezTo>
                        <a:pt x="67" y="0"/>
                        <a:pt x="96" y="0"/>
                        <a:pt x="124" y="1"/>
                      </a:cubicBezTo>
                      <a:cubicBezTo>
                        <a:pt x="147" y="1"/>
                        <a:pt x="160" y="13"/>
                        <a:pt x="160" y="32"/>
                      </a:cubicBezTo>
                      <a:cubicBezTo>
                        <a:pt x="160" y="50"/>
                        <a:pt x="144" y="65"/>
                        <a:pt x="124" y="66"/>
                      </a:cubicBezTo>
                      <a:cubicBezTo>
                        <a:pt x="109" y="66"/>
                        <a:pt x="95" y="66"/>
                        <a:pt x="80" y="6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3" name="Freeform 19">
                  <a:extLst>
                    <a:ext uri="{FF2B5EF4-FFF2-40B4-BE49-F238E27FC236}">
                      <a16:creationId xmlns:a16="http://schemas.microsoft.com/office/drawing/2014/main" id="{24A58AF4-F400-2DD8-A6A8-8BADBB4A9D60}"/>
                    </a:ext>
                  </a:extLst>
                </p:cNvPr>
                <p:cNvSpPr>
                  <a:spLocks/>
                </p:cNvSpPr>
                <p:nvPr/>
              </p:nvSpPr>
              <p:spPr bwMode="auto">
                <a:xfrm>
                  <a:off x="14654213" y="2633663"/>
                  <a:ext cx="534988" cy="220663"/>
                </a:xfrm>
                <a:custGeom>
                  <a:avLst/>
                  <a:gdLst>
                    <a:gd name="T0" fmla="*/ 80 w 160"/>
                    <a:gd name="T1" fmla="*/ 1 h 66"/>
                    <a:gd name="T2" fmla="*/ 126 w 160"/>
                    <a:gd name="T3" fmla="*/ 1 h 66"/>
                    <a:gd name="T4" fmla="*/ 160 w 160"/>
                    <a:gd name="T5" fmla="*/ 30 h 66"/>
                    <a:gd name="T6" fmla="*/ 126 w 160"/>
                    <a:gd name="T7" fmla="*/ 65 h 66"/>
                    <a:gd name="T8" fmla="*/ 33 w 160"/>
                    <a:gd name="T9" fmla="*/ 65 h 66"/>
                    <a:gd name="T10" fmla="*/ 0 w 160"/>
                    <a:gd name="T11" fmla="*/ 32 h 66"/>
                    <a:gd name="T12" fmla="*/ 32 w 160"/>
                    <a:gd name="T13" fmla="*/ 1 h 66"/>
                    <a:gd name="T14" fmla="*/ 80 w 160"/>
                    <a:gd name="T15" fmla="*/ 1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66">
                      <a:moveTo>
                        <a:pt x="80" y="1"/>
                      </a:moveTo>
                      <a:cubicBezTo>
                        <a:pt x="95" y="1"/>
                        <a:pt x="110" y="0"/>
                        <a:pt x="126" y="1"/>
                      </a:cubicBezTo>
                      <a:cubicBezTo>
                        <a:pt x="146" y="2"/>
                        <a:pt x="159" y="14"/>
                        <a:pt x="160" y="30"/>
                      </a:cubicBezTo>
                      <a:cubicBezTo>
                        <a:pt x="160" y="46"/>
                        <a:pt x="144" y="65"/>
                        <a:pt x="126" y="65"/>
                      </a:cubicBezTo>
                      <a:cubicBezTo>
                        <a:pt x="95" y="66"/>
                        <a:pt x="64" y="66"/>
                        <a:pt x="33" y="65"/>
                      </a:cubicBezTo>
                      <a:cubicBezTo>
                        <a:pt x="16" y="65"/>
                        <a:pt x="1" y="49"/>
                        <a:pt x="0" y="32"/>
                      </a:cubicBezTo>
                      <a:cubicBezTo>
                        <a:pt x="0" y="15"/>
                        <a:pt x="12" y="2"/>
                        <a:pt x="32" y="1"/>
                      </a:cubicBezTo>
                      <a:cubicBezTo>
                        <a:pt x="48" y="0"/>
                        <a:pt x="64" y="1"/>
                        <a:pt x="8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4" name="Freeform 20">
                  <a:extLst>
                    <a:ext uri="{FF2B5EF4-FFF2-40B4-BE49-F238E27FC236}">
                      <a16:creationId xmlns:a16="http://schemas.microsoft.com/office/drawing/2014/main" id="{CE36124E-13E3-8AD8-8CE1-5209BFB3F8C8}"/>
                    </a:ext>
                  </a:extLst>
                </p:cNvPr>
                <p:cNvSpPr>
                  <a:spLocks/>
                </p:cNvSpPr>
                <p:nvPr/>
              </p:nvSpPr>
              <p:spPr bwMode="auto">
                <a:xfrm>
                  <a:off x="12353925" y="3175"/>
                  <a:ext cx="209550" cy="534988"/>
                </a:xfrm>
                <a:custGeom>
                  <a:avLst/>
                  <a:gdLst>
                    <a:gd name="T0" fmla="*/ 62 w 63"/>
                    <a:gd name="T1" fmla="*/ 79 h 160"/>
                    <a:gd name="T2" fmla="*/ 62 w 63"/>
                    <a:gd name="T3" fmla="*/ 125 h 160"/>
                    <a:gd name="T4" fmla="*/ 31 w 63"/>
                    <a:gd name="T5" fmla="*/ 159 h 160"/>
                    <a:gd name="T6" fmla="*/ 1 w 63"/>
                    <a:gd name="T7" fmla="*/ 126 h 160"/>
                    <a:gd name="T8" fmla="*/ 1 w 63"/>
                    <a:gd name="T9" fmla="*/ 34 h 160"/>
                    <a:gd name="T10" fmla="*/ 32 w 63"/>
                    <a:gd name="T11" fmla="*/ 0 h 160"/>
                    <a:gd name="T12" fmla="*/ 62 w 63"/>
                    <a:gd name="T13" fmla="*/ 33 h 160"/>
                    <a:gd name="T14" fmla="*/ 62 w 63"/>
                    <a:gd name="T15" fmla="*/ 79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60">
                      <a:moveTo>
                        <a:pt x="62" y="79"/>
                      </a:moveTo>
                      <a:cubicBezTo>
                        <a:pt x="62" y="95"/>
                        <a:pt x="63" y="110"/>
                        <a:pt x="62" y="125"/>
                      </a:cubicBezTo>
                      <a:cubicBezTo>
                        <a:pt x="61" y="146"/>
                        <a:pt x="48" y="160"/>
                        <a:pt x="31" y="159"/>
                      </a:cubicBezTo>
                      <a:cubicBezTo>
                        <a:pt x="14" y="159"/>
                        <a:pt x="1" y="146"/>
                        <a:pt x="1" y="126"/>
                      </a:cubicBezTo>
                      <a:cubicBezTo>
                        <a:pt x="0" y="95"/>
                        <a:pt x="0" y="65"/>
                        <a:pt x="1" y="34"/>
                      </a:cubicBezTo>
                      <a:cubicBezTo>
                        <a:pt x="1" y="12"/>
                        <a:pt x="14" y="0"/>
                        <a:pt x="32" y="0"/>
                      </a:cubicBezTo>
                      <a:cubicBezTo>
                        <a:pt x="49" y="1"/>
                        <a:pt x="61" y="13"/>
                        <a:pt x="62" y="33"/>
                      </a:cubicBezTo>
                      <a:cubicBezTo>
                        <a:pt x="63" y="49"/>
                        <a:pt x="62" y="64"/>
                        <a:pt x="62" y="7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5" name="Freeform 21">
                  <a:extLst>
                    <a:ext uri="{FF2B5EF4-FFF2-40B4-BE49-F238E27FC236}">
                      <a16:creationId xmlns:a16="http://schemas.microsoft.com/office/drawing/2014/main" id="{EB166589-B185-9603-9D3B-8A7269EC38FE}"/>
                    </a:ext>
                  </a:extLst>
                </p:cNvPr>
                <p:cNvSpPr>
                  <a:spLocks/>
                </p:cNvSpPr>
                <p:nvPr/>
              </p:nvSpPr>
              <p:spPr bwMode="auto">
                <a:xfrm>
                  <a:off x="10499725" y="4264025"/>
                  <a:ext cx="438150" cy="458788"/>
                </a:xfrm>
                <a:custGeom>
                  <a:avLst/>
                  <a:gdLst>
                    <a:gd name="T0" fmla="*/ 26 w 131"/>
                    <a:gd name="T1" fmla="*/ 137 h 137"/>
                    <a:gd name="T2" fmla="*/ 5 w 131"/>
                    <a:gd name="T3" fmla="*/ 119 h 137"/>
                    <a:gd name="T4" fmla="*/ 5 w 131"/>
                    <a:gd name="T5" fmla="*/ 90 h 137"/>
                    <a:gd name="T6" fmla="*/ 85 w 131"/>
                    <a:gd name="T7" fmla="*/ 10 h 137"/>
                    <a:gd name="T8" fmla="*/ 119 w 131"/>
                    <a:gd name="T9" fmla="*/ 13 h 137"/>
                    <a:gd name="T10" fmla="*/ 126 w 131"/>
                    <a:gd name="T11" fmla="*/ 46 h 137"/>
                    <a:gd name="T12" fmla="*/ 41 w 131"/>
                    <a:gd name="T13" fmla="*/ 132 h 137"/>
                    <a:gd name="T14" fmla="*/ 26 w 131"/>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37">
                      <a:moveTo>
                        <a:pt x="26" y="137"/>
                      </a:moveTo>
                      <a:cubicBezTo>
                        <a:pt x="20" y="132"/>
                        <a:pt x="8" y="128"/>
                        <a:pt x="5" y="119"/>
                      </a:cubicBezTo>
                      <a:cubicBezTo>
                        <a:pt x="1" y="111"/>
                        <a:pt x="0" y="96"/>
                        <a:pt x="5" y="90"/>
                      </a:cubicBezTo>
                      <a:cubicBezTo>
                        <a:pt x="30" y="62"/>
                        <a:pt x="57" y="35"/>
                        <a:pt x="85" y="10"/>
                      </a:cubicBezTo>
                      <a:cubicBezTo>
                        <a:pt x="95" y="0"/>
                        <a:pt x="111" y="2"/>
                        <a:pt x="119" y="13"/>
                      </a:cubicBezTo>
                      <a:cubicBezTo>
                        <a:pt x="125" y="22"/>
                        <a:pt x="131" y="41"/>
                        <a:pt x="126" y="46"/>
                      </a:cubicBezTo>
                      <a:cubicBezTo>
                        <a:pt x="100" y="77"/>
                        <a:pt x="70" y="104"/>
                        <a:pt x="41" y="132"/>
                      </a:cubicBezTo>
                      <a:cubicBezTo>
                        <a:pt x="39" y="135"/>
                        <a:pt x="34" y="135"/>
                        <a:pt x="26" y="13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6" name="Freeform 22">
                  <a:extLst>
                    <a:ext uri="{FF2B5EF4-FFF2-40B4-BE49-F238E27FC236}">
                      <a16:creationId xmlns:a16="http://schemas.microsoft.com/office/drawing/2014/main" id="{6E049841-5D9D-5029-C8B2-10E1D1584497}"/>
                    </a:ext>
                  </a:extLst>
                </p:cNvPr>
                <p:cNvSpPr>
                  <a:spLocks/>
                </p:cNvSpPr>
                <p:nvPr/>
              </p:nvSpPr>
              <p:spPr bwMode="auto">
                <a:xfrm>
                  <a:off x="13987463" y="4267200"/>
                  <a:ext cx="439738" cy="461963"/>
                </a:xfrm>
                <a:custGeom>
                  <a:avLst/>
                  <a:gdLst>
                    <a:gd name="T0" fmla="*/ 26 w 132"/>
                    <a:gd name="T1" fmla="*/ 0 h 138"/>
                    <a:gd name="T2" fmla="*/ 52 w 132"/>
                    <a:gd name="T3" fmla="*/ 15 h 138"/>
                    <a:gd name="T4" fmla="*/ 117 w 132"/>
                    <a:gd name="T5" fmla="*/ 80 h 138"/>
                    <a:gd name="T6" fmla="*/ 119 w 132"/>
                    <a:gd name="T7" fmla="*/ 126 h 138"/>
                    <a:gd name="T8" fmla="*/ 75 w 132"/>
                    <a:gd name="T9" fmla="*/ 123 h 138"/>
                    <a:gd name="T10" fmla="*/ 9 w 132"/>
                    <a:gd name="T11" fmla="*/ 56 h 138"/>
                    <a:gd name="T12" fmla="*/ 2 w 132"/>
                    <a:gd name="T13" fmla="*/ 22 h 138"/>
                    <a:gd name="T14" fmla="*/ 26 w 132"/>
                    <a:gd name="T15" fmla="*/ 0 h 1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138">
                      <a:moveTo>
                        <a:pt x="26" y="0"/>
                      </a:moveTo>
                      <a:cubicBezTo>
                        <a:pt x="37" y="6"/>
                        <a:pt x="46" y="9"/>
                        <a:pt x="52" y="15"/>
                      </a:cubicBezTo>
                      <a:cubicBezTo>
                        <a:pt x="74" y="36"/>
                        <a:pt x="96" y="58"/>
                        <a:pt x="117" y="80"/>
                      </a:cubicBezTo>
                      <a:cubicBezTo>
                        <a:pt x="132" y="96"/>
                        <a:pt x="132" y="113"/>
                        <a:pt x="119" y="126"/>
                      </a:cubicBezTo>
                      <a:cubicBezTo>
                        <a:pt x="106" y="138"/>
                        <a:pt x="90" y="138"/>
                        <a:pt x="75" y="123"/>
                      </a:cubicBezTo>
                      <a:cubicBezTo>
                        <a:pt x="53" y="101"/>
                        <a:pt x="30" y="80"/>
                        <a:pt x="9" y="56"/>
                      </a:cubicBezTo>
                      <a:cubicBezTo>
                        <a:pt x="3" y="48"/>
                        <a:pt x="0" y="33"/>
                        <a:pt x="2" y="22"/>
                      </a:cubicBezTo>
                      <a:cubicBezTo>
                        <a:pt x="5" y="14"/>
                        <a:pt x="17" y="8"/>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7" name="Freeform 23">
                  <a:extLst>
                    <a:ext uri="{FF2B5EF4-FFF2-40B4-BE49-F238E27FC236}">
                      <a16:creationId xmlns:a16="http://schemas.microsoft.com/office/drawing/2014/main" id="{C0AA00D7-91DA-7FEA-86EA-7F93B277D9C2}"/>
                    </a:ext>
                  </a:extLst>
                </p:cNvPr>
                <p:cNvSpPr>
                  <a:spLocks/>
                </p:cNvSpPr>
                <p:nvPr/>
              </p:nvSpPr>
              <p:spPr bwMode="auto">
                <a:xfrm>
                  <a:off x="10487025" y="763588"/>
                  <a:ext cx="463550" cy="457200"/>
                </a:xfrm>
                <a:custGeom>
                  <a:avLst/>
                  <a:gdLst>
                    <a:gd name="T0" fmla="*/ 105 w 139"/>
                    <a:gd name="T1" fmla="*/ 137 h 137"/>
                    <a:gd name="T2" fmla="*/ 80 w 139"/>
                    <a:gd name="T3" fmla="*/ 123 h 137"/>
                    <a:gd name="T4" fmla="*/ 15 w 139"/>
                    <a:gd name="T5" fmla="*/ 58 h 137"/>
                    <a:gd name="T6" fmla="*/ 13 w 139"/>
                    <a:gd name="T7" fmla="*/ 12 h 137"/>
                    <a:gd name="T8" fmla="*/ 57 w 139"/>
                    <a:gd name="T9" fmla="*/ 15 h 137"/>
                    <a:gd name="T10" fmla="*/ 124 w 139"/>
                    <a:gd name="T11" fmla="*/ 81 h 137"/>
                    <a:gd name="T12" fmla="*/ 130 w 139"/>
                    <a:gd name="T13" fmla="*/ 117 h 137"/>
                    <a:gd name="T14" fmla="*/ 105 w 139"/>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 h="137">
                      <a:moveTo>
                        <a:pt x="105" y="137"/>
                      </a:moveTo>
                      <a:cubicBezTo>
                        <a:pt x="95" y="131"/>
                        <a:pt x="86" y="128"/>
                        <a:pt x="80" y="123"/>
                      </a:cubicBezTo>
                      <a:cubicBezTo>
                        <a:pt x="58" y="102"/>
                        <a:pt x="37" y="80"/>
                        <a:pt x="15" y="58"/>
                      </a:cubicBezTo>
                      <a:cubicBezTo>
                        <a:pt x="0" y="42"/>
                        <a:pt x="0" y="25"/>
                        <a:pt x="13" y="12"/>
                      </a:cubicBezTo>
                      <a:cubicBezTo>
                        <a:pt x="25" y="0"/>
                        <a:pt x="43" y="1"/>
                        <a:pt x="57" y="15"/>
                      </a:cubicBezTo>
                      <a:cubicBezTo>
                        <a:pt x="80" y="36"/>
                        <a:pt x="102" y="59"/>
                        <a:pt x="124" y="81"/>
                      </a:cubicBezTo>
                      <a:cubicBezTo>
                        <a:pt x="134" y="91"/>
                        <a:pt x="139" y="104"/>
                        <a:pt x="130" y="117"/>
                      </a:cubicBezTo>
                      <a:cubicBezTo>
                        <a:pt x="125" y="125"/>
                        <a:pt x="114" y="130"/>
                        <a:pt x="105" y="13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sp>
              <p:nvSpPr>
                <p:cNvPr id="38" name="Freeform 24">
                  <a:extLst>
                    <a:ext uri="{FF2B5EF4-FFF2-40B4-BE49-F238E27FC236}">
                      <a16:creationId xmlns:a16="http://schemas.microsoft.com/office/drawing/2014/main" id="{A56FE8E5-B311-D1B0-D266-B44B77C8952C}"/>
                    </a:ext>
                  </a:extLst>
                </p:cNvPr>
                <p:cNvSpPr>
                  <a:spLocks/>
                </p:cNvSpPr>
                <p:nvPr/>
              </p:nvSpPr>
              <p:spPr bwMode="auto">
                <a:xfrm>
                  <a:off x="13984288" y="760413"/>
                  <a:ext cx="450850" cy="457200"/>
                </a:xfrm>
                <a:custGeom>
                  <a:avLst/>
                  <a:gdLst>
                    <a:gd name="T0" fmla="*/ 26 w 135"/>
                    <a:gd name="T1" fmla="*/ 137 h 137"/>
                    <a:gd name="T2" fmla="*/ 4 w 135"/>
                    <a:gd name="T3" fmla="*/ 119 h 137"/>
                    <a:gd name="T4" fmla="*/ 5 w 135"/>
                    <a:gd name="T5" fmla="*/ 89 h 137"/>
                    <a:gd name="T6" fmla="*/ 84 w 135"/>
                    <a:gd name="T7" fmla="*/ 10 h 137"/>
                    <a:gd name="T8" fmla="*/ 120 w 135"/>
                    <a:gd name="T9" fmla="*/ 13 h 137"/>
                    <a:gd name="T10" fmla="*/ 125 w 135"/>
                    <a:gd name="T11" fmla="*/ 50 h 137"/>
                    <a:gd name="T12" fmla="*/ 46 w 135"/>
                    <a:gd name="T13" fmla="*/ 129 h 137"/>
                    <a:gd name="T14" fmla="*/ 26 w 135"/>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37">
                      <a:moveTo>
                        <a:pt x="26" y="137"/>
                      </a:moveTo>
                      <a:cubicBezTo>
                        <a:pt x="19" y="131"/>
                        <a:pt x="8" y="127"/>
                        <a:pt x="4" y="119"/>
                      </a:cubicBezTo>
                      <a:cubicBezTo>
                        <a:pt x="0" y="110"/>
                        <a:pt x="0" y="95"/>
                        <a:pt x="5" y="89"/>
                      </a:cubicBezTo>
                      <a:cubicBezTo>
                        <a:pt x="30" y="62"/>
                        <a:pt x="56" y="36"/>
                        <a:pt x="84" y="10"/>
                      </a:cubicBezTo>
                      <a:cubicBezTo>
                        <a:pt x="94" y="0"/>
                        <a:pt x="109" y="3"/>
                        <a:pt x="120" y="13"/>
                      </a:cubicBezTo>
                      <a:cubicBezTo>
                        <a:pt x="131" y="24"/>
                        <a:pt x="135" y="39"/>
                        <a:pt x="125" y="50"/>
                      </a:cubicBezTo>
                      <a:cubicBezTo>
                        <a:pt x="100" y="78"/>
                        <a:pt x="73" y="103"/>
                        <a:pt x="46" y="129"/>
                      </a:cubicBezTo>
                      <a:cubicBezTo>
                        <a:pt x="42" y="133"/>
                        <a:pt x="35" y="133"/>
                        <a:pt x="26" y="13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a:p>
              </p:txBody>
            </p:sp>
          </p:grpSp>
          <p:sp>
            <p:nvSpPr>
              <p:cNvPr id="29" name="Freeform 5">
                <a:extLst>
                  <a:ext uri="{FF2B5EF4-FFF2-40B4-BE49-F238E27FC236}">
                    <a16:creationId xmlns:a16="http://schemas.microsoft.com/office/drawing/2014/main" id="{B62C390A-9B27-2861-A6F0-9F5006EB189E}"/>
                  </a:ext>
                </a:extLst>
              </p:cNvPr>
              <p:cNvSpPr>
                <a:spLocks noEditPoints="1"/>
              </p:cNvSpPr>
              <p:nvPr/>
            </p:nvSpPr>
            <p:spPr bwMode="auto">
              <a:xfrm>
                <a:off x="466869" y="5773533"/>
                <a:ext cx="126329" cy="128821"/>
              </a:xfrm>
              <a:custGeom>
                <a:avLst/>
                <a:gdLst>
                  <a:gd name="T0" fmla="*/ 181 w 840"/>
                  <a:gd name="T1" fmla="*/ 838 h 838"/>
                  <a:gd name="T2" fmla="*/ 181 w 840"/>
                  <a:gd name="T3" fmla="*/ 679 h 838"/>
                  <a:gd name="T4" fmla="*/ 160 w 840"/>
                  <a:gd name="T5" fmla="*/ 658 h 838"/>
                  <a:gd name="T6" fmla="*/ 87 w 840"/>
                  <a:gd name="T7" fmla="*/ 653 h 838"/>
                  <a:gd name="T8" fmla="*/ 1 w 840"/>
                  <a:gd name="T9" fmla="*/ 543 h 838"/>
                  <a:gd name="T10" fmla="*/ 1 w 840"/>
                  <a:gd name="T11" fmla="*/ 115 h 838"/>
                  <a:gd name="T12" fmla="*/ 116 w 840"/>
                  <a:gd name="T13" fmla="*/ 0 h 838"/>
                  <a:gd name="T14" fmla="*/ 726 w 840"/>
                  <a:gd name="T15" fmla="*/ 0 h 838"/>
                  <a:gd name="T16" fmla="*/ 839 w 840"/>
                  <a:gd name="T17" fmla="*/ 114 h 838"/>
                  <a:gd name="T18" fmla="*/ 839 w 840"/>
                  <a:gd name="T19" fmla="*/ 542 h 838"/>
                  <a:gd name="T20" fmla="*/ 725 w 840"/>
                  <a:gd name="T21" fmla="*/ 658 h 838"/>
                  <a:gd name="T22" fmla="*/ 501 w 840"/>
                  <a:gd name="T23" fmla="*/ 659 h 838"/>
                  <a:gd name="T24" fmla="*/ 464 w 840"/>
                  <a:gd name="T25" fmla="*/ 669 h 838"/>
                  <a:gd name="T26" fmla="*/ 200 w 840"/>
                  <a:gd name="T27" fmla="*/ 827 h 838"/>
                  <a:gd name="T28" fmla="*/ 181 w 840"/>
                  <a:gd name="T29" fmla="*/ 838 h 838"/>
                  <a:gd name="T30" fmla="*/ 239 w 840"/>
                  <a:gd name="T31" fmla="*/ 733 h 838"/>
                  <a:gd name="T32" fmla="*/ 252 w 840"/>
                  <a:gd name="T33" fmla="*/ 726 h 838"/>
                  <a:gd name="T34" fmla="*/ 449 w 840"/>
                  <a:gd name="T35" fmla="*/ 609 h 838"/>
                  <a:gd name="T36" fmla="*/ 478 w 840"/>
                  <a:gd name="T37" fmla="*/ 600 h 838"/>
                  <a:gd name="T38" fmla="*/ 710 w 840"/>
                  <a:gd name="T39" fmla="*/ 600 h 838"/>
                  <a:gd name="T40" fmla="*/ 781 w 840"/>
                  <a:gd name="T41" fmla="*/ 529 h 838"/>
                  <a:gd name="T42" fmla="*/ 781 w 840"/>
                  <a:gd name="T43" fmla="*/ 127 h 838"/>
                  <a:gd name="T44" fmla="*/ 711 w 840"/>
                  <a:gd name="T45" fmla="*/ 58 h 838"/>
                  <a:gd name="T46" fmla="*/ 137 w 840"/>
                  <a:gd name="T47" fmla="*/ 58 h 838"/>
                  <a:gd name="T48" fmla="*/ 59 w 840"/>
                  <a:gd name="T49" fmla="*/ 135 h 838"/>
                  <a:gd name="T50" fmla="*/ 59 w 840"/>
                  <a:gd name="T51" fmla="*/ 523 h 838"/>
                  <a:gd name="T52" fmla="*/ 136 w 840"/>
                  <a:gd name="T53" fmla="*/ 600 h 838"/>
                  <a:gd name="T54" fmla="*/ 239 w 840"/>
                  <a:gd name="T55" fmla="*/ 600 h 838"/>
                  <a:gd name="T56" fmla="*/ 239 w 840"/>
                  <a:gd name="T57" fmla="*/ 733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40" h="838">
                    <a:moveTo>
                      <a:pt x="181" y="838"/>
                    </a:moveTo>
                    <a:cubicBezTo>
                      <a:pt x="181" y="783"/>
                      <a:pt x="180" y="731"/>
                      <a:pt x="181" y="679"/>
                    </a:cubicBezTo>
                    <a:cubicBezTo>
                      <a:pt x="182" y="662"/>
                      <a:pt x="177" y="657"/>
                      <a:pt x="160" y="658"/>
                    </a:cubicBezTo>
                    <a:cubicBezTo>
                      <a:pt x="136" y="658"/>
                      <a:pt x="110" y="659"/>
                      <a:pt x="87" y="653"/>
                    </a:cubicBezTo>
                    <a:cubicBezTo>
                      <a:pt x="36" y="640"/>
                      <a:pt x="1" y="596"/>
                      <a:pt x="1" y="543"/>
                    </a:cubicBezTo>
                    <a:cubicBezTo>
                      <a:pt x="1" y="400"/>
                      <a:pt x="0" y="258"/>
                      <a:pt x="1" y="115"/>
                    </a:cubicBezTo>
                    <a:cubicBezTo>
                      <a:pt x="2" y="52"/>
                      <a:pt x="52" y="0"/>
                      <a:pt x="116" y="0"/>
                    </a:cubicBezTo>
                    <a:cubicBezTo>
                      <a:pt x="319" y="0"/>
                      <a:pt x="522" y="0"/>
                      <a:pt x="726" y="0"/>
                    </a:cubicBezTo>
                    <a:cubicBezTo>
                      <a:pt x="787" y="1"/>
                      <a:pt x="839" y="53"/>
                      <a:pt x="839" y="114"/>
                    </a:cubicBezTo>
                    <a:cubicBezTo>
                      <a:pt x="840" y="257"/>
                      <a:pt x="839" y="400"/>
                      <a:pt x="839" y="542"/>
                    </a:cubicBezTo>
                    <a:cubicBezTo>
                      <a:pt x="839" y="606"/>
                      <a:pt x="788" y="657"/>
                      <a:pt x="725" y="658"/>
                    </a:cubicBezTo>
                    <a:cubicBezTo>
                      <a:pt x="650" y="659"/>
                      <a:pt x="575" y="658"/>
                      <a:pt x="501" y="659"/>
                    </a:cubicBezTo>
                    <a:cubicBezTo>
                      <a:pt x="488" y="659"/>
                      <a:pt x="474" y="663"/>
                      <a:pt x="464" y="669"/>
                    </a:cubicBezTo>
                    <a:cubicBezTo>
                      <a:pt x="375" y="721"/>
                      <a:pt x="288" y="774"/>
                      <a:pt x="200" y="827"/>
                    </a:cubicBezTo>
                    <a:cubicBezTo>
                      <a:pt x="195" y="830"/>
                      <a:pt x="190" y="833"/>
                      <a:pt x="181" y="838"/>
                    </a:cubicBezTo>
                    <a:close/>
                    <a:moveTo>
                      <a:pt x="239" y="733"/>
                    </a:moveTo>
                    <a:cubicBezTo>
                      <a:pt x="246" y="729"/>
                      <a:pt x="249" y="728"/>
                      <a:pt x="252" y="726"/>
                    </a:cubicBezTo>
                    <a:cubicBezTo>
                      <a:pt x="317" y="687"/>
                      <a:pt x="383" y="648"/>
                      <a:pt x="449" y="609"/>
                    </a:cubicBezTo>
                    <a:cubicBezTo>
                      <a:pt x="457" y="604"/>
                      <a:pt x="468" y="600"/>
                      <a:pt x="478" y="600"/>
                    </a:cubicBezTo>
                    <a:cubicBezTo>
                      <a:pt x="556" y="600"/>
                      <a:pt x="633" y="600"/>
                      <a:pt x="710" y="600"/>
                    </a:cubicBezTo>
                    <a:cubicBezTo>
                      <a:pt x="756" y="600"/>
                      <a:pt x="781" y="575"/>
                      <a:pt x="781" y="529"/>
                    </a:cubicBezTo>
                    <a:cubicBezTo>
                      <a:pt x="781" y="395"/>
                      <a:pt x="781" y="261"/>
                      <a:pt x="781" y="127"/>
                    </a:cubicBezTo>
                    <a:cubicBezTo>
                      <a:pt x="781" y="83"/>
                      <a:pt x="755" y="58"/>
                      <a:pt x="711" y="58"/>
                    </a:cubicBezTo>
                    <a:cubicBezTo>
                      <a:pt x="520" y="58"/>
                      <a:pt x="328" y="58"/>
                      <a:pt x="137" y="58"/>
                    </a:cubicBezTo>
                    <a:cubicBezTo>
                      <a:pt x="81" y="58"/>
                      <a:pt x="59" y="80"/>
                      <a:pt x="59" y="135"/>
                    </a:cubicBezTo>
                    <a:cubicBezTo>
                      <a:pt x="59" y="265"/>
                      <a:pt x="59" y="394"/>
                      <a:pt x="59" y="523"/>
                    </a:cubicBezTo>
                    <a:cubicBezTo>
                      <a:pt x="59" y="577"/>
                      <a:pt x="81" y="599"/>
                      <a:pt x="136" y="600"/>
                    </a:cubicBezTo>
                    <a:cubicBezTo>
                      <a:pt x="169" y="600"/>
                      <a:pt x="203" y="600"/>
                      <a:pt x="239" y="600"/>
                    </a:cubicBezTo>
                    <a:cubicBezTo>
                      <a:pt x="239" y="644"/>
                      <a:pt x="239" y="687"/>
                      <a:pt x="239" y="7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3B3838"/>
                  </a:solidFill>
                  <a:effectLst/>
                  <a:uLnTx/>
                  <a:uFillTx/>
                </a:endParaRPr>
              </a:p>
            </p:txBody>
          </p:sp>
        </p:grpSp>
        <p:grpSp>
          <p:nvGrpSpPr>
            <p:cNvPr id="24" name="Group 23">
              <a:extLst>
                <a:ext uri="{FF2B5EF4-FFF2-40B4-BE49-F238E27FC236}">
                  <a16:creationId xmlns:a16="http://schemas.microsoft.com/office/drawing/2014/main" id="{0F3217E8-BD50-B9CC-4E40-AF271C99084F}"/>
                </a:ext>
              </a:extLst>
            </p:cNvPr>
            <p:cNvGrpSpPr/>
            <p:nvPr/>
          </p:nvGrpSpPr>
          <p:grpSpPr>
            <a:xfrm rot="20982826">
              <a:off x="477167" y="5585333"/>
              <a:ext cx="270696" cy="342125"/>
              <a:chOff x="456380" y="3785696"/>
              <a:chExt cx="270696" cy="342125"/>
            </a:xfrm>
          </p:grpSpPr>
          <p:cxnSp>
            <p:nvCxnSpPr>
              <p:cNvPr id="25" name="Straight Connector 24">
                <a:extLst>
                  <a:ext uri="{FF2B5EF4-FFF2-40B4-BE49-F238E27FC236}">
                    <a16:creationId xmlns:a16="http://schemas.microsoft.com/office/drawing/2014/main" id="{1B96AFD2-E24B-BFBA-E152-3C0F54CA6178}"/>
                  </a:ext>
                </a:extLst>
              </p:cNvPr>
              <p:cNvCxnSpPr>
                <a:cxnSpLocks/>
              </p:cNvCxnSpPr>
              <p:nvPr/>
            </p:nvCxnSpPr>
            <p:spPr>
              <a:xfrm flipV="1">
                <a:off x="667975" y="4065868"/>
                <a:ext cx="59101" cy="61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4610262-4580-4F76-8E6A-62D57E966594}"/>
                  </a:ext>
                </a:extLst>
              </p:cNvPr>
              <p:cNvCxnSpPr>
                <a:cxnSpLocks/>
              </p:cNvCxnSpPr>
              <p:nvPr/>
            </p:nvCxnSpPr>
            <p:spPr>
              <a:xfrm flipV="1">
                <a:off x="674146" y="3815365"/>
                <a:ext cx="40136" cy="399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C462B3C-D2CA-81EC-D062-CD42851D7506}"/>
                  </a:ext>
                </a:extLst>
              </p:cNvPr>
              <p:cNvCxnSpPr>
                <a:cxnSpLocks/>
              </p:cNvCxnSpPr>
              <p:nvPr/>
            </p:nvCxnSpPr>
            <p:spPr>
              <a:xfrm flipV="1">
                <a:off x="456380" y="3785696"/>
                <a:ext cx="116311" cy="1217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 name="Rectangle 5">
            <a:extLst>
              <a:ext uri="{FF2B5EF4-FFF2-40B4-BE49-F238E27FC236}">
                <a16:creationId xmlns:a16="http://schemas.microsoft.com/office/drawing/2014/main" id="{B05525A3-EB22-DD75-65D2-845F8CE326AF}"/>
              </a:ext>
            </a:extLst>
          </p:cNvPr>
          <p:cNvSpPr/>
          <p:nvPr/>
        </p:nvSpPr>
        <p:spPr>
          <a:xfrm>
            <a:off x="1368607" y="1937597"/>
            <a:ext cx="8760287"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a:solidFill>
                  <a:schemeClr val="bg2"/>
                </a:solidFill>
                <a:cs typeface="Arial" panose="020B0604020202020204" pitchFamily="34" charset="0"/>
              </a:rPr>
              <a:t>I should be able to tell what a slide shows by </a:t>
            </a:r>
            <a:r>
              <a:rPr lang="en-GB" sz="1400" b="1">
                <a:solidFill>
                  <a:schemeClr val="bg2"/>
                </a:solidFill>
                <a:cs typeface="Arial" panose="020B0604020202020204" pitchFamily="34" charset="0"/>
              </a:rPr>
              <a:t>only looking at the strapline</a:t>
            </a:r>
          </a:p>
        </p:txBody>
      </p:sp>
      <p:grpSp>
        <p:nvGrpSpPr>
          <p:cNvPr id="67" name="Group 66">
            <a:extLst>
              <a:ext uri="{FF2B5EF4-FFF2-40B4-BE49-F238E27FC236}">
                <a16:creationId xmlns:a16="http://schemas.microsoft.com/office/drawing/2014/main" id="{BC1723A9-2964-F905-29D9-177E504A9157}"/>
              </a:ext>
            </a:extLst>
          </p:cNvPr>
          <p:cNvGrpSpPr/>
          <p:nvPr/>
        </p:nvGrpSpPr>
        <p:grpSpPr>
          <a:xfrm>
            <a:off x="711080" y="1851677"/>
            <a:ext cx="439887" cy="671294"/>
            <a:chOff x="10426431" y="4929690"/>
            <a:chExt cx="483876" cy="738423"/>
          </a:xfrm>
        </p:grpSpPr>
        <p:grpSp>
          <p:nvGrpSpPr>
            <p:cNvPr id="68" name="Group 67">
              <a:extLst>
                <a:ext uri="{FF2B5EF4-FFF2-40B4-BE49-F238E27FC236}">
                  <a16:creationId xmlns:a16="http://schemas.microsoft.com/office/drawing/2014/main" id="{50E02496-513D-4405-0D65-DF2F4B2518BB}"/>
                </a:ext>
              </a:extLst>
            </p:cNvPr>
            <p:cNvGrpSpPr/>
            <p:nvPr/>
          </p:nvGrpSpPr>
          <p:grpSpPr>
            <a:xfrm rot="1800000">
              <a:off x="10426431" y="5068636"/>
              <a:ext cx="483876" cy="452436"/>
              <a:chOff x="3600440" y="1095389"/>
              <a:chExt cx="4990540" cy="4666282"/>
            </a:xfrm>
          </p:grpSpPr>
          <p:sp>
            <p:nvSpPr>
              <p:cNvPr id="72" name="Freeform: Shape 71">
                <a:extLst>
                  <a:ext uri="{FF2B5EF4-FFF2-40B4-BE49-F238E27FC236}">
                    <a16:creationId xmlns:a16="http://schemas.microsoft.com/office/drawing/2014/main" id="{386E937A-0AF2-ECF4-9295-971F5ADDDABA}"/>
                  </a:ext>
                </a:extLst>
              </p:cNvPr>
              <p:cNvSpPr/>
              <p:nvPr/>
            </p:nvSpPr>
            <p:spPr>
              <a:xfrm>
                <a:off x="3600440" y="1095389"/>
                <a:ext cx="4990540" cy="4666282"/>
              </a:xfrm>
              <a:custGeom>
                <a:avLst/>
                <a:gdLst>
                  <a:gd name="connsiteX0" fmla="*/ 1649930 w 4990540"/>
                  <a:gd name="connsiteY0" fmla="*/ 4666283 h 4666282"/>
                  <a:gd name="connsiteX1" fmla="*/ 1674504 w 4990540"/>
                  <a:gd name="connsiteY1" fmla="*/ 4129359 h 4666282"/>
                  <a:gd name="connsiteX2" fmla="*/ 1698793 w 4990540"/>
                  <a:gd name="connsiteY2" fmla="*/ 3606532 h 4666282"/>
                  <a:gd name="connsiteX3" fmla="*/ 1655549 w 4990540"/>
                  <a:gd name="connsiteY3" fmla="*/ 3576623 h 4666282"/>
                  <a:gd name="connsiteX4" fmla="*/ 898312 w 4990540"/>
                  <a:gd name="connsiteY4" fmla="*/ 3576623 h 4666282"/>
                  <a:gd name="connsiteX5" fmla="*/ 564937 w 4990540"/>
                  <a:gd name="connsiteY5" fmla="*/ 3576433 h 4666282"/>
                  <a:gd name="connsiteX6" fmla="*/ 295 w 4990540"/>
                  <a:gd name="connsiteY6" fmla="*/ 3013029 h 4666282"/>
                  <a:gd name="connsiteX7" fmla="*/ 9 w 4990540"/>
                  <a:gd name="connsiteY7" fmla="*/ 565199 h 4666282"/>
                  <a:gd name="connsiteX8" fmla="*/ 557888 w 4990540"/>
                  <a:gd name="connsiteY8" fmla="*/ 747 h 4666282"/>
                  <a:gd name="connsiteX9" fmla="*/ 2691393 w 4990540"/>
                  <a:gd name="connsiteY9" fmla="*/ 271 h 4666282"/>
                  <a:gd name="connsiteX10" fmla="*/ 4419990 w 4990540"/>
                  <a:gd name="connsiteY10" fmla="*/ 462 h 4666282"/>
                  <a:gd name="connsiteX11" fmla="*/ 4967011 w 4990540"/>
                  <a:gd name="connsiteY11" fmla="*/ 398797 h 4666282"/>
                  <a:gd name="connsiteX12" fmla="*/ 4989014 w 4990540"/>
                  <a:gd name="connsiteY12" fmla="*/ 577010 h 4666282"/>
                  <a:gd name="connsiteX13" fmla="*/ 4990538 w 4990540"/>
                  <a:gd name="connsiteY13" fmla="*/ 2995979 h 4666282"/>
                  <a:gd name="connsiteX14" fmla="*/ 4554864 w 4990540"/>
                  <a:gd name="connsiteY14" fmla="*/ 3561669 h 4666282"/>
                  <a:gd name="connsiteX15" fmla="*/ 4418181 w 4990540"/>
                  <a:gd name="connsiteY15" fmla="*/ 3576814 h 4666282"/>
                  <a:gd name="connsiteX16" fmla="*/ 3023054 w 4990540"/>
                  <a:gd name="connsiteY16" fmla="*/ 3575671 h 4666282"/>
                  <a:gd name="connsiteX17" fmla="*/ 2924946 w 4990540"/>
                  <a:gd name="connsiteY17" fmla="*/ 3611866 h 4666282"/>
                  <a:gd name="connsiteX18" fmla="*/ 1684220 w 4990540"/>
                  <a:gd name="connsiteY18" fmla="*/ 4642756 h 4666282"/>
                  <a:gd name="connsiteX19" fmla="*/ 1649930 w 4990540"/>
                  <a:gd name="connsiteY19" fmla="*/ 4666283 h 4666282"/>
                  <a:gd name="connsiteX20" fmla="*/ 1858051 w 4990540"/>
                  <a:gd name="connsiteY20" fmla="*/ 4248612 h 4666282"/>
                  <a:gd name="connsiteX21" fmla="*/ 1898532 w 4990540"/>
                  <a:gd name="connsiteY21" fmla="*/ 4219465 h 4666282"/>
                  <a:gd name="connsiteX22" fmla="*/ 2864843 w 4990540"/>
                  <a:gd name="connsiteY22" fmla="*/ 3416984 h 4666282"/>
                  <a:gd name="connsiteX23" fmla="*/ 2950473 w 4990540"/>
                  <a:gd name="connsiteY23" fmla="*/ 3386218 h 4666282"/>
                  <a:gd name="connsiteX24" fmla="*/ 4412275 w 4990540"/>
                  <a:gd name="connsiteY24" fmla="*/ 3386885 h 4666282"/>
                  <a:gd name="connsiteX25" fmla="*/ 4802133 w 4990540"/>
                  <a:gd name="connsiteY25" fmla="*/ 2996551 h 4666282"/>
                  <a:gd name="connsiteX26" fmla="*/ 4802133 w 4990540"/>
                  <a:gd name="connsiteY26" fmla="*/ 577677 h 4666282"/>
                  <a:gd name="connsiteX27" fmla="*/ 4411037 w 4990540"/>
                  <a:gd name="connsiteY27" fmla="*/ 185914 h 4666282"/>
                  <a:gd name="connsiteX28" fmla="*/ 606656 w 4990540"/>
                  <a:gd name="connsiteY28" fmla="*/ 184770 h 4666282"/>
                  <a:gd name="connsiteX29" fmla="*/ 452351 w 4990540"/>
                  <a:gd name="connsiteY29" fmla="*/ 203916 h 4666282"/>
                  <a:gd name="connsiteX30" fmla="*/ 186794 w 4990540"/>
                  <a:gd name="connsiteY30" fmla="*/ 602442 h 4666282"/>
                  <a:gd name="connsiteX31" fmla="*/ 186509 w 4990540"/>
                  <a:gd name="connsiteY31" fmla="*/ 2992741 h 4666282"/>
                  <a:gd name="connsiteX32" fmla="*/ 584368 w 4990540"/>
                  <a:gd name="connsiteY32" fmla="*/ 3388790 h 4666282"/>
                  <a:gd name="connsiteX33" fmla="*/ 1836715 w 4990540"/>
                  <a:gd name="connsiteY33" fmla="*/ 3386980 h 4666282"/>
                  <a:gd name="connsiteX34" fmla="*/ 1870052 w 4990540"/>
                  <a:gd name="connsiteY34" fmla="*/ 3386885 h 4666282"/>
                  <a:gd name="connsiteX35" fmla="*/ 1896341 w 4990540"/>
                  <a:gd name="connsiteY35" fmla="*/ 3414793 h 4666282"/>
                  <a:gd name="connsiteX36" fmla="*/ 1872910 w 4990540"/>
                  <a:gd name="connsiteY36" fmla="*/ 3880376 h 4666282"/>
                  <a:gd name="connsiteX37" fmla="*/ 1858051 w 4990540"/>
                  <a:gd name="connsiteY37" fmla="*/ 4248517 h 4666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90540" h="4666282">
                    <a:moveTo>
                      <a:pt x="1649930" y="4666283"/>
                    </a:moveTo>
                    <a:cubicBezTo>
                      <a:pt x="1658407" y="4480927"/>
                      <a:pt x="1666503" y="4305190"/>
                      <a:pt x="1674504" y="4129359"/>
                    </a:cubicBezTo>
                    <a:cubicBezTo>
                      <a:pt x="1682410" y="3955051"/>
                      <a:pt x="1689649" y="3780744"/>
                      <a:pt x="1698793" y="3606532"/>
                    </a:cubicBezTo>
                    <a:cubicBezTo>
                      <a:pt x="1700793" y="3568051"/>
                      <a:pt x="1675933" y="3576718"/>
                      <a:pt x="1655549" y="3576623"/>
                    </a:cubicBezTo>
                    <a:cubicBezTo>
                      <a:pt x="1403137" y="3576433"/>
                      <a:pt x="1150724" y="3576623"/>
                      <a:pt x="898312" y="3576623"/>
                    </a:cubicBezTo>
                    <a:cubicBezTo>
                      <a:pt x="787155" y="3576623"/>
                      <a:pt x="676094" y="3577195"/>
                      <a:pt x="564937" y="3576433"/>
                    </a:cubicBezTo>
                    <a:cubicBezTo>
                      <a:pt x="215846" y="3573956"/>
                      <a:pt x="-1039" y="3291349"/>
                      <a:pt x="295" y="3013029"/>
                    </a:cubicBezTo>
                    <a:cubicBezTo>
                      <a:pt x="4295" y="2197117"/>
                      <a:pt x="4772" y="1381111"/>
                      <a:pt x="9" y="565199"/>
                    </a:cubicBezTo>
                    <a:cubicBezTo>
                      <a:pt x="-1610" y="288307"/>
                      <a:pt x="214988" y="1319"/>
                      <a:pt x="557888" y="747"/>
                    </a:cubicBezTo>
                    <a:cubicBezTo>
                      <a:pt x="1269120" y="-586"/>
                      <a:pt x="1980257" y="271"/>
                      <a:pt x="2691393" y="271"/>
                    </a:cubicBezTo>
                    <a:cubicBezTo>
                      <a:pt x="3267560" y="271"/>
                      <a:pt x="3843823" y="-110"/>
                      <a:pt x="4419990" y="462"/>
                    </a:cubicBezTo>
                    <a:cubicBezTo>
                      <a:pt x="4682499" y="747"/>
                      <a:pt x="4890239" y="153433"/>
                      <a:pt x="4967011" y="398797"/>
                    </a:cubicBezTo>
                    <a:cubicBezTo>
                      <a:pt x="4985299" y="457090"/>
                      <a:pt x="4988919" y="517002"/>
                      <a:pt x="4989014" y="577010"/>
                    </a:cubicBezTo>
                    <a:cubicBezTo>
                      <a:pt x="4989680" y="1383301"/>
                      <a:pt x="4988347" y="2189688"/>
                      <a:pt x="4990538" y="2995979"/>
                    </a:cubicBezTo>
                    <a:cubicBezTo>
                      <a:pt x="4991395" y="3301732"/>
                      <a:pt x="4790322" y="3510710"/>
                      <a:pt x="4554864" y="3561669"/>
                    </a:cubicBezTo>
                    <a:cubicBezTo>
                      <a:pt x="4510097" y="3571384"/>
                      <a:pt x="4464472" y="3576909"/>
                      <a:pt x="4418181" y="3576814"/>
                    </a:cubicBezTo>
                    <a:cubicBezTo>
                      <a:pt x="3953170" y="3576433"/>
                      <a:pt x="3488064" y="3577004"/>
                      <a:pt x="3023054" y="3575671"/>
                    </a:cubicBezTo>
                    <a:cubicBezTo>
                      <a:pt x="2983620" y="3575576"/>
                      <a:pt x="2954569" y="3587196"/>
                      <a:pt x="2924946" y="3611866"/>
                    </a:cubicBezTo>
                    <a:cubicBezTo>
                      <a:pt x="2511847" y="3956099"/>
                      <a:pt x="2097986" y="4299380"/>
                      <a:pt x="1684220" y="4642756"/>
                    </a:cubicBezTo>
                    <a:cubicBezTo>
                      <a:pt x="1676123" y="4649519"/>
                      <a:pt x="1666694" y="4654853"/>
                      <a:pt x="1649930" y="4666283"/>
                    </a:cubicBezTo>
                    <a:close/>
                    <a:moveTo>
                      <a:pt x="1858051" y="4248612"/>
                    </a:moveTo>
                    <a:cubicBezTo>
                      <a:pt x="1876529" y="4235372"/>
                      <a:pt x="1888150" y="4228133"/>
                      <a:pt x="1898532" y="4219465"/>
                    </a:cubicBezTo>
                    <a:cubicBezTo>
                      <a:pt x="2220858" y="3952194"/>
                      <a:pt x="2543184" y="3685018"/>
                      <a:pt x="2864843" y="3416984"/>
                    </a:cubicBezTo>
                    <a:cubicBezTo>
                      <a:pt x="2890751" y="3395362"/>
                      <a:pt x="2916469" y="3386218"/>
                      <a:pt x="2950473" y="3386218"/>
                    </a:cubicBezTo>
                    <a:cubicBezTo>
                      <a:pt x="3437772" y="3387266"/>
                      <a:pt x="3924976" y="3386980"/>
                      <a:pt x="4412275" y="3386885"/>
                    </a:cubicBezTo>
                    <a:cubicBezTo>
                      <a:pt x="4646971" y="3386885"/>
                      <a:pt x="4802038" y="3232009"/>
                      <a:pt x="4802133" y="2996551"/>
                    </a:cubicBezTo>
                    <a:cubicBezTo>
                      <a:pt x="4802419" y="2190259"/>
                      <a:pt x="4802324" y="1383968"/>
                      <a:pt x="4802133" y="577677"/>
                    </a:cubicBezTo>
                    <a:cubicBezTo>
                      <a:pt x="4802133" y="346315"/>
                      <a:pt x="4641637" y="186009"/>
                      <a:pt x="4411037" y="185914"/>
                    </a:cubicBezTo>
                    <a:cubicBezTo>
                      <a:pt x="3142878" y="185532"/>
                      <a:pt x="1874815" y="185152"/>
                      <a:pt x="606656" y="184770"/>
                    </a:cubicBezTo>
                    <a:cubicBezTo>
                      <a:pt x="554364" y="184770"/>
                      <a:pt x="502548" y="188390"/>
                      <a:pt x="452351" y="203916"/>
                    </a:cubicBezTo>
                    <a:cubicBezTo>
                      <a:pt x="280044" y="257256"/>
                      <a:pt x="186699" y="396511"/>
                      <a:pt x="186794" y="602442"/>
                    </a:cubicBezTo>
                    <a:cubicBezTo>
                      <a:pt x="186890" y="1399208"/>
                      <a:pt x="189747" y="2195974"/>
                      <a:pt x="186509" y="2992741"/>
                    </a:cubicBezTo>
                    <a:cubicBezTo>
                      <a:pt x="185556" y="3219817"/>
                      <a:pt x="357673" y="3392219"/>
                      <a:pt x="584368" y="3388790"/>
                    </a:cubicBezTo>
                    <a:cubicBezTo>
                      <a:pt x="1001753" y="3382408"/>
                      <a:pt x="1419234" y="3386980"/>
                      <a:pt x="1836715" y="3386980"/>
                    </a:cubicBezTo>
                    <a:cubicBezTo>
                      <a:pt x="1847859" y="3386980"/>
                      <a:pt x="1859003" y="3387742"/>
                      <a:pt x="1870052" y="3386885"/>
                    </a:cubicBezTo>
                    <a:cubicBezTo>
                      <a:pt x="1890817" y="3385361"/>
                      <a:pt x="1897484" y="3394029"/>
                      <a:pt x="1896341" y="3414793"/>
                    </a:cubicBezTo>
                    <a:cubicBezTo>
                      <a:pt x="1887959" y="3569955"/>
                      <a:pt x="1880054" y="3725213"/>
                      <a:pt x="1872910" y="3880376"/>
                    </a:cubicBezTo>
                    <a:cubicBezTo>
                      <a:pt x="1867385" y="4000105"/>
                      <a:pt x="1863194" y="4119834"/>
                      <a:pt x="1858051" y="4248517"/>
                    </a:cubicBezTo>
                    <a:close/>
                  </a:path>
                </a:pathLst>
              </a:custGeom>
              <a:solidFill>
                <a:schemeClr val="tx1"/>
              </a:solidFill>
              <a:ln w="9525"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56CCDF9A-C221-9621-86AA-5400F2A34BC8}"/>
                  </a:ext>
                </a:extLst>
              </p:cNvPr>
              <p:cNvSpPr/>
              <p:nvPr/>
            </p:nvSpPr>
            <p:spPr>
              <a:xfrm>
                <a:off x="4720958" y="2633915"/>
                <a:ext cx="596978" cy="596883"/>
              </a:xfrm>
              <a:custGeom>
                <a:avLst/>
                <a:gdLst>
                  <a:gd name="connsiteX0" fmla="*/ 596945 w 596978"/>
                  <a:gd name="connsiteY0" fmla="*/ 303690 h 596883"/>
                  <a:gd name="connsiteX1" fmla="*/ 296336 w 596978"/>
                  <a:gd name="connsiteY1" fmla="*/ 596870 h 596883"/>
                  <a:gd name="connsiteX2" fmla="*/ 13 w 596978"/>
                  <a:gd name="connsiteY2" fmla="*/ 298737 h 596883"/>
                  <a:gd name="connsiteX3" fmla="*/ 301384 w 596978"/>
                  <a:gd name="connsiteY3" fmla="*/ 33 h 596883"/>
                  <a:gd name="connsiteX4" fmla="*/ 596945 w 596978"/>
                  <a:gd name="connsiteY4" fmla="*/ 303785 h 596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978" h="596883">
                    <a:moveTo>
                      <a:pt x="596945" y="303690"/>
                    </a:moveTo>
                    <a:cubicBezTo>
                      <a:pt x="591325" y="460186"/>
                      <a:pt x="477977" y="595060"/>
                      <a:pt x="296336" y="596870"/>
                    </a:cubicBezTo>
                    <a:cubicBezTo>
                      <a:pt x="132506" y="598489"/>
                      <a:pt x="-1511" y="458567"/>
                      <a:pt x="13" y="298737"/>
                    </a:cubicBezTo>
                    <a:cubicBezTo>
                      <a:pt x="1632" y="134526"/>
                      <a:pt x="139840" y="-2443"/>
                      <a:pt x="301384" y="33"/>
                    </a:cubicBezTo>
                    <a:cubicBezTo>
                      <a:pt x="465976" y="2510"/>
                      <a:pt x="599421" y="139574"/>
                      <a:pt x="596945" y="303785"/>
                    </a:cubicBezTo>
                    <a:close/>
                  </a:path>
                </a:pathLst>
              </a:custGeom>
              <a:solidFill>
                <a:schemeClr val="accent1"/>
              </a:solidFill>
              <a:ln w="9525"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53DF5B43-7C92-7E5F-8FB7-39BB6FA4BCED}"/>
                  </a:ext>
                </a:extLst>
              </p:cNvPr>
              <p:cNvSpPr/>
              <p:nvPr/>
            </p:nvSpPr>
            <p:spPr>
              <a:xfrm>
                <a:off x="5796675" y="2633930"/>
                <a:ext cx="596789" cy="595901"/>
              </a:xfrm>
              <a:custGeom>
                <a:avLst/>
                <a:gdLst>
                  <a:gd name="connsiteX0" fmla="*/ 596790 w 596789"/>
                  <a:gd name="connsiteY0" fmla="*/ 298912 h 595901"/>
                  <a:gd name="connsiteX1" fmla="*/ 301229 w 596789"/>
                  <a:gd name="connsiteY1" fmla="*/ 595902 h 595901"/>
                  <a:gd name="connsiteX2" fmla="*/ 49 w 596789"/>
                  <a:gd name="connsiteY2" fmla="*/ 294055 h 595901"/>
                  <a:gd name="connsiteX3" fmla="*/ 296562 w 596789"/>
                  <a:gd name="connsiteY3" fmla="*/ 18 h 595901"/>
                  <a:gd name="connsiteX4" fmla="*/ 596790 w 596789"/>
                  <a:gd name="connsiteY4" fmla="*/ 298912 h 595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89" h="595901">
                    <a:moveTo>
                      <a:pt x="596790" y="298912"/>
                    </a:moveTo>
                    <a:cubicBezTo>
                      <a:pt x="592980" y="462647"/>
                      <a:pt x="476965" y="595997"/>
                      <a:pt x="301229" y="595902"/>
                    </a:cubicBezTo>
                    <a:cubicBezTo>
                      <a:pt x="118921" y="595807"/>
                      <a:pt x="3382" y="464362"/>
                      <a:pt x="49" y="294055"/>
                    </a:cubicBezTo>
                    <a:cubicBezTo>
                      <a:pt x="-2999" y="137845"/>
                      <a:pt x="137685" y="1828"/>
                      <a:pt x="296562" y="18"/>
                    </a:cubicBezTo>
                    <a:cubicBezTo>
                      <a:pt x="460011" y="-1792"/>
                      <a:pt x="596409" y="134035"/>
                      <a:pt x="596790" y="298912"/>
                    </a:cubicBezTo>
                    <a:close/>
                  </a:path>
                </a:pathLst>
              </a:custGeom>
              <a:solidFill>
                <a:schemeClr val="accent1"/>
              </a:solidFill>
              <a:ln w="9525"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E39E1311-ED97-010E-5421-DF1A99B2B985}"/>
                  </a:ext>
                </a:extLst>
              </p:cNvPr>
              <p:cNvSpPr/>
              <p:nvPr/>
            </p:nvSpPr>
            <p:spPr>
              <a:xfrm>
                <a:off x="6873279" y="2634036"/>
                <a:ext cx="596320" cy="595911"/>
              </a:xfrm>
              <a:custGeom>
                <a:avLst/>
                <a:gdLst>
                  <a:gd name="connsiteX0" fmla="*/ 596226 w 596320"/>
                  <a:gd name="connsiteY0" fmla="*/ 299283 h 595911"/>
                  <a:gd name="connsiteX1" fmla="*/ 300188 w 596320"/>
                  <a:gd name="connsiteY1" fmla="*/ 595891 h 595911"/>
                  <a:gd name="connsiteX2" fmla="*/ 56 w 596320"/>
                  <a:gd name="connsiteY2" fmla="*/ 298330 h 595911"/>
                  <a:gd name="connsiteX3" fmla="*/ 296283 w 596320"/>
                  <a:gd name="connsiteY3" fmla="*/ 7 h 595911"/>
                  <a:gd name="connsiteX4" fmla="*/ 596321 w 596320"/>
                  <a:gd name="connsiteY4" fmla="*/ 299378 h 59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320" h="595911">
                    <a:moveTo>
                      <a:pt x="596226" y="299283"/>
                    </a:moveTo>
                    <a:cubicBezTo>
                      <a:pt x="592130" y="447873"/>
                      <a:pt x="491546" y="593796"/>
                      <a:pt x="300188" y="595891"/>
                    </a:cubicBezTo>
                    <a:cubicBezTo>
                      <a:pt x="125595" y="597796"/>
                      <a:pt x="3389" y="467875"/>
                      <a:pt x="56" y="298330"/>
                    </a:cubicBezTo>
                    <a:cubicBezTo>
                      <a:pt x="-3183" y="137548"/>
                      <a:pt x="135501" y="1150"/>
                      <a:pt x="296283" y="7"/>
                    </a:cubicBezTo>
                    <a:cubicBezTo>
                      <a:pt x="459732" y="-1136"/>
                      <a:pt x="596035" y="134786"/>
                      <a:pt x="596321" y="299378"/>
                    </a:cubicBezTo>
                    <a:close/>
                  </a:path>
                </a:pathLst>
              </a:custGeom>
              <a:solidFill>
                <a:schemeClr val="accent1"/>
              </a:solidFill>
              <a:ln w="9525" cap="flat">
                <a:noFill/>
                <a:prstDash val="solid"/>
                <a:miter/>
              </a:ln>
            </p:spPr>
            <p:txBody>
              <a:bodyPr rtlCol="0" anchor="ctr"/>
              <a:lstStyle/>
              <a:p>
                <a:endParaRPr lang="en-IN"/>
              </a:p>
            </p:txBody>
          </p:sp>
        </p:grpSp>
        <p:cxnSp>
          <p:nvCxnSpPr>
            <p:cNvPr id="69" name="Straight Connector 68">
              <a:extLst>
                <a:ext uri="{FF2B5EF4-FFF2-40B4-BE49-F238E27FC236}">
                  <a16:creationId xmlns:a16="http://schemas.microsoft.com/office/drawing/2014/main" id="{6107149D-3C4B-1A8C-2777-C6664A15137D}"/>
                </a:ext>
              </a:extLst>
            </p:cNvPr>
            <p:cNvCxnSpPr>
              <a:cxnSpLocks/>
            </p:cNvCxnSpPr>
            <p:nvPr/>
          </p:nvCxnSpPr>
          <p:spPr>
            <a:xfrm rot="1800000">
              <a:off x="10882835" y="5352224"/>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EBA6E3B-624A-423A-D728-8BAF4D2867DC}"/>
                </a:ext>
              </a:extLst>
            </p:cNvPr>
            <p:cNvCxnSpPr>
              <a:cxnSpLocks/>
            </p:cNvCxnSpPr>
            <p:nvPr/>
          </p:nvCxnSpPr>
          <p:spPr>
            <a:xfrm rot="1800000">
              <a:off x="10854315" y="4955135"/>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E17E815-1C3E-44C0-2215-47EA0B15E656}"/>
                </a:ext>
              </a:extLst>
            </p:cNvPr>
            <p:cNvCxnSpPr>
              <a:cxnSpLocks/>
            </p:cNvCxnSpPr>
            <p:nvPr/>
          </p:nvCxnSpPr>
          <p:spPr>
            <a:xfrm rot="1800000">
              <a:off x="10459467" y="4929690"/>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A73E226E-D9F8-4F5F-9134-7181D58D4A95}"/>
              </a:ext>
            </a:extLst>
          </p:cNvPr>
          <p:cNvSpPr/>
          <p:nvPr/>
        </p:nvSpPr>
        <p:spPr>
          <a:xfrm>
            <a:off x="1368607" y="2718216"/>
            <a:ext cx="775622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800"/>
              </a:spcAft>
            </a:pPr>
            <a:r>
              <a:rPr lang="en-GB" sz="1400">
                <a:solidFill>
                  <a:schemeClr val="bg2"/>
                </a:solidFill>
                <a:cs typeface="Arial" panose="020B0604020202020204" pitchFamily="34" charset="0"/>
              </a:rPr>
              <a:t>I should be able to guess what that strapline says by </a:t>
            </a:r>
            <a:r>
              <a:rPr lang="en-GB" sz="1400" b="1">
                <a:solidFill>
                  <a:schemeClr val="bg2"/>
                </a:solidFill>
                <a:cs typeface="Arial" panose="020B0604020202020204" pitchFamily="34" charset="0"/>
              </a:rPr>
              <a:t>only looking at the slide</a:t>
            </a:r>
          </a:p>
        </p:txBody>
      </p:sp>
      <p:grpSp>
        <p:nvGrpSpPr>
          <p:cNvPr id="76" name="Group 75">
            <a:extLst>
              <a:ext uri="{FF2B5EF4-FFF2-40B4-BE49-F238E27FC236}">
                <a16:creationId xmlns:a16="http://schemas.microsoft.com/office/drawing/2014/main" id="{4264DABA-5EFE-E884-DDD8-CE713B93D7DD}"/>
              </a:ext>
            </a:extLst>
          </p:cNvPr>
          <p:cNvGrpSpPr/>
          <p:nvPr/>
        </p:nvGrpSpPr>
        <p:grpSpPr>
          <a:xfrm>
            <a:off x="711080" y="2632296"/>
            <a:ext cx="439887" cy="671294"/>
            <a:chOff x="10426431" y="4929690"/>
            <a:chExt cx="483876" cy="738423"/>
          </a:xfrm>
        </p:grpSpPr>
        <p:grpSp>
          <p:nvGrpSpPr>
            <p:cNvPr id="77" name="Group 76">
              <a:extLst>
                <a:ext uri="{FF2B5EF4-FFF2-40B4-BE49-F238E27FC236}">
                  <a16:creationId xmlns:a16="http://schemas.microsoft.com/office/drawing/2014/main" id="{E5F1CF27-FC92-4D14-9B80-46EFC6A4E730}"/>
                </a:ext>
              </a:extLst>
            </p:cNvPr>
            <p:cNvGrpSpPr/>
            <p:nvPr/>
          </p:nvGrpSpPr>
          <p:grpSpPr>
            <a:xfrm rot="1800000">
              <a:off x="10426431" y="5068636"/>
              <a:ext cx="483876" cy="452436"/>
              <a:chOff x="3600440" y="1095389"/>
              <a:chExt cx="4990540" cy="4666282"/>
            </a:xfrm>
          </p:grpSpPr>
          <p:sp>
            <p:nvSpPr>
              <p:cNvPr id="81" name="Freeform: Shape 80">
                <a:extLst>
                  <a:ext uri="{FF2B5EF4-FFF2-40B4-BE49-F238E27FC236}">
                    <a16:creationId xmlns:a16="http://schemas.microsoft.com/office/drawing/2014/main" id="{5994A2D7-0DBD-E526-F12E-231F8A5E77D1}"/>
                  </a:ext>
                </a:extLst>
              </p:cNvPr>
              <p:cNvSpPr/>
              <p:nvPr/>
            </p:nvSpPr>
            <p:spPr>
              <a:xfrm>
                <a:off x="3600440" y="1095389"/>
                <a:ext cx="4990540" cy="4666282"/>
              </a:xfrm>
              <a:custGeom>
                <a:avLst/>
                <a:gdLst>
                  <a:gd name="connsiteX0" fmla="*/ 1649930 w 4990540"/>
                  <a:gd name="connsiteY0" fmla="*/ 4666283 h 4666282"/>
                  <a:gd name="connsiteX1" fmla="*/ 1674504 w 4990540"/>
                  <a:gd name="connsiteY1" fmla="*/ 4129359 h 4666282"/>
                  <a:gd name="connsiteX2" fmla="*/ 1698793 w 4990540"/>
                  <a:gd name="connsiteY2" fmla="*/ 3606532 h 4666282"/>
                  <a:gd name="connsiteX3" fmla="*/ 1655549 w 4990540"/>
                  <a:gd name="connsiteY3" fmla="*/ 3576623 h 4666282"/>
                  <a:gd name="connsiteX4" fmla="*/ 898312 w 4990540"/>
                  <a:gd name="connsiteY4" fmla="*/ 3576623 h 4666282"/>
                  <a:gd name="connsiteX5" fmla="*/ 564937 w 4990540"/>
                  <a:gd name="connsiteY5" fmla="*/ 3576433 h 4666282"/>
                  <a:gd name="connsiteX6" fmla="*/ 295 w 4990540"/>
                  <a:gd name="connsiteY6" fmla="*/ 3013029 h 4666282"/>
                  <a:gd name="connsiteX7" fmla="*/ 9 w 4990540"/>
                  <a:gd name="connsiteY7" fmla="*/ 565199 h 4666282"/>
                  <a:gd name="connsiteX8" fmla="*/ 557888 w 4990540"/>
                  <a:gd name="connsiteY8" fmla="*/ 747 h 4666282"/>
                  <a:gd name="connsiteX9" fmla="*/ 2691393 w 4990540"/>
                  <a:gd name="connsiteY9" fmla="*/ 271 h 4666282"/>
                  <a:gd name="connsiteX10" fmla="*/ 4419990 w 4990540"/>
                  <a:gd name="connsiteY10" fmla="*/ 462 h 4666282"/>
                  <a:gd name="connsiteX11" fmla="*/ 4967011 w 4990540"/>
                  <a:gd name="connsiteY11" fmla="*/ 398797 h 4666282"/>
                  <a:gd name="connsiteX12" fmla="*/ 4989014 w 4990540"/>
                  <a:gd name="connsiteY12" fmla="*/ 577010 h 4666282"/>
                  <a:gd name="connsiteX13" fmla="*/ 4990538 w 4990540"/>
                  <a:gd name="connsiteY13" fmla="*/ 2995979 h 4666282"/>
                  <a:gd name="connsiteX14" fmla="*/ 4554864 w 4990540"/>
                  <a:gd name="connsiteY14" fmla="*/ 3561669 h 4666282"/>
                  <a:gd name="connsiteX15" fmla="*/ 4418181 w 4990540"/>
                  <a:gd name="connsiteY15" fmla="*/ 3576814 h 4666282"/>
                  <a:gd name="connsiteX16" fmla="*/ 3023054 w 4990540"/>
                  <a:gd name="connsiteY16" fmla="*/ 3575671 h 4666282"/>
                  <a:gd name="connsiteX17" fmla="*/ 2924946 w 4990540"/>
                  <a:gd name="connsiteY17" fmla="*/ 3611866 h 4666282"/>
                  <a:gd name="connsiteX18" fmla="*/ 1684220 w 4990540"/>
                  <a:gd name="connsiteY18" fmla="*/ 4642756 h 4666282"/>
                  <a:gd name="connsiteX19" fmla="*/ 1649930 w 4990540"/>
                  <a:gd name="connsiteY19" fmla="*/ 4666283 h 4666282"/>
                  <a:gd name="connsiteX20" fmla="*/ 1858051 w 4990540"/>
                  <a:gd name="connsiteY20" fmla="*/ 4248612 h 4666282"/>
                  <a:gd name="connsiteX21" fmla="*/ 1898532 w 4990540"/>
                  <a:gd name="connsiteY21" fmla="*/ 4219465 h 4666282"/>
                  <a:gd name="connsiteX22" fmla="*/ 2864843 w 4990540"/>
                  <a:gd name="connsiteY22" fmla="*/ 3416984 h 4666282"/>
                  <a:gd name="connsiteX23" fmla="*/ 2950473 w 4990540"/>
                  <a:gd name="connsiteY23" fmla="*/ 3386218 h 4666282"/>
                  <a:gd name="connsiteX24" fmla="*/ 4412275 w 4990540"/>
                  <a:gd name="connsiteY24" fmla="*/ 3386885 h 4666282"/>
                  <a:gd name="connsiteX25" fmla="*/ 4802133 w 4990540"/>
                  <a:gd name="connsiteY25" fmla="*/ 2996551 h 4666282"/>
                  <a:gd name="connsiteX26" fmla="*/ 4802133 w 4990540"/>
                  <a:gd name="connsiteY26" fmla="*/ 577677 h 4666282"/>
                  <a:gd name="connsiteX27" fmla="*/ 4411037 w 4990540"/>
                  <a:gd name="connsiteY27" fmla="*/ 185914 h 4666282"/>
                  <a:gd name="connsiteX28" fmla="*/ 606656 w 4990540"/>
                  <a:gd name="connsiteY28" fmla="*/ 184770 h 4666282"/>
                  <a:gd name="connsiteX29" fmla="*/ 452351 w 4990540"/>
                  <a:gd name="connsiteY29" fmla="*/ 203916 h 4666282"/>
                  <a:gd name="connsiteX30" fmla="*/ 186794 w 4990540"/>
                  <a:gd name="connsiteY30" fmla="*/ 602442 h 4666282"/>
                  <a:gd name="connsiteX31" fmla="*/ 186509 w 4990540"/>
                  <a:gd name="connsiteY31" fmla="*/ 2992741 h 4666282"/>
                  <a:gd name="connsiteX32" fmla="*/ 584368 w 4990540"/>
                  <a:gd name="connsiteY32" fmla="*/ 3388790 h 4666282"/>
                  <a:gd name="connsiteX33" fmla="*/ 1836715 w 4990540"/>
                  <a:gd name="connsiteY33" fmla="*/ 3386980 h 4666282"/>
                  <a:gd name="connsiteX34" fmla="*/ 1870052 w 4990540"/>
                  <a:gd name="connsiteY34" fmla="*/ 3386885 h 4666282"/>
                  <a:gd name="connsiteX35" fmla="*/ 1896341 w 4990540"/>
                  <a:gd name="connsiteY35" fmla="*/ 3414793 h 4666282"/>
                  <a:gd name="connsiteX36" fmla="*/ 1872910 w 4990540"/>
                  <a:gd name="connsiteY36" fmla="*/ 3880376 h 4666282"/>
                  <a:gd name="connsiteX37" fmla="*/ 1858051 w 4990540"/>
                  <a:gd name="connsiteY37" fmla="*/ 4248517 h 4666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90540" h="4666282">
                    <a:moveTo>
                      <a:pt x="1649930" y="4666283"/>
                    </a:moveTo>
                    <a:cubicBezTo>
                      <a:pt x="1658407" y="4480927"/>
                      <a:pt x="1666503" y="4305190"/>
                      <a:pt x="1674504" y="4129359"/>
                    </a:cubicBezTo>
                    <a:cubicBezTo>
                      <a:pt x="1682410" y="3955051"/>
                      <a:pt x="1689649" y="3780744"/>
                      <a:pt x="1698793" y="3606532"/>
                    </a:cubicBezTo>
                    <a:cubicBezTo>
                      <a:pt x="1700793" y="3568051"/>
                      <a:pt x="1675933" y="3576718"/>
                      <a:pt x="1655549" y="3576623"/>
                    </a:cubicBezTo>
                    <a:cubicBezTo>
                      <a:pt x="1403137" y="3576433"/>
                      <a:pt x="1150724" y="3576623"/>
                      <a:pt x="898312" y="3576623"/>
                    </a:cubicBezTo>
                    <a:cubicBezTo>
                      <a:pt x="787155" y="3576623"/>
                      <a:pt x="676094" y="3577195"/>
                      <a:pt x="564937" y="3576433"/>
                    </a:cubicBezTo>
                    <a:cubicBezTo>
                      <a:pt x="215846" y="3573956"/>
                      <a:pt x="-1039" y="3291349"/>
                      <a:pt x="295" y="3013029"/>
                    </a:cubicBezTo>
                    <a:cubicBezTo>
                      <a:pt x="4295" y="2197117"/>
                      <a:pt x="4772" y="1381111"/>
                      <a:pt x="9" y="565199"/>
                    </a:cubicBezTo>
                    <a:cubicBezTo>
                      <a:pt x="-1610" y="288307"/>
                      <a:pt x="214988" y="1319"/>
                      <a:pt x="557888" y="747"/>
                    </a:cubicBezTo>
                    <a:cubicBezTo>
                      <a:pt x="1269120" y="-586"/>
                      <a:pt x="1980257" y="271"/>
                      <a:pt x="2691393" y="271"/>
                    </a:cubicBezTo>
                    <a:cubicBezTo>
                      <a:pt x="3267560" y="271"/>
                      <a:pt x="3843823" y="-110"/>
                      <a:pt x="4419990" y="462"/>
                    </a:cubicBezTo>
                    <a:cubicBezTo>
                      <a:pt x="4682499" y="747"/>
                      <a:pt x="4890239" y="153433"/>
                      <a:pt x="4967011" y="398797"/>
                    </a:cubicBezTo>
                    <a:cubicBezTo>
                      <a:pt x="4985299" y="457090"/>
                      <a:pt x="4988919" y="517002"/>
                      <a:pt x="4989014" y="577010"/>
                    </a:cubicBezTo>
                    <a:cubicBezTo>
                      <a:pt x="4989680" y="1383301"/>
                      <a:pt x="4988347" y="2189688"/>
                      <a:pt x="4990538" y="2995979"/>
                    </a:cubicBezTo>
                    <a:cubicBezTo>
                      <a:pt x="4991395" y="3301732"/>
                      <a:pt x="4790322" y="3510710"/>
                      <a:pt x="4554864" y="3561669"/>
                    </a:cubicBezTo>
                    <a:cubicBezTo>
                      <a:pt x="4510097" y="3571384"/>
                      <a:pt x="4464472" y="3576909"/>
                      <a:pt x="4418181" y="3576814"/>
                    </a:cubicBezTo>
                    <a:cubicBezTo>
                      <a:pt x="3953170" y="3576433"/>
                      <a:pt x="3488064" y="3577004"/>
                      <a:pt x="3023054" y="3575671"/>
                    </a:cubicBezTo>
                    <a:cubicBezTo>
                      <a:pt x="2983620" y="3575576"/>
                      <a:pt x="2954569" y="3587196"/>
                      <a:pt x="2924946" y="3611866"/>
                    </a:cubicBezTo>
                    <a:cubicBezTo>
                      <a:pt x="2511847" y="3956099"/>
                      <a:pt x="2097986" y="4299380"/>
                      <a:pt x="1684220" y="4642756"/>
                    </a:cubicBezTo>
                    <a:cubicBezTo>
                      <a:pt x="1676123" y="4649519"/>
                      <a:pt x="1666694" y="4654853"/>
                      <a:pt x="1649930" y="4666283"/>
                    </a:cubicBezTo>
                    <a:close/>
                    <a:moveTo>
                      <a:pt x="1858051" y="4248612"/>
                    </a:moveTo>
                    <a:cubicBezTo>
                      <a:pt x="1876529" y="4235372"/>
                      <a:pt x="1888150" y="4228133"/>
                      <a:pt x="1898532" y="4219465"/>
                    </a:cubicBezTo>
                    <a:cubicBezTo>
                      <a:pt x="2220858" y="3952194"/>
                      <a:pt x="2543184" y="3685018"/>
                      <a:pt x="2864843" y="3416984"/>
                    </a:cubicBezTo>
                    <a:cubicBezTo>
                      <a:pt x="2890751" y="3395362"/>
                      <a:pt x="2916469" y="3386218"/>
                      <a:pt x="2950473" y="3386218"/>
                    </a:cubicBezTo>
                    <a:cubicBezTo>
                      <a:pt x="3437772" y="3387266"/>
                      <a:pt x="3924976" y="3386980"/>
                      <a:pt x="4412275" y="3386885"/>
                    </a:cubicBezTo>
                    <a:cubicBezTo>
                      <a:pt x="4646971" y="3386885"/>
                      <a:pt x="4802038" y="3232009"/>
                      <a:pt x="4802133" y="2996551"/>
                    </a:cubicBezTo>
                    <a:cubicBezTo>
                      <a:pt x="4802419" y="2190259"/>
                      <a:pt x="4802324" y="1383968"/>
                      <a:pt x="4802133" y="577677"/>
                    </a:cubicBezTo>
                    <a:cubicBezTo>
                      <a:pt x="4802133" y="346315"/>
                      <a:pt x="4641637" y="186009"/>
                      <a:pt x="4411037" y="185914"/>
                    </a:cubicBezTo>
                    <a:cubicBezTo>
                      <a:pt x="3142878" y="185532"/>
                      <a:pt x="1874815" y="185152"/>
                      <a:pt x="606656" y="184770"/>
                    </a:cubicBezTo>
                    <a:cubicBezTo>
                      <a:pt x="554364" y="184770"/>
                      <a:pt x="502548" y="188390"/>
                      <a:pt x="452351" y="203916"/>
                    </a:cubicBezTo>
                    <a:cubicBezTo>
                      <a:pt x="280044" y="257256"/>
                      <a:pt x="186699" y="396511"/>
                      <a:pt x="186794" y="602442"/>
                    </a:cubicBezTo>
                    <a:cubicBezTo>
                      <a:pt x="186890" y="1399208"/>
                      <a:pt x="189747" y="2195974"/>
                      <a:pt x="186509" y="2992741"/>
                    </a:cubicBezTo>
                    <a:cubicBezTo>
                      <a:pt x="185556" y="3219817"/>
                      <a:pt x="357673" y="3392219"/>
                      <a:pt x="584368" y="3388790"/>
                    </a:cubicBezTo>
                    <a:cubicBezTo>
                      <a:pt x="1001753" y="3382408"/>
                      <a:pt x="1419234" y="3386980"/>
                      <a:pt x="1836715" y="3386980"/>
                    </a:cubicBezTo>
                    <a:cubicBezTo>
                      <a:pt x="1847859" y="3386980"/>
                      <a:pt x="1859003" y="3387742"/>
                      <a:pt x="1870052" y="3386885"/>
                    </a:cubicBezTo>
                    <a:cubicBezTo>
                      <a:pt x="1890817" y="3385361"/>
                      <a:pt x="1897484" y="3394029"/>
                      <a:pt x="1896341" y="3414793"/>
                    </a:cubicBezTo>
                    <a:cubicBezTo>
                      <a:pt x="1887959" y="3569955"/>
                      <a:pt x="1880054" y="3725213"/>
                      <a:pt x="1872910" y="3880376"/>
                    </a:cubicBezTo>
                    <a:cubicBezTo>
                      <a:pt x="1867385" y="4000105"/>
                      <a:pt x="1863194" y="4119834"/>
                      <a:pt x="1858051" y="4248517"/>
                    </a:cubicBezTo>
                    <a:close/>
                  </a:path>
                </a:pathLst>
              </a:custGeom>
              <a:solidFill>
                <a:schemeClr val="tx1"/>
              </a:solidFill>
              <a:ln w="9525"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30A75C4-23B0-E1A6-AEBF-10FFE8515631}"/>
                  </a:ext>
                </a:extLst>
              </p:cNvPr>
              <p:cNvSpPr/>
              <p:nvPr/>
            </p:nvSpPr>
            <p:spPr>
              <a:xfrm>
                <a:off x="4720958" y="2633915"/>
                <a:ext cx="596978" cy="596883"/>
              </a:xfrm>
              <a:custGeom>
                <a:avLst/>
                <a:gdLst>
                  <a:gd name="connsiteX0" fmla="*/ 596945 w 596978"/>
                  <a:gd name="connsiteY0" fmla="*/ 303690 h 596883"/>
                  <a:gd name="connsiteX1" fmla="*/ 296336 w 596978"/>
                  <a:gd name="connsiteY1" fmla="*/ 596870 h 596883"/>
                  <a:gd name="connsiteX2" fmla="*/ 13 w 596978"/>
                  <a:gd name="connsiteY2" fmla="*/ 298737 h 596883"/>
                  <a:gd name="connsiteX3" fmla="*/ 301384 w 596978"/>
                  <a:gd name="connsiteY3" fmla="*/ 33 h 596883"/>
                  <a:gd name="connsiteX4" fmla="*/ 596945 w 596978"/>
                  <a:gd name="connsiteY4" fmla="*/ 303785 h 596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978" h="596883">
                    <a:moveTo>
                      <a:pt x="596945" y="303690"/>
                    </a:moveTo>
                    <a:cubicBezTo>
                      <a:pt x="591325" y="460186"/>
                      <a:pt x="477977" y="595060"/>
                      <a:pt x="296336" y="596870"/>
                    </a:cubicBezTo>
                    <a:cubicBezTo>
                      <a:pt x="132506" y="598489"/>
                      <a:pt x="-1511" y="458567"/>
                      <a:pt x="13" y="298737"/>
                    </a:cubicBezTo>
                    <a:cubicBezTo>
                      <a:pt x="1632" y="134526"/>
                      <a:pt x="139840" y="-2443"/>
                      <a:pt x="301384" y="33"/>
                    </a:cubicBezTo>
                    <a:cubicBezTo>
                      <a:pt x="465976" y="2510"/>
                      <a:pt x="599421" y="139574"/>
                      <a:pt x="596945" y="303785"/>
                    </a:cubicBezTo>
                    <a:close/>
                  </a:path>
                </a:pathLst>
              </a:custGeom>
              <a:solidFill>
                <a:schemeClr val="accent1"/>
              </a:solidFill>
              <a:ln w="9525"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70E02F90-9D0A-2A31-65C9-1C01FE794409}"/>
                  </a:ext>
                </a:extLst>
              </p:cNvPr>
              <p:cNvSpPr/>
              <p:nvPr/>
            </p:nvSpPr>
            <p:spPr>
              <a:xfrm>
                <a:off x="5796675" y="2633930"/>
                <a:ext cx="596789" cy="595901"/>
              </a:xfrm>
              <a:custGeom>
                <a:avLst/>
                <a:gdLst>
                  <a:gd name="connsiteX0" fmla="*/ 596790 w 596789"/>
                  <a:gd name="connsiteY0" fmla="*/ 298912 h 595901"/>
                  <a:gd name="connsiteX1" fmla="*/ 301229 w 596789"/>
                  <a:gd name="connsiteY1" fmla="*/ 595902 h 595901"/>
                  <a:gd name="connsiteX2" fmla="*/ 49 w 596789"/>
                  <a:gd name="connsiteY2" fmla="*/ 294055 h 595901"/>
                  <a:gd name="connsiteX3" fmla="*/ 296562 w 596789"/>
                  <a:gd name="connsiteY3" fmla="*/ 18 h 595901"/>
                  <a:gd name="connsiteX4" fmla="*/ 596790 w 596789"/>
                  <a:gd name="connsiteY4" fmla="*/ 298912 h 595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89" h="595901">
                    <a:moveTo>
                      <a:pt x="596790" y="298912"/>
                    </a:moveTo>
                    <a:cubicBezTo>
                      <a:pt x="592980" y="462647"/>
                      <a:pt x="476965" y="595997"/>
                      <a:pt x="301229" y="595902"/>
                    </a:cubicBezTo>
                    <a:cubicBezTo>
                      <a:pt x="118921" y="595807"/>
                      <a:pt x="3382" y="464362"/>
                      <a:pt x="49" y="294055"/>
                    </a:cubicBezTo>
                    <a:cubicBezTo>
                      <a:pt x="-2999" y="137845"/>
                      <a:pt x="137685" y="1828"/>
                      <a:pt x="296562" y="18"/>
                    </a:cubicBezTo>
                    <a:cubicBezTo>
                      <a:pt x="460011" y="-1792"/>
                      <a:pt x="596409" y="134035"/>
                      <a:pt x="596790" y="298912"/>
                    </a:cubicBezTo>
                    <a:close/>
                  </a:path>
                </a:pathLst>
              </a:custGeom>
              <a:solidFill>
                <a:schemeClr val="accent1"/>
              </a:solidFill>
              <a:ln w="9525"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4308A9D3-4A31-E132-B99F-63BD65872F15}"/>
                  </a:ext>
                </a:extLst>
              </p:cNvPr>
              <p:cNvSpPr/>
              <p:nvPr/>
            </p:nvSpPr>
            <p:spPr>
              <a:xfrm>
                <a:off x="6873279" y="2634036"/>
                <a:ext cx="596320" cy="595911"/>
              </a:xfrm>
              <a:custGeom>
                <a:avLst/>
                <a:gdLst>
                  <a:gd name="connsiteX0" fmla="*/ 596226 w 596320"/>
                  <a:gd name="connsiteY0" fmla="*/ 299283 h 595911"/>
                  <a:gd name="connsiteX1" fmla="*/ 300188 w 596320"/>
                  <a:gd name="connsiteY1" fmla="*/ 595891 h 595911"/>
                  <a:gd name="connsiteX2" fmla="*/ 56 w 596320"/>
                  <a:gd name="connsiteY2" fmla="*/ 298330 h 595911"/>
                  <a:gd name="connsiteX3" fmla="*/ 296283 w 596320"/>
                  <a:gd name="connsiteY3" fmla="*/ 7 h 595911"/>
                  <a:gd name="connsiteX4" fmla="*/ 596321 w 596320"/>
                  <a:gd name="connsiteY4" fmla="*/ 299378 h 59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320" h="595911">
                    <a:moveTo>
                      <a:pt x="596226" y="299283"/>
                    </a:moveTo>
                    <a:cubicBezTo>
                      <a:pt x="592130" y="447873"/>
                      <a:pt x="491546" y="593796"/>
                      <a:pt x="300188" y="595891"/>
                    </a:cubicBezTo>
                    <a:cubicBezTo>
                      <a:pt x="125595" y="597796"/>
                      <a:pt x="3389" y="467875"/>
                      <a:pt x="56" y="298330"/>
                    </a:cubicBezTo>
                    <a:cubicBezTo>
                      <a:pt x="-3183" y="137548"/>
                      <a:pt x="135501" y="1150"/>
                      <a:pt x="296283" y="7"/>
                    </a:cubicBezTo>
                    <a:cubicBezTo>
                      <a:pt x="459732" y="-1136"/>
                      <a:pt x="596035" y="134786"/>
                      <a:pt x="596321" y="299378"/>
                    </a:cubicBezTo>
                    <a:close/>
                  </a:path>
                </a:pathLst>
              </a:custGeom>
              <a:solidFill>
                <a:schemeClr val="accent1"/>
              </a:solidFill>
              <a:ln w="9525" cap="flat">
                <a:noFill/>
                <a:prstDash val="solid"/>
                <a:miter/>
              </a:ln>
            </p:spPr>
            <p:txBody>
              <a:bodyPr rtlCol="0" anchor="ctr"/>
              <a:lstStyle/>
              <a:p>
                <a:endParaRPr lang="en-IN"/>
              </a:p>
            </p:txBody>
          </p:sp>
        </p:grpSp>
        <p:cxnSp>
          <p:nvCxnSpPr>
            <p:cNvPr id="78" name="Straight Connector 77">
              <a:extLst>
                <a:ext uri="{FF2B5EF4-FFF2-40B4-BE49-F238E27FC236}">
                  <a16:creationId xmlns:a16="http://schemas.microsoft.com/office/drawing/2014/main" id="{C67FC6D9-6199-60F0-D06C-8EB8872BBA02}"/>
                </a:ext>
              </a:extLst>
            </p:cNvPr>
            <p:cNvCxnSpPr>
              <a:cxnSpLocks/>
            </p:cNvCxnSpPr>
            <p:nvPr/>
          </p:nvCxnSpPr>
          <p:spPr>
            <a:xfrm rot="1800000">
              <a:off x="10882835" y="5352224"/>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D676EC-8DBE-FC0F-D69A-C4FB417EDA67}"/>
                </a:ext>
              </a:extLst>
            </p:cNvPr>
            <p:cNvCxnSpPr>
              <a:cxnSpLocks/>
            </p:cNvCxnSpPr>
            <p:nvPr/>
          </p:nvCxnSpPr>
          <p:spPr>
            <a:xfrm rot="1800000">
              <a:off x="10854315" y="4955135"/>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338F3A1-9233-49B4-7CCB-25092758E693}"/>
                </a:ext>
              </a:extLst>
            </p:cNvPr>
            <p:cNvCxnSpPr>
              <a:cxnSpLocks/>
            </p:cNvCxnSpPr>
            <p:nvPr/>
          </p:nvCxnSpPr>
          <p:spPr>
            <a:xfrm rot="1800000">
              <a:off x="10459467" y="4929690"/>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D7B22D0D-94E0-FD28-D7DA-5ABD0D87E0BB}"/>
              </a:ext>
            </a:extLst>
          </p:cNvPr>
          <p:cNvSpPr/>
          <p:nvPr/>
        </p:nvSpPr>
        <p:spPr>
          <a:xfrm>
            <a:off x="1368607" y="3498835"/>
            <a:ext cx="7756229" cy="499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chemeClr val="bg2"/>
                </a:solidFill>
              </a:rPr>
              <a:t>I should be </a:t>
            </a:r>
            <a:r>
              <a:rPr lang="en-GB" sz="1400" b="1">
                <a:solidFill>
                  <a:schemeClr val="bg2"/>
                </a:solidFill>
              </a:rPr>
              <a:t>able to read through the straplines </a:t>
            </a:r>
            <a:r>
              <a:rPr lang="en-GB" sz="1400">
                <a:solidFill>
                  <a:schemeClr val="bg2"/>
                </a:solidFill>
              </a:rPr>
              <a:t>(only), and get the story of a pack</a:t>
            </a:r>
          </a:p>
        </p:txBody>
      </p:sp>
      <p:grpSp>
        <p:nvGrpSpPr>
          <p:cNvPr id="85" name="Group 84">
            <a:extLst>
              <a:ext uri="{FF2B5EF4-FFF2-40B4-BE49-F238E27FC236}">
                <a16:creationId xmlns:a16="http://schemas.microsoft.com/office/drawing/2014/main" id="{A4519CA3-8671-5FE8-3E5C-3ECCF7983949}"/>
              </a:ext>
            </a:extLst>
          </p:cNvPr>
          <p:cNvGrpSpPr/>
          <p:nvPr/>
        </p:nvGrpSpPr>
        <p:grpSpPr>
          <a:xfrm>
            <a:off x="711080" y="3412915"/>
            <a:ext cx="439887" cy="671294"/>
            <a:chOff x="10426431" y="4929690"/>
            <a:chExt cx="483876" cy="738423"/>
          </a:xfrm>
        </p:grpSpPr>
        <p:grpSp>
          <p:nvGrpSpPr>
            <p:cNvPr id="86" name="Group 85">
              <a:extLst>
                <a:ext uri="{FF2B5EF4-FFF2-40B4-BE49-F238E27FC236}">
                  <a16:creationId xmlns:a16="http://schemas.microsoft.com/office/drawing/2014/main" id="{053122F9-89D9-683A-263E-3FBDFFA8297B}"/>
                </a:ext>
              </a:extLst>
            </p:cNvPr>
            <p:cNvGrpSpPr/>
            <p:nvPr/>
          </p:nvGrpSpPr>
          <p:grpSpPr>
            <a:xfrm rot="1800000">
              <a:off x="10426431" y="5068636"/>
              <a:ext cx="483876" cy="452436"/>
              <a:chOff x="3600440" y="1095389"/>
              <a:chExt cx="4990540" cy="4666282"/>
            </a:xfrm>
          </p:grpSpPr>
          <p:sp>
            <p:nvSpPr>
              <p:cNvPr id="90" name="Freeform: Shape 89">
                <a:extLst>
                  <a:ext uri="{FF2B5EF4-FFF2-40B4-BE49-F238E27FC236}">
                    <a16:creationId xmlns:a16="http://schemas.microsoft.com/office/drawing/2014/main" id="{56E3920C-932C-E235-0138-CD11015178D5}"/>
                  </a:ext>
                </a:extLst>
              </p:cNvPr>
              <p:cNvSpPr/>
              <p:nvPr/>
            </p:nvSpPr>
            <p:spPr>
              <a:xfrm>
                <a:off x="3600440" y="1095389"/>
                <a:ext cx="4990540" cy="4666282"/>
              </a:xfrm>
              <a:custGeom>
                <a:avLst/>
                <a:gdLst>
                  <a:gd name="connsiteX0" fmla="*/ 1649930 w 4990540"/>
                  <a:gd name="connsiteY0" fmla="*/ 4666283 h 4666282"/>
                  <a:gd name="connsiteX1" fmla="*/ 1674504 w 4990540"/>
                  <a:gd name="connsiteY1" fmla="*/ 4129359 h 4666282"/>
                  <a:gd name="connsiteX2" fmla="*/ 1698793 w 4990540"/>
                  <a:gd name="connsiteY2" fmla="*/ 3606532 h 4666282"/>
                  <a:gd name="connsiteX3" fmla="*/ 1655549 w 4990540"/>
                  <a:gd name="connsiteY3" fmla="*/ 3576623 h 4666282"/>
                  <a:gd name="connsiteX4" fmla="*/ 898312 w 4990540"/>
                  <a:gd name="connsiteY4" fmla="*/ 3576623 h 4666282"/>
                  <a:gd name="connsiteX5" fmla="*/ 564937 w 4990540"/>
                  <a:gd name="connsiteY5" fmla="*/ 3576433 h 4666282"/>
                  <a:gd name="connsiteX6" fmla="*/ 295 w 4990540"/>
                  <a:gd name="connsiteY6" fmla="*/ 3013029 h 4666282"/>
                  <a:gd name="connsiteX7" fmla="*/ 9 w 4990540"/>
                  <a:gd name="connsiteY7" fmla="*/ 565199 h 4666282"/>
                  <a:gd name="connsiteX8" fmla="*/ 557888 w 4990540"/>
                  <a:gd name="connsiteY8" fmla="*/ 747 h 4666282"/>
                  <a:gd name="connsiteX9" fmla="*/ 2691393 w 4990540"/>
                  <a:gd name="connsiteY9" fmla="*/ 271 h 4666282"/>
                  <a:gd name="connsiteX10" fmla="*/ 4419990 w 4990540"/>
                  <a:gd name="connsiteY10" fmla="*/ 462 h 4666282"/>
                  <a:gd name="connsiteX11" fmla="*/ 4967011 w 4990540"/>
                  <a:gd name="connsiteY11" fmla="*/ 398797 h 4666282"/>
                  <a:gd name="connsiteX12" fmla="*/ 4989014 w 4990540"/>
                  <a:gd name="connsiteY12" fmla="*/ 577010 h 4666282"/>
                  <a:gd name="connsiteX13" fmla="*/ 4990538 w 4990540"/>
                  <a:gd name="connsiteY13" fmla="*/ 2995979 h 4666282"/>
                  <a:gd name="connsiteX14" fmla="*/ 4554864 w 4990540"/>
                  <a:gd name="connsiteY14" fmla="*/ 3561669 h 4666282"/>
                  <a:gd name="connsiteX15" fmla="*/ 4418181 w 4990540"/>
                  <a:gd name="connsiteY15" fmla="*/ 3576814 h 4666282"/>
                  <a:gd name="connsiteX16" fmla="*/ 3023054 w 4990540"/>
                  <a:gd name="connsiteY16" fmla="*/ 3575671 h 4666282"/>
                  <a:gd name="connsiteX17" fmla="*/ 2924946 w 4990540"/>
                  <a:gd name="connsiteY17" fmla="*/ 3611866 h 4666282"/>
                  <a:gd name="connsiteX18" fmla="*/ 1684220 w 4990540"/>
                  <a:gd name="connsiteY18" fmla="*/ 4642756 h 4666282"/>
                  <a:gd name="connsiteX19" fmla="*/ 1649930 w 4990540"/>
                  <a:gd name="connsiteY19" fmla="*/ 4666283 h 4666282"/>
                  <a:gd name="connsiteX20" fmla="*/ 1858051 w 4990540"/>
                  <a:gd name="connsiteY20" fmla="*/ 4248612 h 4666282"/>
                  <a:gd name="connsiteX21" fmla="*/ 1898532 w 4990540"/>
                  <a:gd name="connsiteY21" fmla="*/ 4219465 h 4666282"/>
                  <a:gd name="connsiteX22" fmla="*/ 2864843 w 4990540"/>
                  <a:gd name="connsiteY22" fmla="*/ 3416984 h 4666282"/>
                  <a:gd name="connsiteX23" fmla="*/ 2950473 w 4990540"/>
                  <a:gd name="connsiteY23" fmla="*/ 3386218 h 4666282"/>
                  <a:gd name="connsiteX24" fmla="*/ 4412275 w 4990540"/>
                  <a:gd name="connsiteY24" fmla="*/ 3386885 h 4666282"/>
                  <a:gd name="connsiteX25" fmla="*/ 4802133 w 4990540"/>
                  <a:gd name="connsiteY25" fmla="*/ 2996551 h 4666282"/>
                  <a:gd name="connsiteX26" fmla="*/ 4802133 w 4990540"/>
                  <a:gd name="connsiteY26" fmla="*/ 577677 h 4666282"/>
                  <a:gd name="connsiteX27" fmla="*/ 4411037 w 4990540"/>
                  <a:gd name="connsiteY27" fmla="*/ 185914 h 4666282"/>
                  <a:gd name="connsiteX28" fmla="*/ 606656 w 4990540"/>
                  <a:gd name="connsiteY28" fmla="*/ 184770 h 4666282"/>
                  <a:gd name="connsiteX29" fmla="*/ 452351 w 4990540"/>
                  <a:gd name="connsiteY29" fmla="*/ 203916 h 4666282"/>
                  <a:gd name="connsiteX30" fmla="*/ 186794 w 4990540"/>
                  <a:gd name="connsiteY30" fmla="*/ 602442 h 4666282"/>
                  <a:gd name="connsiteX31" fmla="*/ 186509 w 4990540"/>
                  <a:gd name="connsiteY31" fmla="*/ 2992741 h 4666282"/>
                  <a:gd name="connsiteX32" fmla="*/ 584368 w 4990540"/>
                  <a:gd name="connsiteY32" fmla="*/ 3388790 h 4666282"/>
                  <a:gd name="connsiteX33" fmla="*/ 1836715 w 4990540"/>
                  <a:gd name="connsiteY33" fmla="*/ 3386980 h 4666282"/>
                  <a:gd name="connsiteX34" fmla="*/ 1870052 w 4990540"/>
                  <a:gd name="connsiteY34" fmla="*/ 3386885 h 4666282"/>
                  <a:gd name="connsiteX35" fmla="*/ 1896341 w 4990540"/>
                  <a:gd name="connsiteY35" fmla="*/ 3414793 h 4666282"/>
                  <a:gd name="connsiteX36" fmla="*/ 1872910 w 4990540"/>
                  <a:gd name="connsiteY36" fmla="*/ 3880376 h 4666282"/>
                  <a:gd name="connsiteX37" fmla="*/ 1858051 w 4990540"/>
                  <a:gd name="connsiteY37" fmla="*/ 4248517 h 4666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90540" h="4666282">
                    <a:moveTo>
                      <a:pt x="1649930" y="4666283"/>
                    </a:moveTo>
                    <a:cubicBezTo>
                      <a:pt x="1658407" y="4480927"/>
                      <a:pt x="1666503" y="4305190"/>
                      <a:pt x="1674504" y="4129359"/>
                    </a:cubicBezTo>
                    <a:cubicBezTo>
                      <a:pt x="1682410" y="3955051"/>
                      <a:pt x="1689649" y="3780744"/>
                      <a:pt x="1698793" y="3606532"/>
                    </a:cubicBezTo>
                    <a:cubicBezTo>
                      <a:pt x="1700793" y="3568051"/>
                      <a:pt x="1675933" y="3576718"/>
                      <a:pt x="1655549" y="3576623"/>
                    </a:cubicBezTo>
                    <a:cubicBezTo>
                      <a:pt x="1403137" y="3576433"/>
                      <a:pt x="1150724" y="3576623"/>
                      <a:pt x="898312" y="3576623"/>
                    </a:cubicBezTo>
                    <a:cubicBezTo>
                      <a:pt x="787155" y="3576623"/>
                      <a:pt x="676094" y="3577195"/>
                      <a:pt x="564937" y="3576433"/>
                    </a:cubicBezTo>
                    <a:cubicBezTo>
                      <a:pt x="215846" y="3573956"/>
                      <a:pt x="-1039" y="3291349"/>
                      <a:pt x="295" y="3013029"/>
                    </a:cubicBezTo>
                    <a:cubicBezTo>
                      <a:pt x="4295" y="2197117"/>
                      <a:pt x="4772" y="1381111"/>
                      <a:pt x="9" y="565199"/>
                    </a:cubicBezTo>
                    <a:cubicBezTo>
                      <a:pt x="-1610" y="288307"/>
                      <a:pt x="214988" y="1319"/>
                      <a:pt x="557888" y="747"/>
                    </a:cubicBezTo>
                    <a:cubicBezTo>
                      <a:pt x="1269120" y="-586"/>
                      <a:pt x="1980257" y="271"/>
                      <a:pt x="2691393" y="271"/>
                    </a:cubicBezTo>
                    <a:cubicBezTo>
                      <a:pt x="3267560" y="271"/>
                      <a:pt x="3843823" y="-110"/>
                      <a:pt x="4419990" y="462"/>
                    </a:cubicBezTo>
                    <a:cubicBezTo>
                      <a:pt x="4682499" y="747"/>
                      <a:pt x="4890239" y="153433"/>
                      <a:pt x="4967011" y="398797"/>
                    </a:cubicBezTo>
                    <a:cubicBezTo>
                      <a:pt x="4985299" y="457090"/>
                      <a:pt x="4988919" y="517002"/>
                      <a:pt x="4989014" y="577010"/>
                    </a:cubicBezTo>
                    <a:cubicBezTo>
                      <a:pt x="4989680" y="1383301"/>
                      <a:pt x="4988347" y="2189688"/>
                      <a:pt x="4990538" y="2995979"/>
                    </a:cubicBezTo>
                    <a:cubicBezTo>
                      <a:pt x="4991395" y="3301732"/>
                      <a:pt x="4790322" y="3510710"/>
                      <a:pt x="4554864" y="3561669"/>
                    </a:cubicBezTo>
                    <a:cubicBezTo>
                      <a:pt x="4510097" y="3571384"/>
                      <a:pt x="4464472" y="3576909"/>
                      <a:pt x="4418181" y="3576814"/>
                    </a:cubicBezTo>
                    <a:cubicBezTo>
                      <a:pt x="3953170" y="3576433"/>
                      <a:pt x="3488064" y="3577004"/>
                      <a:pt x="3023054" y="3575671"/>
                    </a:cubicBezTo>
                    <a:cubicBezTo>
                      <a:pt x="2983620" y="3575576"/>
                      <a:pt x="2954569" y="3587196"/>
                      <a:pt x="2924946" y="3611866"/>
                    </a:cubicBezTo>
                    <a:cubicBezTo>
                      <a:pt x="2511847" y="3956099"/>
                      <a:pt x="2097986" y="4299380"/>
                      <a:pt x="1684220" y="4642756"/>
                    </a:cubicBezTo>
                    <a:cubicBezTo>
                      <a:pt x="1676123" y="4649519"/>
                      <a:pt x="1666694" y="4654853"/>
                      <a:pt x="1649930" y="4666283"/>
                    </a:cubicBezTo>
                    <a:close/>
                    <a:moveTo>
                      <a:pt x="1858051" y="4248612"/>
                    </a:moveTo>
                    <a:cubicBezTo>
                      <a:pt x="1876529" y="4235372"/>
                      <a:pt x="1888150" y="4228133"/>
                      <a:pt x="1898532" y="4219465"/>
                    </a:cubicBezTo>
                    <a:cubicBezTo>
                      <a:pt x="2220858" y="3952194"/>
                      <a:pt x="2543184" y="3685018"/>
                      <a:pt x="2864843" y="3416984"/>
                    </a:cubicBezTo>
                    <a:cubicBezTo>
                      <a:pt x="2890751" y="3395362"/>
                      <a:pt x="2916469" y="3386218"/>
                      <a:pt x="2950473" y="3386218"/>
                    </a:cubicBezTo>
                    <a:cubicBezTo>
                      <a:pt x="3437772" y="3387266"/>
                      <a:pt x="3924976" y="3386980"/>
                      <a:pt x="4412275" y="3386885"/>
                    </a:cubicBezTo>
                    <a:cubicBezTo>
                      <a:pt x="4646971" y="3386885"/>
                      <a:pt x="4802038" y="3232009"/>
                      <a:pt x="4802133" y="2996551"/>
                    </a:cubicBezTo>
                    <a:cubicBezTo>
                      <a:pt x="4802419" y="2190259"/>
                      <a:pt x="4802324" y="1383968"/>
                      <a:pt x="4802133" y="577677"/>
                    </a:cubicBezTo>
                    <a:cubicBezTo>
                      <a:pt x="4802133" y="346315"/>
                      <a:pt x="4641637" y="186009"/>
                      <a:pt x="4411037" y="185914"/>
                    </a:cubicBezTo>
                    <a:cubicBezTo>
                      <a:pt x="3142878" y="185532"/>
                      <a:pt x="1874815" y="185152"/>
                      <a:pt x="606656" y="184770"/>
                    </a:cubicBezTo>
                    <a:cubicBezTo>
                      <a:pt x="554364" y="184770"/>
                      <a:pt x="502548" y="188390"/>
                      <a:pt x="452351" y="203916"/>
                    </a:cubicBezTo>
                    <a:cubicBezTo>
                      <a:pt x="280044" y="257256"/>
                      <a:pt x="186699" y="396511"/>
                      <a:pt x="186794" y="602442"/>
                    </a:cubicBezTo>
                    <a:cubicBezTo>
                      <a:pt x="186890" y="1399208"/>
                      <a:pt x="189747" y="2195974"/>
                      <a:pt x="186509" y="2992741"/>
                    </a:cubicBezTo>
                    <a:cubicBezTo>
                      <a:pt x="185556" y="3219817"/>
                      <a:pt x="357673" y="3392219"/>
                      <a:pt x="584368" y="3388790"/>
                    </a:cubicBezTo>
                    <a:cubicBezTo>
                      <a:pt x="1001753" y="3382408"/>
                      <a:pt x="1419234" y="3386980"/>
                      <a:pt x="1836715" y="3386980"/>
                    </a:cubicBezTo>
                    <a:cubicBezTo>
                      <a:pt x="1847859" y="3386980"/>
                      <a:pt x="1859003" y="3387742"/>
                      <a:pt x="1870052" y="3386885"/>
                    </a:cubicBezTo>
                    <a:cubicBezTo>
                      <a:pt x="1890817" y="3385361"/>
                      <a:pt x="1897484" y="3394029"/>
                      <a:pt x="1896341" y="3414793"/>
                    </a:cubicBezTo>
                    <a:cubicBezTo>
                      <a:pt x="1887959" y="3569955"/>
                      <a:pt x="1880054" y="3725213"/>
                      <a:pt x="1872910" y="3880376"/>
                    </a:cubicBezTo>
                    <a:cubicBezTo>
                      <a:pt x="1867385" y="4000105"/>
                      <a:pt x="1863194" y="4119834"/>
                      <a:pt x="1858051" y="4248517"/>
                    </a:cubicBezTo>
                    <a:close/>
                  </a:path>
                </a:pathLst>
              </a:custGeom>
              <a:solidFill>
                <a:schemeClr val="tx1"/>
              </a:solidFill>
              <a:ln w="952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31B1356C-877B-83CB-A30C-9B4ECCF7556B}"/>
                  </a:ext>
                </a:extLst>
              </p:cNvPr>
              <p:cNvSpPr/>
              <p:nvPr/>
            </p:nvSpPr>
            <p:spPr>
              <a:xfrm>
                <a:off x="4720958" y="2633915"/>
                <a:ext cx="596978" cy="596883"/>
              </a:xfrm>
              <a:custGeom>
                <a:avLst/>
                <a:gdLst>
                  <a:gd name="connsiteX0" fmla="*/ 596945 w 596978"/>
                  <a:gd name="connsiteY0" fmla="*/ 303690 h 596883"/>
                  <a:gd name="connsiteX1" fmla="*/ 296336 w 596978"/>
                  <a:gd name="connsiteY1" fmla="*/ 596870 h 596883"/>
                  <a:gd name="connsiteX2" fmla="*/ 13 w 596978"/>
                  <a:gd name="connsiteY2" fmla="*/ 298737 h 596883"/>
                  <a:gd name="connsiteX3" fmla="*/ 301384 w 596978"/>
                  <a:gd name="connsiteY3" fmla="*/ 33 h 596883"/>
                  <a:gd name="connsiteX4" fmla="*/ 596945 w 596978"/>
                  <a:gd name="connsiteY4" fmla="*/ 303785 h 596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978" h="596883">
                    <a:moveTo>
                      <a:pt x="596945" y="303690"/>
                    </a:moveTo>
                    <a:cubicBezTo>
                      <a:pt x="591325" y="460186"/>
                      <a:pt x="477977" y="595060"/>
                      <a:pt x="296336" y="596870"/>
                    </a:cubicBezTo>
                    <a:cubicBezTo>
                      <a:pt x="132506" y="598489"/>
                      <a:pt x="-1511" y="458567"/>
                      <a:pt x="13" y="298737"/>
                    </a:cubicBezTo>
                    <a:cubicBezTo>
                      <a:pt x="1632" y="134526"/>
                      <a:pt x="139840" y="-2443"/>
                      <a:pt x="301384" y="33"/>
                    </a:cubicBezTo>
                    <a:cubicBezTo>
                      <a:pt x="465976" y="2510"/>
                      <a:pt x="599421" y="139574"/>
                      <a:pt x="596945" y="303785"/>
                    </a:cubicBezTo>
                    <a:close/>
                  </a:path>
                </a:pathLst>
              </a:custGeom>
              <a:solidFill>
                <a:schemeClr val="accent1"/>
              </a:solidFill>
              <a:ln w="9525"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E987F4F2-F77B-2FD6-1CEA-F9DD9429AFB8}"/>
                  </a:ext>
                </a:extLst>
              </p:cNvPr>
              <p:cNvSpPr/>
              <p:nvPr/>
            </p:nvSpPr>
            <p:spPr>
              <a:xfrm>
                <a:off x="5796675" y="2633930"/>
                <a:ext cx="596789" cy="595901"/>
              </a:xfrm>
              <a:custGeom>
                <a:avLst/>
                <a:gdLst>
                  <a:gd name="connsiteX0" fmla="*/ 596790 w 596789"/>
                  <a:gd name="connsiteY0" fmla="*/ 298912 h 595901"/>
                  <a:gd name="connsiteX1" fmla="*/ 301229 w 596789"/>
                  <a:gd name="connsiteY1" fmla="*/ 595902 h 595901"/>
                  <a:gd name="connsiteX2" fmla="*/ 49 w 596789"/>
                  <a:gd name="connsiteY2" fmla="*/ 294055 h 595901"/>
                  <a:gd name="connsiteX3" fmla="*/ 296562 w 596789"/>
                  <a:gd name="connsiteY3" fmla="*/ 18 h 595901"/>
                  <a:gd name="connsiteX4" fmla="*/ 596790 w 596789"/>
                  <a:gd name="connsiteY4" fmla="*/ 298912 h 595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89" h="595901">
                    <a:moveTo>
                      <a:pt x="596790" y="298912"/>
                    </a:moveTo>
                    <a:cubicBezTo>
                      <a:pt x="592980" y="462647"/>
                      <a:pt x="476965" y="595997"/>
                      <a:pt x="301229" y="595902"/>
                    </a:cubicBezTo>
                    <a:cubicBezTo>
                      <a:pt x="118921" y="595807"/>
                      <a:pt x="3382" y="464362"/>
                      <a:pt x="49" y="294055"/>
                    </a:cubicBezTo>
                    <a:cubicBezTo>
                      <a:pt x="-2999" y="137845"/>
                      <a:pt x="137685" y="1828"/>
                      <a:pt x="296562" y="18"/>
                    </a:cubicBezTo>
                    <a:cubicBezTo>
                      <a:pt x="460011" y="-1792"/>
                      <a:pt x="596409" y="134035"/>
                      <a:pt x="596790" y="298912"/>
                    </a:cubicBezTo>
                    <a:close/>
                  </a:path>
                </a:pathLst>
              </a:custGeom>
              <a:solidFill>
                <a:schemeClr val="accent1"/>
              </a:solidFill>
              <a:ln w="9525"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49D3CD92-78D4-9BAC-FDE0-4923D399D4C3}"/>
                  </a:ext>
                </a:extLst>
              </p:cNvPr>
              <p:cNvSpPr/>
              <p:nvPr/>
            </p:nvSpPr>
            <p:spPr>
              <a:xfrm>
                <a:off x="6873279" y="2634036"/>
                <a:ext cx="596320" cy="595911"/>
              </a:xfrm>
              <a:custGeom>
                <a:avLst/>
                <a:gdLst>
                  <a:gd name="connsiteX0" fmla="*/ 596226 w 596320"/>
                  <a:gd name="connsiteY0" fmla="*/ 299283 h 595911"/>
                  <a:gd name="connsiteX1" fmla="*/ 300188 w 596320"/>
                  <a:gd name="connsiteY1" fmla="*/ 595891 h 595911"/>
                  <a:gd name="connsiteX2" fmla="*/ 56 w 596320"/>
                  <a:gd name="connsiteY2" fmla="*/ 298330 h 595911"/>
                  <a:gd name="connsiteX3" fmla="*/ 296283 w 596320"/>
                  <a:gd name="connsiteY3" fmla="*/ 7 h 595911"/>
                  <a:gd name="connsiteX4" fmla="*/ 596321 w 596320"/>
                  <a:gd name="connsiteY4" fmla="*/ 299378 h 59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320" h="595911">
                    <a:moveTo>
                      <a:pt x="596226" y="299283"/>
                    </a:moveTo>
                    <a:cubicBezTo>
                      <a:pt x="592130" y="447873"/>
                      <a:pt x="491546" y="593796"/>
                      <a:pt x="300188" y="595891"/>
                    </a:cubicBezTo>
                    <a:cubicBezTo>
                      <a:pt x="125595" y="597796"/>
                      <a:pt x="3389" y="467875"/>
                      <a:pt x="56" y="298330"/>
                    </a:cubicBezTo>
                    <a:cubicBezTo>
                      <a:pt x="-3183" y="137548"/>
                      <a:pt x="135501" y="1150"/>
                      <a:pt x="296283" y="7"/>
                    </a:cubicBezTo>
                    <a:cubicBezTo>
                      <a:pt x="459732" y="-1136"/>
                      <a:pt x="596035" y="134786"/>
                      <a:pt x="596321" y="299378"/>
                    </a:cubicBezTo>
                    <a:close/>
                  </a:path>
                </a:pathLst>
              </a:custGeom>
              <a:solidFill>
                <a:schemeClr val="accent1"/>
              </a:solidFill>
              <a:ln w="9525" cap="flat">
                <a:noFill/>
                <a:prstDash val="solid"/>
                <a:miter/>
              </a:ln>
            </p:spPr>
            <p:txBody>
              <a:bodyPr rtlCol="0" anchor="ctr"/>
              <a:lstStyle/>
              <a:p>
                <a:endParaRPr lang="en-IN"/>
              </a:p>
            </p:txBody>
          </p:sp>
        </p:grpSp>
        <p:cxnSp>
          <p:nvCxnSpPr>
            <p:cNvPr id="87" name="Straight Connector 86">
              <a:extLst>
                <a:ext uri="{FF2B5EF4-FFF2-40B4-BE49-F238E27FC236}">
                  <a16:creationId xmlns:a16="http://schemas.microsoft.com/office/drawing/2014/main" id="{4FE09A5E-81CF-C69E-3070-43066F11156F}"/>
                </a:ext>
              </a:extLst>
            </p:cNvPr>
            <p:cNvCxnSpPr>
              <a:cxnSpLocks/>
            </p:cNvCxnSpPr>
            <p:nvPr/>
          </p:nvCxnSpPr>
          <p:spPr>
            <a:xfrm rot="1800000">
              <a:off x="10882835" y="5352224"/>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C2F48C5-D3C2-2E7E-766B-90B2E909FAD0}"/>
                </a:ext>
              </a:extLst>
            </p:cNvPr>
            <p:cNvCxnSpPr>
              <a:cxnSpLocks/>
            </p:cNvCxnSpPr>
            <p:nvPr/>
          </p:nvCxnSpPr>
          <p:spPr>
            <a:xfrm rot="1800000">
              <a:off x="10854315" y="4955135"/>
              <a:ext cx="0" cy="129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B4BFDD2-256E-CC76-F3F4-99E79DF6EAE0}"/>
                </a:ext>
              </a:extLst>
            </p:cNvPr>
            <p:cNvCxnSpPr>
              <a:cxnSpLocks/>
            </p:cNvCxnSpPr>
            <p:nvPr/>
          </p:nvCxnSpPr>
          <p:spPr>
            <a:xfrm rot="1800000">
              <a:off x="10459467" y="4929690"/>
              <a:ext cx="0" cy="315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6788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FCD75047-53E1-37EA-595D-54289F40DDA9}"/>
              </a:ext>
            </a:extLst>
          </p:cNvPr>
          <p:cNvGraphicFramePr>
            <a:graphicFrameLocks noGrp="1"/>
          </p:cNvGraphicFramePr>
          <p:nvPr>
            <p:ph idx="1"/>
            <p:extLst>
              <p:ext uri="{D42A27DB-BD31-4B8C-83A1-F6EECF244321}">
                <p14:modId xmlns:p14="http://schemas.microsoft.com/office/powerpoint/2010/main" val="452063962"/>
              </p:ext>
            </p:extLst>
          </p:nvPr>
        </p:nvGraphicFramePr>
        <p:xfrm>
          <a:off x="381000" y="2029096"/>
          <a:ext cx="7047411" cy="384048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0C1CD43C-3577-01A4-B3CB-94E2B36EEC24}"/>
              </a:ext>
            </a:extLst>
          </p:cNvPr>
          <p:cNvSpPr>
            <a:spLocks noGrp="1"/>
          </p:cNvSpPr>
          <p:nvPr>
            <p:ph type="body" sz="quarter" idx="10"/>
          </p:nvPr>
        </p:nvSpPr>
        <p:spPr>
          <a:xfrm>
            <a:off x="381000" y="1403447"/>
            <a:ext cx="11430000" cy="446088"/>
          </a:xfrm>
        </p:spPr>
        <p:txBody>
          <a:bodyPr/>
          <a:lstStyle/>
          <a:p>
            <a:pPr>
              <a:spcBef>
                <a:spcPts val="0"/>
              </a:spcBef>
            </a:pPr>
            <a:r>
              <a:rPr lang="en-GB" b="1"/>
              <a:t>Circulation of Airline Magazines</a:t>
            </a:r>
          </a:p>
          <a:p>
            <a:pPr>
              <a:spcBef>
                <a:spcPts val="0"/>
              </a:spcBef>
            </a:pPr>
            <a:r>
              <a:rPr lang="en-GB" sz="1400" i="1"/>
              <a:t># of magazine per month (000)</a:t>
            </a:r>
          </a:p>
        </p:txBody>
      </p:sp>
      <p:sp>
        <p:nvSpPr>
          <p:cNvPr id="2" name="Title 1">
            <a:extLst>
              <a:ext uri="{FF2B5EF4-FFF2-40B4-BE49-F238E27FC236}">
                <a16:creationId xmlns:a16="http://schemas.microsoft.com/office/drawing/2014/main" id="{AAAA405B-6A25-BCA5-E000-867EDE962DC7}"/>
              </a:ext>
            </a:extLst>
          </p:cNvPr>
          <p:cNvSpPr>
            <a:spLocks noGrp="1"/>
          </p:cNvSpPr>
          <p:nvPr>
            <p:ph type="title"/>
          </p:nvPr>
        </p:nvSpPr>
        <p:spPr/>
        <p:txBody>
          <a:bodyPr/>
          <a:lstStyle/>
          <a:p>
            <a:r>
              <a:rPr lang="en-US" sz="2300">
                <a:solidFill>
                  <a:schemeClr val="accent1"/>
                </a:solidFill>
              </a:rPr>
              <a:t>Charts: </a:t>
            </a:r>
            <a:r>
              <a:rPr lang="en-US" sz="2300"/>
              <a:t>Should be clear, simple and show a clear, single message</a:t>
            </a:r>
          </a:p>
        </p:txBody>
      </p:sp>
      <p:sp>
        <p:nvSpPr>
          <p:cNvPr id="7" name="TextBox 6">
            <a:extLst>
              <a:ext uri="{FF2B5EF4-FFF2-40B4-BE49-F238E27FC236}">
                <a16:creationId xmlns:a16="http://schemas.microsoft.com/office/drawing/2014/main" id="{7E1E088E-452D-5BED-CEAC-89E67FC8877B}"/>
              </a:ext>
            </a:extLst>
          </p:cNvPr>
          <p:cNvSpPr txBox="1"/>
          <p:nvPr/>
        </p:nvSpPr>
        <p:spPr>
          <a:xfrm>
            <a:off x="6151817" y="2452102"/>
            <a:ext cx="5378329" cy="1048154"/>
          </a:xfrm>
          <a:prstGeom prst="rect">
            <a:avLst/>
          </a:prstGeom>
          <a:noFill/>
        </p:spPr>
        <p:txBody>
          <a:bodyPr wrap="square" lIns="0" tIns="0" rIns="0" bIns="0" anchor="ctr" anchorCtr="0">
            <a:noAutofit/>
          </a:bodyPr>
          <a:lstStyle/>
          <a:p>
            <a:pPr marL="285750" indent="-285750">
              <a:spcBef>
                <a:spcPts val="600"/>
              </a:spcBef>
              <a:spcAft>
                <a:spcPts val="600"/>
              </a:spcAft>
              <a:buFont typeface="Arial" panose="020B0604020202020204" pitchFamily="34" charset="0"/>
              <a:buChar char="•"/>
            </a:pPr>
            <a:r>
              <a:rPr lang="en-GB" sz="1600">
                <a:solidFill>
                  <a:schemeClr val="bg2"/>
                </a:solidFill>
              </a:rPr>
              <a:t>United and </a:t>
            </a:r>
            <a:r>
              <a:rPr lang="en-GB" sz="1600" err="1">
                <a:solidFill>
                  <a:schemeClr val="bg2"/>
                </a:solidFill>
              </a:rPr>
              <a:t>Luftansa</a:t>
            </a:r>
            <a:r>
              <a:rPr lang="en-GB" sz="1600">
                <a:solidFill>
                  <a:schemeClr val="bg2"/>
                </a:solidFill>
              </a:rPr>
              <a:t> are clearly </a:t>
            </a:r>
            <a:r>
              <a:rPr lang="en-GB" sz="1600" b="1">
                <a:solidFill>
                  <a:schemeClr val="bg2"/>
                </a:solidFill>
              </a:rPr>
              <a:t>outstripping other airlines</a:t>
            </a:r>
            <a:r>
              <a:rPr lang="en-GB" sz="1600">
                <a:solidFill>
                  <a:schemeClr val="bg2"/>
                </a:solidFill>
              </a:rPr>
              <a:t> in circulation</a:t>
            </a:r>
          </a:p>
          <a:p>
            <a:pPr marL="285750" indent="-285750">
              <a:spcBef>
                <a:spcPts val="600"/>
              </a:spcBef>
              <a:spcAft>
                <a:spcPts val="600"/>
              </a:spcAft>
              <a:buFont typeface="Arial" panose="020B0604020202020204" pitchFamily="34" charset="0"/>
              <a:buChar char="•"/>
            </a:pPr>
            <a:r>
              <a:rPr lang="en-GB" sz="1600">
                <a:solidFill>
                  <a:schemeClr val="bg2"/>
                </a:solidFill>
              </a:rPr>
              <a:t>This is driven to a large extent by </a:t>
            </a:r>
            <a:r>
              <a:rPr lang="en-GB" sz="1600" b="1">
                <a:solidFill>
                  <a:schemeClr val="bg2"/>
                </a:solidFill>
              </a:rPr>
              <a:t>online circulation</a:t>
            </a:r>
          </a:p>
          <a:p>
            <a:pPr marL="285750" indent="-285750">
              <a:spcBef>
                <a:spcPts val="600"/>
              </a:spcBef>
              <a:spcAft>
                <a:spcPts val="600"/>
              </a:spcAft>
              <a:buFont typeface="Arial" panose="020B0604020202020204" pitchFamily="34" charset="0"/>
              <a:buChar char="•"/>
            </a:pPr>
            <a:r>
              <a:rPr lang="en-GB" sz="1600">
                <a:solidFill>
                  <a:schemeClr val="bg2"/>
                </a:solidFill>
              </a:rPr>
              <a:t>Other airlines may have a significant opportunity to </a:t>
            </a:r>
            <a:r>
              <a:rPr lang="en-GB" sz="1600" b="1">
                <a:solidFill>
                  <a:schemeClr val="bg2"/>
                </a:solidFill>
              </a:rPr>
              <a:t>expand their reach</a:t>
            </a:r>
            <a:r>
              <a:rPr lang="en-GB" sz="1600">
                <a:solidFill>
                  <a:schemeClr val="bg2"/>
                </a:solidFill>
              </a:rPr>
              <a:t> through this medium</a:t>
            </a:r>
            <a:endParaRPr lang="en-GB">
              <a:solidFill>
                <a:schemeClr val="bg2"/>
              </a:solidFill>
            </a:endParaRPr>
          </a:p>
        </p:txBody>
      </p:sp>
      <p:cxnSp>
        <p:nvCxnSpPr>
          <p:cNvPr id="8" name="Straight Arrow Connector 7">
            <a:extLst>
              <a:ext uri="{FF2B5EF4-FFF2-40B4-BE49-F238E27FC236}">
                <a16:creationId xmlns:a16="http://schemas.microsoft.com/office/drawing/2014/main" id="{F72BA2FD-8017-AFB1-9514-8F1BD7F66DC7}"/>
              </a:ext>
            </a:extLst>
          </p:cNvPr>
          <p:cNvCxnSpPr>
            <a:cxnSpLocks/>
          </p:cNvCxnSpPr>
          <p:nvPr/>
        </p:nvCxnSpPr>
        <p:spPr>
          <a:xfrm>
            <a:off x="5913120" y="2402173"/>
            <a:ext cx="0" cy="1148013"/>
          </a:xfrm>
          <a:prstGeom prst="straightConnector1">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430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p:txBody>
          <a:bodyPr/>
          <a:lstStyle/>
          <a:p>
            <a:r>
              <a:rPr lang="en-GB" sz="2300">
                <a:solidFill>
                  <a:schemeClr val="accent1"/>
                </a:solidFill>
              </a:rPr>
              <a:t>Skeleton deck: </a:t>
            </a:r>
            <a:r>
              <a:rPr lang="en-GB" sz="2300"/>
              <a:t>Use this to structure your thinking as you build up a deliverable</a:t>
            </a:r>
          </a:p>
        </p:txBody>
      </p:sp>
      <p:sp>
        <p:nvSpPr>
          <p:cNvPr id="16" name="Text Placeholder 7">
            <a:extLst>
              <a:ext uri="{FF2B5EF4-FFF2-40B4-BE49-F238E27FC236}">
                <a16:creationId xmlns:a16="http://schemas.microsoft.com/office/drawing/2014/main" id="{D4877333-E0C6-5E7F-DD4B-C728B5115A58}"/>
              </a:ext>
            </a:extLst>
          </p:cNvPr>
          <p:cNvSpPr txBox="1">
            <a:spLocks/>
          </p:cNvSpPr>
          <p:nvPr/>
        </p:nvSpPr>
        <p:spPr>
          <a:xfrm>
            <a:off x="596340" y="2132775"/>
            <a:ext cx="3067481"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Remind yourself of what we said we would cover in the proposal</a:t>
            </a:r>
          </a:p>
          <a:p>
            <a:pPr>
              <a:lnSpc>
                <a:spcPct val="100000"/>
              </a:lnSpc>
              <a:spcBef>
                <a:spcPts val="0"/>
              </a:spcBef>
              <a:spcAft>
                <a:spcPts val="1200"/>
              </a:spcAft>
            </a:pPr>
            <a:r>
              <a:rPr lang="en-GB" sz="1400"/>
              <a:t>Review what we want to include as part of our project outputs</a:t>
            </a:r>
          </a:p>
        </p:txBody>
      </p:sp>
      <p:sp>
        <p:nvSpPr>
          <p:cNvPr id="17" name="Text Placeholder 8">
            <a:extLst>
              <a:ext uri="{FF2B5EF4-FFF2-40B4-BE49-F238E27FC236}">
                <a16:creationId xmlns:a16="http://schemas.microsoft.com/office/drawing/2014/main" id="{2094429E-50A3-CC26-189B-C9F2D7FC0589}"/>
              </a:ext>
            </a:extLst>
          </p:cNvPr>
          <p:cNvSpPr txBox="1">
            <a:spLocks/>
          </p:cNvSpPr>
          <p:nvPr/>
        </p:nvSpPr>
        <p:spPr>
          <a:xfrm>
            <a:off x="4559014" y="2132775"/>
            <a:ext cx="3067481"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Draft the story that you will tell using headlines only</a:t>
            </a:r>
          </a:p>
          <a:p>
            <a:pPr>
              <a:lnSpc>
                <a:spcPct val="100000"/>
              </a:lnSpc>
              <a:spcBef>
                <a:spcPts val="0"/>
              </a:spcBef>
              <a:spcAft>
                <a:spcPts val="1200"/>
              </a:spcAft>
            </a:pPr>
            <a:r>
              <a:rPr lang="en-GB" sz="1400"/>
              <a:t>You might also sketch out specific charts or graphics you want to populate</a:t>
            </a:r>
          </a:p>
        </p:txBody>
      </p:sp>
      <p:sp>
        <p:nvSpPr>
          <p:cNvPr id="18" name="Text Placeholder 10">
            <a:extLst>
              <a:ext uri="{FF2B5EF4-FFF2-40B4-BE49-F238E27FC236}">
                <a16:creationId xmlns:a16="http://schemas.microsoft.com/office/drawing/2014/main" id="{2C71CE89-52DD-6228-3E04-A3FDD79ABF23}"/>
              </a:ext>
            </a:extLst>
          </p:cNvPr>
          <p:cNvSpPr txBox="1">
            <a:spLocks/>
          </p:cNvSpPr>
          <p:nvPr/>
        </p:nvSpPr>
        <p:spPr>
          <a:xfrm>
            <a:off x="8402041" y="2132775"/>
            <a:ext cx="3356973"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Make sure you know where your outputs will fit into the final deliverable</a:t>
            </a:r>
          </a:p>
          <a:p>
            <a:pPr>
              <a:lnSpc>
                <a:spcPct val="100000"/>
              </a:lnSpc>
              <a:spcBef>
                <a:spcPts val="0"/>
              </a:spcBef>
              <a:spcAft>
                <a:spcPts val="1200"/>
              </a:spcAft>
            </a:pPr>
            <a:r>
              <a:rPr lang="en-GB" sz="1400"/>
              <a:t>Where required, adjust the structure of your deck if the story has changed</a:t>
            </a:r>
          </a:p>
        </p:txBody>
      </p:sp>
      <p:grpSp>
        <p:nvGrpSpPr>
          <p:cNvPr id="19" name="Group 18">
            <a:extLst>
              <a:ext uri="{FF2B5EF4-FFF2-40B4-BE49-F238E27FC236}">
                <a16:creationId xmlns:a16="http://schemas.microsoft.com/office/drawing/2014/main" id="{5AF71F19-4C98-F129-160D-A35950998F5D}"/>
              </a:ext>
            </a:extLst>
          </p:cNvPr>
          <p:cNvGrpSpPr/>
          <p:nvPr/>
        </p:nvGrpSpPr>
        <p:grpSpPr>
          <a:xfrm>
            <a:off x="596340" y="1375471"/>
            <a:ext cx="3356974" cy="548640"/>
            <a:chOff x="596340" y="1527871"/>
            <a:chExt cx="3356974" cy="548640"/>
          </a:xfrm>
        </p:grpSpPr>
        <p:sp>
          <p:nvSpPr>
            <p:cNvPr id="20" name="Text Placeholder 2">
              <a:extLst>
                <a:ext uri="{FF2B5EF4-FFF2-40B4-BE49-F238E27FC236}">
                  <a16:creationId xmlns:a16="http://schemas.microsoft.com/office/drawing/2014/main" id="{FE391350-249E-F0FE-9C38-063511CD7813}"/>
                </a:ext>
              </a:extLst>
            </p:cNvPr>
            <p:cNvSpPr txBox="1">
              <a:spLocks/>
            </p:cNvSpPr>
            <p:nvPr/>
          </p:nvSpPr>
          <p:spPr>
            <a:xfrm>
              <a:off x="922946"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a:solidFill>
                    <a:schemeClr val="bg2"/>
                  </a:solidFill>
                </a:rPr>
                <a:t>Review the project scope</a:t>
              </a:r>
            </a:p>
          </p:txBody>
        </p:sp>
        <p:sp>
          <p:nvSpPr>
            <p:cNvPr id="21" name="Parallelogram 20">
              <a:extLst>
                <a:ext uri="{FF2B5EF4-FFF2-40B4-BE49-F238E27FC236}">
                  <a16:creationId xmlns:a16="http://schemas.microsoft.com/office/drawing/2014/main" id="{3544CDA0-28BC-9765-2928-A3B783BD823A}"/>
                </a:ext>
              </a:extLst>
            </p:cNvPr>
            <p:cNvSpPr/>
            <p:nvPr/>
          </p:nvSpPr>
          <p:spPr>
            <a:xfrm>
              <a:off x="596340" y="1565289"/>
              <a:ext cx="536409" cy="473805"/>
            </a:xfrm>
            <a:prstGeom prst="parallelogram">
              <a:avLst>
                <a:gd name="adj" fmla="val 141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1</a:t>
              </a:r>
            </a:p>
          </p:txBody>
        </p:sp>
      </p:grpSp>
      <p:grpSp>
        <p:nvGrpSpPr>
          <p:cNvPr id="22" name="Group 21">
            <a:extLst>
              <a:ext uri="{FF2B5EF4-FFF2-40B4-BE49-F238E27FC236}">
                <a16:creationId xmlns:a16="http://schemas.microsoft.com/office/drawing/2014/main" id="{7B15B615-2268-CEF0-53C9-E8FD1A3A01D6}"/>
              </a:ext>
            </a:extLst>
          </p:cNvPr>
          <p:cNvGrpSpPr/>
          <p:nvPr/>
        </p:nvGrpSpPr>
        <p:grpSpPr>
          <a:xfrm>
            <a:off x="4584648" y="1375471"/>
            <a:ext cx="3356974" cy="548640"/>
            <a:chOff x="4251362" y="1527871"/>
            <a:chExt cx="3356974" cy="548640"/>
          </a:xfrm>
        </p:grpSpPr>
        <p:sp>
          <p:nvSpPr>
            <p:cNvPr id="23" name="Text Placeholder 3">
              <a:extLst>
                <a:ext uri="{FF2B5EF4-FFF2-40B4-BE49-F238E27FC236}">
                  <a16:creationId xmlns:a16="http://schemas.microsoft.com/office/drawing/2014/main" id="{FFEFC477-9FF7-3EEE-80E0-EB04F9E35E67}"/>
                </a:ext>
              </a:extLst>
            </p:cNvPr>
            <p:cNvSpPr txBox="1">
              <a:spLocks/>
            </p:cNvSpPr>
            <p:nvPr/>
          </p:nvSpPr>
          <p:spPr>
            <a:xfrm>
              <a:off x="4577968"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a:solidFill>
                    <a:schemeClr val="tx2"/>
                  </a:solidFill>
                </a:rPr>
                <a:t>Create a skeleton deck</a:t>
              </a:r>
            </a:p>
          </p:txBody>
        </p:sp>
        <p:sp>
          <p:nvSpPr>
            <p:cNvPr id="24" name="Parallelogram 23">
              <a:extLst>
                <a:ext uri="{FF2B5EF4-FFF2-40B4-BE49-F238E27FC236}">
                  <a16:creationId xmlns:a16="http://schemas.microsoft.com/office/drawing/2014/main" id="{89E3B47A-83EB-2D82-B61F-9A138C3CB863}"/>
                </a:ext>
              </a:extLst>
            </p:cNvPr>
            <p:cNvSpPr/>
            <p:nvPr/>
          </p:nvSpPr>
          <p:spPr>
            <a:xfrm>
              <a:off x="4251362" y="1565289"/>
              <a:ext cx="536409" cy="473805"/>
            </a:xfrm>
            <a:prstGeom prst="parallelogram">
              <a:avLst>
                <a:gd name="adj" fmla="val 1413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2</a:t>
              </a:r>
            </a:p>
          </p:txBody>
        </p:sp>
      </p:grpSp>
      <p:grpSp>
        <p:nvGrpSpPr>
          <p:cNvPr id="25" name="Group 24">
            <a:extLst>
              <a:ext uri="{FF2B5EF4-FFF2-40B4-BE49-F238E27FC236}">
                <a16:creationId xmlns:a16="http://schemas.microsoft.com/office/drawing/2014/main" id="{BFE0D9A8-3E85-07D9-BAF8-00E1C9F61903}"/>
              </a:ext>
            </a:extLst>
          </p:cNvPr>
          <p:cNvGrpSpPr/>
          <p:nvPr/>
        </p:nvGrpSpPr>
        <p:grpSpPr>
          <a:xfrm>
            <a:off x="8402041" y="1375471"/>
            <a:ext cx="3356973" cy="548640"/>
            <a:chOff x="8402041" y="1527871"/>
            <a:chExt cx="3356973" cy="548640"/>
          </a:xfrm>
        </p:grpSpPr>
        <p:sp>
          <p:nvSpPr>
            <p:cNvPr id="26" name="Text Placeholder 5">
              <a:extLst>
                <a:ext uri="{FF2B5EF4-FFF2-40B4-BE49-F238E27FC236}">
                  <a16:creationId xmlns:a16="http://schemas.microsoft.com/office/drawing/2014/main" id="{F11CDBFC-DFDF-38FE-61FE-17529F89E8DD}"/>
                </a:ext>
              </a:extLst>
            </p:cNvPr>
            <p:cNvSpPr txBox="1">
              <a:spLocks/>
            </p:cNvSpPr>
            <p:nvPr/>
          </p:nvSpPr>
          <p:spPr>
            <a:xfrm>
              <a:off x="8728646"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a:solidFill>
                    <a:schemeClr val="accent3"/>
                  </a:solidFill>
                </a:rPr>
                <a:t>Build out the deliverable</a:t>
              </a:r>
            </a:p>
          </p:txBody>
        </p:sp>
        <p:sp>
          <p:nvSpPr>
            <p:cNvPr id="27" name="Parallelogram 26">
              <a:extLst>
                <a:ext uri="{FF2B5EF4-FFF2-40B4-BE49-F238E27FC236}">
                  <a16:creationId xmlns:a16="http://schemas.microsoft.com/office/drawing/2014/main" id="{700C043E-ADA9-350A-C9DD-E5932BADEE3F}"/>
                </a:ext>
              </a:extLst>
            </p:cNvPr>
            <p:cNvSpPr/>
            <p:nvPr/>
          </p:nvSpPr>
          <p:spPr>
            <a:xfrm>
              <a:off x="8402041" y="1565289"/>
              <a:ext cx="536409" cy="473805"/>
            </a:xfrm>
            <a:prstGeom prst="parallelogram">
              <a:avLst>
                <a:gd name="adj" fmla="val 1413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3</a:t>
              </a:r>
            </a:p>
          </p:txBody>
        </p:sp>
      </p:grpSp>
      <p:cxnSp>
        <p:nvCxnSpPr>
          <p:cNvPr id="28" name="Straight Arrow Connector 27">
            <a:extLst>
              <a:ext uri="{FF2B5EF4-FFF2-40B4-BE49-F238E27FC236}">
                <a16:creationId xmlns:a16="http://schemas.microsoft.com/office/drawing/2014/main" id="{4E192AAF-FCBD-E61D-E6AE-74358906B446}"/>
              </a:ext>
            </a:extLst>
          </p:cNvPr>
          <p:cNvCxnSpPr>
            <a:cxnSpLocks/>
          </p:cNvCxnSpPr>
          <p:nvPr/>
        </p:nvCxnSpPr>
        <p:spPr>
          <a:xfrm>
            <a:off x="8129102" y="1412775"/>
            <a:ext cx="0" cy="2237154"/>
          </a:xfrm>
          <a:prstGeom prst="straightConnector1">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C3FE67F-C127-2C84-0020-6568FF6E4B4B}"/>
              </a:ext>
            </a:extLst>
          </p:cNvPr>
          <p:cNvCxnSpPr>
            <a:cxnSpLocks/>
          </p:cNvCxnSpPr>
          <p:nvPr/>
        </p:nvCxnSpPr>
        <p:spPr>
          <a:xfrm>
            <a:off x="4226252" y="1412775"/>
            <a:ext cx="0" cy="2237154"/>
          </a:xfrm>
          <a:prstGeom prst="straightConnector1">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30" name="Table 19">
            <a:extLst>
              <a:ext uri="{FF2B5EF4-FFF2-40B4-BE49-F238E27FC236}">
                <a16:creationId xmlns:a16="http://schemas.microsoft.com/office/drawing/2014/main" id="{1438CD93-11A4-D54F-8717-121E39460061}"/>
              </a:ext>
            </a:extLst>
          </p:cNvPr>
          <p:cNvGraphicFramePr>
            <a:graphicFrameLocks noGrp="1"/>
          </p:cNvGraphicFramePr>
          <p:nvPr>
            <p:extLst>
              <p:ext uri="{D42A27DB-BD31-4B8C-83A1-F6EECF244321}">
                <p14:modId xmlns:p14="http://schemas.microsoft.com/office/powerpoint/2010/main" val="4260038885"/>
              </p:ext>
            </p:extLst>
          </p:nvPr>
        </p:nvGraphicFramePr>
        <p:xfrm>
          <a:off x="4417273" y="4317350"/>
          <a:ext cx="6492771" cy="1751751"/>
        </p:xfrm>
        <a:graphic>
          <a:graphicData uri="http://schemas.openxmlformats.org/drawingml/2006/table">
            <a:tbl>
              <a:tblPr firstRow="1">
                <a:tableStyleId>{B301B821-A1FF-4177-AEE7-76D212191A09}</a:tableStyleId>
              </a:tblPr>
              <a:tblGrid>
                <a:gridCol w="171124">
                  <a:extLst>
                    <a:ext uri="{9D8B030D-6E8A-4147-A177-3AD203B41FA5}">
                      <a16:colId xmlns:a16="http://schemas.microsoft.com/office/drawing/2014/main" val="423303083"/>
                    </a:ext>
                  </a:extLst>
                </a:gridCol>
                <a:gridCol w="1651476">
                  <a:extLst>
                    <a:ext uri="{9D8B030D-6E8A-4147-A177-3AD203B41FA5}">
                      <a16:colId xmlns:a16="http://schemas.microsoft.com/office/drawing/2014/main" val="1124008058"/>
                    </a:ext>
                  </a:extLst>
                </a:gridCol>
                <a:gridCol w="3374380">
                  <a:extLst>
                    <a:ext uri="{9D8B030D-6E8A-4147-A177-3AD203B41FA5}">
                      <a16:colId xmlns:a16="http://schemas.microsoft.com/office/drawing/2014/main" val="2833532383"/>
                    </a:ext>
                  </a:extLst>
                </a:gridCol>
                <a:gridCol w="1295791">
                  <a:extLst>
                    <a:ext uri="{9D8B030D-6E8A-4147-A177-3AD203B41FA5}">
                      <a16:colId xmlns:a16="http://schemas.microsoft.com/office/drawing/2014/main" val="970536471"/>
                    </a:ext>
                  </a:extLst>
                </a:gridCol>
              </a:tblGrid>
              <a:tr h="194639">
                <a:tc gridSpan="2">
                  <a:txBody>
                    <a:bodyPr/>
                    <a:lstStyle/>
                    <a:p>
                      <a:r>
                        <a:rPr lang="en-GB" sz="1200">
                          <a:solidFill>
                            <a:schemeClr val="bg1"/>
                          </a:solidFill>
                        </a:rPr>
                        <a:t>Section</a:t>
                      </a:r>
                    </a:p>
                  </a:txBody>
                  <a:tcPr marL="72000" marR="72000" marT="0"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hMerge="1">
                  <a:txBody>
                    <a:bodyPr/>
                    <a:lstStyle/>
                    <a:p>
                      <a:r>
                        <a:rPr lang="en-GB" sz="1200">
                          <a:solidFill>
                            <a:schemeClr val="bg1"/>
                          </a:solidFill>
                        </a:rPr>
                        <a:t>Section</a:t>
                      </a: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r>
                        <a:rPr lang="en-GB" sz="1200">
                          <a:solidFill>
                            <a:schemeClr val="bg1"/>
                          </a:solidFill>
                        </a:rPr>
                        <a:t>Draft strapline</a:t>
                      </a:r>
                    </a:p>
                  </a:txBody>
                  <a:tcPr marL="72000" marR="72000" marT="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a:txBody>
                    <a:bodyPr/>
                    <a:lstStyle/>
                    <a:p>
                      <a:r>
                        <a:rPr lang="en-GB" sz="1200">
                          <a:solidFill>
                            <a:schemeClr val="bg1"/>
                          </a:solidFill>
                        </a:rPr>
                        <a:t>Content</a:t>
                      </a:r>
                    </a:p>
                  </a:txBody>
                  <a:tcPr marL="72000" marR="72000" marT="0" marB="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2095844083"/>
                  </a:ext>
                </a:extLst>
              </a:tr>
              <a:tr h="19463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1</a:t>
                      </a:r>
                    </a:p>
                  </a:txBody>
                  <a:tcPr marL="72000" marR="72000" marT="0"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Data vision</a:t>
                      </a:r>
                    </a:p>
                  </a:txBody>
                  <a:tcPr marL="72000" marR="72000" marT="0" marB="0" anchor="ctr">
                    <a:lnT w="1270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The data strategy vision is focussed on…</a:t>
                      </a:r>
                    </a:p>
                  </a:txBody>
                  <a:tcPr marL="72000" marR="72000" marT="0" marB="0" anchor="ctr">
                    <a:lnT w="1270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en-GB" sz="1200"/>
                        <a:t>Vision statement</a:t>
                      </a:r>
                    </a:p>
                  </a:txBody>
                  <a:tcPr marL="72000" marR="72000" marT="0" marB="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2751074"/>
                  </a:ext>
                </a:extLst>
              </a:tr>
              <a:tr h="194639">
                <a:tc vMerge="1">
                  <a:txBody>
                    <a:bodyPr/>
                    <a:lstStyle/>
                    <a:p>
                      <a:endParaRPr lang="en-GB"/>
                    </a:p>
                  </a:txBody>
                  <a:tcPr/>
                </a:tc>
                <a:tc vMerge="1">
                  <a:txBody>
                    <a:bodyPr/>
                    <a:lstStyle/>
                    <a:p>
                      <a:endParaRPr lang="en-GB" sz="1200"/>
                    </a:p>
                  </a:txBody>
                  <a:tcPr anchor="ctr">
                    <a:lnL w="12700" cap="flat" cmpd="sng" algn="ctr">
                      <a:no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The strategy is underpinned by principles that…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en-GB" sz="1200"/>
                        <a:t>Principles</a:t>
                      </a:r>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15153684"/>
                  </a:ext>
                </a:extLst>
              </a:tr>
              <a:tr h="19463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2</a:t>
                      </a:r>
                    </a:p>
                  </a:txBody>
                  <a:tcPr marL="72000" marR="72000" marT="0"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Current challenges</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We have found that…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Survey findings</a:t>
                      </a:r>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40987966"/>
                  </a:ext>
                </a:extLst>
              </a:tr>
              <a:tr h="194639">
                <a:tc vMerge="1">
                  <a:txBody>
                    <a:bodyPr/>
                    <a:lstStyle/>
                    <a:p>
                      <a:endParaRPr lang="en-GB"/>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kern="1200">
                        <a:solidFill>
                          <a:srgbClr val="173845"/>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We have mapped systems and found…</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Data map</a:t>
                      </a:r>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91510467"/>
                  </a:ext>
                </a:extLst>
              </a:tr>
              <a:tr h="19463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3</a:t>
                      </a:r>
                    </a:p>
                  </a:txBody>
                  <a:tcPr marL="72000" marR="72000" marT="0"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Opportunities</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en-GB" sz="1200"/>
                        <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23079633"/>
                  </a:ext>
                </a:extLst>
              </a:tr>
              <a:tr h="19463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kern="1200">
                        <a:solidFill>
                          <a:srgbClr val="173845"/>
                        </a:solidFill>
                        <a:latin typeface="+mn-lt"/>
                        <a:ea typeface="+mn-ea"/>
                        <a:cs typeface="+mn-cs"/>
                      </a:endParaRPr>
                    </a:p>
                  </a:txBody>
                  <a:tcPr anchor="ctr">
                    <a:lnL w="12700" cap="flat" cmpd="sng" algn="ctr">
                      <a:noFill/>
                      <a:prstDash val="solid"/>
                      <a:round/>
                      <a:headEnd type="none" w="med" len="med"/>
                      <a:tailEnd type="none" w="med" len="med"/>
                    </a:lnL>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855581297"/>
                  </a:ext>
                </a:extLst>
              </a:tr>
              <a:tr h="19463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4</a:t>
                      </a:r>
                    </a:p>
                  </a:txBody>
                  <a:tcPr marL="72000" marR="72000" marT="0" marB="0" anchor="ctr">
                    <a:lnL w="12700" cap="flat" cmpd="sng" algn="ctr">
                      <a:no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Recommendations</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913039"/>
                  </a:ext>
                </a:extLst>
              </a:tr>
              <a:tr h="19463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kern="1200">
                        <a:solidFill>
                          <a:srgbClr val="173845"/>
                        </a:solidFill>
                        <a:latin typeface="+mn-lt"/>
                        <a:ea typeface="+mn-ea"/>
                        <a:cs typeface="+mn-cs"/>
                      </a:endParaRPr>
                    </a:p>
                  </a:txBody>
                  <a:tcPr anchor="ctr">
                    <a:lnL w="12700" cap="flat" cmpd="sng" algn="ctr">
                      <a:noFill/>
                      <a:prstDash val="solid"/>
                      <a:round/>
                      <a:headEnd type="none" w="med" len="med"/>
                      <a:tailEnd type="none" w="med" len="med"/>
                    </a:ln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a:solidFill>
                            <a:srgbClr val="173845"/>
                          </a:solidFill>
                          <a:latin typeface="+mn-lt"/>
                          <a:ea typeface="+mn-ea"/>
                          <a:cs typeface="+mn-cs"/>
                        </a:rPr>
                        <a:t>Recommendations</a:t>
                      </a:r>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1200" b="0" i="0" u="none" strike="noStrike" kern="1200" cap="none" spc="0" normalizeH="0" baseline="0" noProof="0">
                          <a:ln>
                            <a:noFill/>
                          </a:ln>
                          <a:solidFill>
                            <a:srgbClr val="3B3838"/>
                          </a:solidFill>
                          <a:effectLst/>
                          <a:uLnTx/>
                          <a:uFillTx/>
                          <a:latin typeface="+mn-lt"/>
                          <a:ea typeface="+mn-ea"/>
                          <a:cs typeface="+mn-cs"/>
                        </a:rPr>
                        <a:t>…</a:t>
                      </a:r>
                    </a:p>
                  </a:txBody>
                  <a:tcPr marL="72000" marR="72000" marT="0" marB="0" anchor="ct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marL="72000" marR="72000" marT="0" marB="0" anchor="ctr">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95495782"/>
                  </a:ext>
                </a:extLst>
              </a:tr>
            </a:tbl>
          </a:graphicData>
        </a:graphic>
      </p:graphicFrame>
      <p:sp>
        <p:nvSpPr>
          <p:cNvPr id="31" name="Isosceles Triangle 30">
            <a:extLst>
              <a:ext uri="{FF2B5EF4-FFF2-40B4-BE49-F238E27FC236}">
                <a16:creationId xmlns:a16="http://schemas.microsoft.com/office/drawing/2014/main" id="{1345EE31-3E12-9EC7-2FA5-DE99072FD4EF}"/>
              </a:ext>
            </a:extLst>
          </p:cNvPr>
          <p:cNvSpPr/>
          <p:nvPr/>
        </p:nvSpPr>
        <p:spPr>
          <a:xfrm flipV="1">
            <a:off x="4417270" y="3784663"/>
            <a:ext cx="980254" cy="164481"/>
          </a:xfrm>
          <a:prstGeom prst="triangle">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err="1"/>
          </a:p>
        </p:txBody>
      </p:sp>
    </p:spTree>
    <p:extLst>
      <p:ext uri="{BB962C8B-B14F-4D97-AF65-F5344CB8AC3E}">
        <p14:creationId xmlns:p14="http://schemas.microsoft.com/office/powerpoint/2010/main" val="437812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31269F35-87FB-4396-8E81-78758A969DD6}"/>
              </a:ext>
            </a:extLst>
          </p:cNvPr>
          <p:cNvSpPr>
            <a:spLocks noGrp="1"/>
          </p:cNvSpPr>
          <p:nvPr>
            <p:ph type="title"/>
          </p:nvPr>
        </p:nvSpPr>
        <p:spPr/>
        <p:txBody>
          <a:bodyPr/>
          <a:lstStyle/>
          <a:p>
            <a:r>
              <a:rPr lang="en-GB" sz="2300">
                <a:solidFill>
                  <a:schemeClr val="accent1"/>
                </a:solidFill>
              </a:rPr>
              <a:t>Executive summary:</a:t>
            </a:r>
            <a:r>
              <a:rPr lang="en-GB" sz="2300"/>
              <a:t> Present your deliverable on a single slide</a:t>
            </a:r>
          </a:p>
        </p:txBody>
      </p:sp>
      <p:grpSp>
        <p:nvGrpSpPr>
          <p:cNvPr id="43" name="Group 42">
            <a:extLst>
              <a:ext uri="{FF2B5EF4-FFF2-40B4-BE49-F238E27FC236}">
                <a16:creationId xmlns:a16="http://schemas.microsoft.com/office/drawing/2014/main" id="{6A01C30C-6602-1F5B-022B-F46C54514A70}"/>
              </a:ext>
            </a:extLst>
          </p:cNvPr>
          <p:cNvGrpSpPr/>
          <p:nvPr/>
        </p:nvGrpSpPr>
        <p:grpSpPr>
          <a:xfrm>
            <a:off x="1090272" y="5051256"/>
            <a:ext cx="7346851" cy="952739"/>
            <a:chOff x="1090272" y="5051256"/>
            <a:chExt cx="10720728" cy="952739"/>
          </a:xfrm>
        </p:grpSpPr>
        <p:sp>
          <p:nvSpPr>
            <p:cNvPr id="21" name="Content Placeholder 18">
              <a:extLst>
                <a:ext uri="{FF2B5EF4-FFF2-40B4-BE49-F238E27FC236}">
                  <a16:creationId xmlns:a16="http://schemas.microsoft.com/office/drawing/2014/main" id="{333A2131-43D8-A4D3-22AE-2C1DAC48CB7E}"/>
                </a:ext>
              </a:extLst>
            </p:cNvPr>
            <p:cNvSpPr txBox="1">
              <a:spLocks/>
            </p:cNvSpPr>
            <p:nvPr/>
          </p:nvSpPr>
          <p:spPr>
            <a:xfrm>
              <a:off x="1090272" y="5386320"/>
              <a:ext cx="10720728" cy="617675"/>
            </a:xfrm>
            <a:prstGeom prst="rect">
              <a:avLst/>
            </a:prstGeom>
          </p:spPr>
          <p:txBody>
            <a:bodyPr lIns="0"/>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GB"/>
                <a:t>The headlines of your deck should used as the points in your executive summary</a:t>
              </a:r>
            </a:p>
            <a:p>
              <a:pPr>
                <a:spcBef>
                  <a:spcPts val="600"/>
                </a:spcBef>
              </a:pPr>
              <a:r>
                <a:rPr lang="en-GB"/>
                <a:t>If this isn’t possible, check your straplines as they should tell your story!</a:t>
              </a:r>
            </a:p>
          </p:txBody>
        </p:sp>
        <p:sp>
          <p:nvSpPr>
            <p:cNvPr id="22" name="Text Placeholder 12">
              <a:extLst>
                <a:ext uri="{FF2B5EF4-FFF2-40B4-BE49-F238E27FC236}">
                  <a16:creationId xmlns:a16="http://schemas.microsoft.com/office/drawing/2014/main" id="{A2335D8C-C353-E16E-2F09-891815FFEBCD}"/>
                </a:ext>
              </a:extLst>
            </p:cNvPr>
            <p:cNvSpPr txBox="1">
              <a:spLocks/>
            </p:cNvSpPr>
            <p:nvPr/>
          </p:nvSpPr>
          <p:spPr>
            <a:xfrm>
              <a:off x="1090272" y="5051256"/>
              <a:ext cx="10720728" cy="396877"/>
            </a:xfrm>
            <a:prstGeom prst="rect">
              <a:avLst/>
            </a:prstGeom>
            <a:noFill/>
          </p:spPr>
          <p:txBody>
            <a:bodyPr vert="horz" wrap="square" lIns="0" tIns="45720" rIns="228600" bIns="45720" rtlCol="0" anchor="ctr">
              <a:noAutofit/>
            </a:bodyPr>
            <a:lstStyle>
              <a:lvl1pPr marL="0" indent="0" algn="l" defTabSz="914400" rtl="0" eaLnBrk="1" latinLnBrk="0" hangingPunct="1">
                <a:lnSpc>
                  <a:spcPct val="100000"/>
                </a:lnSpc>
                <a:spcBef>
                  <a:spcPts val="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bg2"/>
                  </a:solidFill>
                </a:rPr>
                <a:t>How do you make one?</a:t>
              </a:r>
            </a:p>
          </p:txBody>
        </p:sp>
      </p:grpSp>
      <p:grpSp>
        <p:nvGrpSpPr>
          <p:cNvPr id="40" name="Group 39">
            <a:extLst>
              <a:ext uri="{FF2B5EF4-FFF2-40B4-BE49-F238E27FC236}">
                <a16:creationId xmlns:a16="http://schemas.microsoft.com/office/drawing/2014/main" id="{2A2D370A-B2D3-8525-BBD7-D8E0F7F5010A}"/>
              </a:ext>
            </a:extLst>
          </p:cNvPr>
          <p:cNvGrpSpPr/>
          <p:nvPr/>
        </p:nvGrpSpPr>
        <p:grpSpPr>
          <a:xfrm>
            <a:off x="1090272" y="1483536"/>
            <a:ext cx="7346851" cy="952741"/>
            <a:chOff x="1090272" y="1483536"/>
            <a:chExt cx="10720728" cy="952741"/>
          </a:xfrm>
        </p:grpSpPr>
        <p:sp>
          <p:nvSpPr>
            <p:cNvPr id="2" name="Content Placeholder 18">
              <a:extLst>
                <a:ext uri="{FF2B5EF4-FFF2-40B4-BE49-F238E27FC236}">
                  <a16:creationId xmlns:a16="http://schemas.microsoft.com/office/drawing/2014/main" id="{0B958E93-E4FC-20E5-11BC-BD13312299CB}"/>
                </a:ext>
              </a:extLst>
            </p:cNvPr>
            <p:cNvSpPr txBox="1">
              <a:spLocks/>
            </p:cNvSpPr>
            <p:nvPr/>
          </p:nvSpPr>
          <p:spPr>
            <a:xfrm>
              <a:off x="1090272" y="1818602"/>
              <a:ext cx="10720728" cy="617675"/>
            </a:xfrm>
            <a:prstGeom prst="rect">
              <a:avLst/>
            </a:prstGeom>
          </p:spPr>
          <p:txBody>
            <a:bodyPr lIns="0"/>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GB"/>
                <a:t>A text slide with bullet points that outlines all the main points and arguments</a:t>
              </a:r>
            </a:p>
            <a:p>
              <a:pPr>
                <a:spcBef>
                  <a:spcPts val="600"/>
                </a:spcBef>
              </a:pPr>
              <a:r>
                <a:rPr lang="en-GB"/>
                <a:t>It is always the first slide in the deck</a:t>
              </a:r>
            </a:p>
          </p:txBody>
        </p:sp>
        <p:sp>
          <p:nvSpPr>
            <p:cNvPr id="7" name="Text Placeholder 12">
              <a:extLst>
                <a:ext uri="{FF2B5EF4-FFF2-40B4-BE49-F238E27FC236}">
                  <a16:creationId xmlns:a16="http://schemas.microsoft.com/office/drawing/2014/main" id="{0FC2FC76-B405-9162-A090-1E874FD3B07D}"/>
                </a:ext>
              </a:extLst>
            </p:cNvPr>
            <p:cNvSpPr txBox="1">
              <a:spLocks/>
            </p:cNvSpPr>
            <p:nvPr/>
          </p:nvSpPr>
          <p:spPr>
            <a:xfrm>
              <a:off x="1090272" y="1483536"/>
              <a:ext cx="10720728" cy="396877"/>
            </a:xfrm>
            <a:prstGeom prst="rect">
              <a:avLst/>
            </a:prstGeom>
            <a:noFill/>
          </p:spPr>
          <p:txBody>
            <a:bodyPr vert="horz" wrap="square" lIns="0" tIns="45720" rIns="0" bIns="45720" rtlCol="0" anchor="ctr">
              <a:noAutofit/>
            </a:bodyPr>
            <a:lstStyle>
              <a:lvl1pPr marL="0" indent="0" algn="l" defTabSz="914400" rtl="0" eaLnBrk="1" latinLnBrk="0" hangingPunct="1">
                <a:lnSpc>
                  <a:spcPct val="100000"/>
                </a:lnSpc>
                <a:spcBef>
                  <a:spcPts val="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bg2"/>
                  </a:solidFill>
                </a:rPr>
                <a:t>What is an executive summary?</a:t>
              </a:r>
            </a:p>
          </p:txBody>
        </p:sp>
      </p:grpSp>
      <p:grpSp>
        <p:nvGrpSpPr>
          <p:cNvPr id="3" name="Group 2">
            <a:extLst>
              <a:ext uri="{FF2B5EF4-FFF2-40B4-BE49-F238E27FC236}">
                <a16:creationId xmlns:a16="http://schemas.microsoft.com/office/drawing/2014/main" id="{1361C86A-4D61-7E9F-FD9C-95FAEA430A15}"/>
              </a:ext>
            </a:extLst>
          </p:cNvPr>
          <p:cNvGrpSpPr/>
          <p:nvPr/>
        </p:nvGrpSpPr>
        <p:grpSpPr>
          <a:xfrm>
            <a:off x="539470" y="1586717"/>
            <a:ext cx="270894" cy="746379"/>
            <a:chOff x="3723372" y="454764"/>
            <a:chExt cx="270894" cy="746379"/>
          </a:xfrm>
        </p:grpSpPr>
        <p:cxnSp>
          <p:nvCxnSpPr>
            <p:cNvPr id="4" name="Straight Connector 3">
              <a:extLst>
                <a:ext uri="{FF2B5EF4-FFF2-40B4-BE49-F238E27FC236}">
                  <a16:creationId xmlns:a16="http://schemas.microsoft.com/office/drawing/2014/main" id="{A4B332EC-15DE-F67C-D28E-1024DF2F9C86}"/>
                </a:ext>
              </a:extLst>
            </p:cNvPr>
            <p:cNvCxnSpPr/>
            <p:nvPr/>
          </p:nvCxnSpPr>
          <p:spPr>
            <a:xfrm rot="1800000">
              <a:off x="3760120" y="454764"/>
              <a:ext cx="0" cy="305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97B4131-9ECC-4B20-D9F5-21F318BCE396}"/>
                </a:ext>
              </a:extLst>
            </p:cNvPr>
            <p:cNvCxnSpPr>
              <a:cxnSpLocks/>
            </p:cNvCxnSpPr>
            <p:nvPr/>
          </p:nvCxnSpPr>
          <p:spPr>
            <a:xfrm rot="1800000">
              <a:off x="3987298" y="797639"/>
              <a:ext cx="0" cy="1327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0E4B2F5-5061-AF31-2516-CDD12ADA5620}"/>
                </a:ext>
              </a:extLst>
            </p:cNvPr>
            <p:cNvCxnSpPr>
              <a:cxnSpLocks/>
            </p:cNvCxnSpPr>
            <p:nvPr/>
          </p:nvCxnSpPr>
          <p:spPr>
            <a:xfrm rot="1800000">
              <a:off x="3994266" y="865180"/>
              <a:ext cx="0" cy="3359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reeform: Shape 7" descr="Help with solid fill">
              <a:extLst>
                <a:ext uri="{FF2B5EF4-FFF2-40B4-BE49-F238E27FC236}">
                  <a16:creationId xmlns:a16="http://schemas.microsoft.com/office/drawing/2014/main" id="{EE37D282-7214-02B6-9C25-27569F08F9FA}"/>
                </a:ext>
              </a:extLst>
            </p:cNvPr>
            <p:cNvSpPr>
              <a:spLocks noChangeAspect="1"/>
            </p:cNvSpPr>
            <p:nvPr/>
          </p:nvSpPr>
          <p:spPr>
            <a:xfrm rot="1800000">
              <a:off x="3743615" y="649394"/>
              <a:ext cx="229418" cy="283398"/>
            </a:xfrm>
            <a:custGeom>
              <a:avLst/>
              <a:gdLst>
                <a:gd name="connsiteX0" fmla="*/ 114709 w 229418"/>
                <a:gd name="connsiteY0" fmla="*/ 0 h 283398"/>
                <a:gd name="connsiteX1" fmla="*/ 229418 w 229418"/>
                <a:gd name="connsiteY1" fmla="*/ 114709 h 283398"/>
                <a:gd name="connsiteX2" fmla="*/ 134952 w 229418"/>
                <a:gd name="connsiteY2" fmla="*/ 221321 h 283398"/>
                <a:gd name="connsiteX3" fmla="*/ 134952 w 229418"/>
                <a:gd name="connsiteY3" fmla="*/ 283398 h 283398"/>
                <a:gd name="connsiteX4" fmla="*/ 94467 w 229418"/>
                <a:gd name="connsiteY4" fmla="*/ 283398 h 283398"/>
                <a:gd name="connsiteX5" fmla="*/ 94467 w 229418"/>
                <a:gd name="connsiteY5" fmla="*/ 182185 h 283398"/>
                <a:gd name="connsiteX6" fmla="*/ 114709 w 229418"/>
                <a:gd name="connsiteY6" fmla="*/ 182185 h 283398"/>
                <a:gd name="connsiteX7" fmla="*/ 188933 w 229418"/>
                <a:gd name="connsiteY7" fmla="*/ 114709 h 283398"/>
                <a:gd name="connsiteX8" fmla="*/ 114709 w 229418"/>
                <a:gd name="connsiteY8" fmla="*/ 40485 h 283398"/>
                <a:gd name="connsiteX9" fmla="*/ 40486 w 229418"/>
                <a:gd name="connsiteY9" fmla="*/ 114709 h 283398"/>
                <a:gd name="connsiteX10" fmla="*/ 0 w 229418"/>
                <a:gd name="connsiteY10" fmla="*/ 114709 h 283398"/>
                <a:gd name="connsiteX11" fmla="*/ 114709 w 229418"/>
                <a:gd name="connsiteY11" fmla="*/ 0 h 283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418" h="283398">
                  <a:moveTo>
                    <a:pt x="114709" y="0"/>
                  </a:moveTo>
                  <a:cubicBezTo>
                    <a:pt x="178812" y="0"/>
                    <a:pt x="229418" y="50607"/>
                    <a:pt x="229418" y="114709"/>
                  </a:cubicBezTo>
                  <a:cubicBezTo>
                    <a:pt x="229418" y="172064"/>
                    <a:pt x="191632" y="213223"/>
                    <a:pt x="134952" y="221321"/>
                  </a:cubicBezTo>
                  <a:cubicBezTo>
                    <a:pt x="134952" y="238864"/>
                    <a:pt x="134952" y="283398"/>
                    <a:pt x="134952" y="283398"/>
                  </a:cubicBezTo>
                  <a:lnTo>
                    <a:pt x="94467" y="283398"/>
                  </a:lnTo>
                  <a:lnTo>
                    <a:pt x="94467" y="182185"/>
                  </a:lnTo>
                  <a:lnTo>
                    <a:pt x="114709" y="182185"/>
                  </a:lnTo>
                  <a:cubicBezTo>
                    <a:pt x="159918" y="182185"/>
                    <a:pt x="188933" y="155869"/>
                    <a:pt x="188933" y="114709"/>
                  </a:cubicBezTo>
                  <a:cubicBezTo>
                    <a:pt x="188933" y="72199"/>
                    <a:pt x="157219" y="40485"/>
                    <a:pt x="114709" y="40485"/>
                  </a:cubicBezTo>
                  <a:cubicBezTo>
                    <a:pt x="68151" y="40485"/>
                    <a:pt x="40486" y="68151"/>
                    <a:pt x="40486" y="114709"/>
                  </a:cubicBezTo>
                  <a:lnTo>
                    <a:pt x="0" y="114709"/>
                  </a:lnTo>
                  <a:cubicBezTo>
                    <a:pt x="0" y="45883"/>
                    <a:pt x="45884" y="0"/>
                    <a:pt x="114709" y="0"/>
                  </a:cubicBezTo>
                  <a:close/>
                </a:path>
              </a:pathLst>
            </a:custGeom>
            <a:solidFill>
              <a:schemeClr val="accent1"/>
            </a:solidFill>
            <a:ln w="9525" cap="flat">
              <a:noFill/>
              <a:prstDash val="solid"/>
              <a:miter/>
            </a:ln>
          </p:spPr>
          <p:txBody>
            <a:bodyPr rtlCol="0" anchor="ctr"/>
            <a:lstStyle/>
            <a:p>
              <a:endParaRPr lang="en-GB"/>
            </a:p>
          </p:txBody>
        </p:sp>
        <p:sp>
          <p:nvSpPr>
            <p:cNvPr id="9" name="Freeform: Shape 8" descr="Help with solid fill">
              <a:extLst>
                <a:ext uri="{FF2B5EF4-FFF2-40B4-BE49-F238E27FC236}">
                  <a16:creationId xmlns:a16="http://schemas.microsoft.com/office/drawing/2014/main" id="{99DA60A6-E2B1-2479-F0DA-7963E5501C8E}"/>
                </a:ext>
              </a:extLst>
            </p:cNvPr>
            <p:cNvSpPr>
              <a:spLocks noChangeAspect="1"/>
            </p:cNvSpPr>
            <p:nvPr/>
          </p:nvSpPr>
          <p:spPr>
            <a:xfrm rot="1800000">
              <a:off x="3723372" y="932664"/>
              <a:ext cx="67476" cy="67475"/>
            </a:xfrm>
            <a:custGeom>
              <a:avLst/>
              <a:gdLst>
                <a:gd name="connsiteX0" fmla="*/ 33738 w 67476"/>
                <a:gd name="connsiteY0" fmla="*/ 0 h 67475"/>
                <a:gd name="connsiteX1" fmla="*/ 67476 w 67476"/>
                <a:gd name="connsiteY1" fmla="*/ 33737 h 67475"/>
                <a:gd name="connsiteX2" fmla="*/ 33738 w 67476"/>
                <a:gd name="connsiteY2" fmla="*/ 67475 h 67475"/>
                <a:gd name="connsiteX3" fmla="*/ 0 w 67476"/>
                <a:gd name="connsiteY3" fmla="*/ 33737 h 67475"/>
                <a:gd name="connsiteX4" fmla="*/ 33738 w 67476"/>
                <a:gd name="connsiteY4" fmla="*/ 0 h 6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6" h="67475">
                  <a:moveTo>
                    <a:pt x="33738" y="0"/>
                  </a:moveTo>
                  <a:cubicBezTo>
                    <a:pt x="52631" y="0"/>
                    <a:pt x="67476" y="14844"/>
                    <a:pt x="67476" y="33737"/>
                  </a:cubicBezTo>
                  <a:cubicBezTo>
                    <a:pt x="67476" y="52631"/>
                    <a:pt x="52631" y="67475"/>
                    <a:pt x="33738" y="67475"/>
                  </a:cubicBezTo>
                  <a:cubicBezTo>
                    <a:pt x="14845" y="67475"/>
                    <a:pt x="0" y="52631"/>
                    <a:pt x="0" y="33737"/>
                  </a:cubicBezTo>
                  <a:cubicBezTo>
                    <a:pt x="0" y="14844"/>
                    <a:pt x="14845" y="0"/>
                    <a:pt x="33738" y="0"/>
                  </a:cubicBezTo>
                  <a:close/>
                </a:path>
              </a:pathLst>
            </a:custGeom>
            <a:noFill/>
            <a:ln w="19050" cap="flat">
              <a:solidFill>
                <a:schemeClr val="tx1"/>
              </a:solidFill>
              <a:prstDash val="solid"/>
              <a:miter/>
            </a:ln>
          </p:spPr>
          <p:txBody>
            <a:bodyPr rtlCol="0" anchor="ctr"/>
            <a:lstStyle/>
            <a:p>
              <a:endParaRPr lang="en-GB"/>
            </a:p>
          </p:txBody>
        </p:sp>
      </p:grpSp>
      <p:grpSp>
        <p:nvGrpSpPr>
          <p:cNvPr id="41" name="Group 40">
            <a:extLst>
              <a:ext uri="{FF2B5EF4-FFF2-40B4-BE49-F238E27FC236}">
                <a16:creationId xmlns:a16="http://schemas.microsoft.com/office/drawing/2014/main" id="{C8E26016-5932-81A9-C50A-B99954408BB9}"/>
              </a:ext>
            </a:extLst>
          </p:cNvPr>
          <p:cNvGrpSpPr/>
          <p:nvPr/>
        </p:nvGrpSpPr>
        <p:grpSpPr>
          <a:xfrm>
            <a:off x="1090272" y="2672776"/>
            <a:ext cx="7346851" cy="952741"/>
            <a:chOff x="1090272" y="2672776"/>
            <a:chExt cx="10720728" cy="952741"/>
          </a:xfrm>
        </p:grpSpPr>
        <p:sp>
          <p:nvSpPr>
            <p:cNvPr id="14" name="Content Placeholder 18">
              <a:extLst>
                <a:ext uri="{FF2B5EF4-FFF2-40B4-BE49-F238E27FC236}">
                  <a16:creationId xmlns:a16="http://schemas.microsoft.com/office/drawing/2014/main" id="{5302AB40-F545-D74F-73DB-CFF426209775}"/>
                </a:ext>
              </a:extLst>
            </p:cNvPr>
            <p:cNvSpPr txBox="1">
              <a:spLocks/>
            </p:cNvSpPr>
            <p:nvPr/>
          </p:nvSpPr>
          <p:spPr>
            <a:xfrm>
              <a:off x="1090272" y="3007842"/>
              <a:ext cx="10720728" cy="617675"/>
            </a:xfrm>
            <a:prstGeom prst="rect">
              <a:avLst/>
            </a:prstGeom>
          </p:spPr>
          <p:txBody>
            <a:bodyPr lIns="0"/>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GB"/>
                <a:t>We use it in final deliverables only</a:t>
              </a:r>
            </a:p>
            <a:p>
              <a:pPr>
                <a:spcBef>
                  <a:spcPts val="600"/>
                </a:spcBef>
              </a:pPr>
              <a:r>
                <a:rPr lang="en-GB"/>
                <a:t>It is an overview decks for senior clients</a:t>
              </a:r>
            </a:p>
          </p:txBody>
        </p:sp>
        <p:sp>
          <p:nvSpPr>
            <p:cNvPr id="15" name="Text Placeholder 12">
              <a:extLst>
                <a:ext uri="{FF2B5EF4-FFF2-40B4-BE49-F238E27FC236}">
                  <a16:creationId xmlns:a16="http://schemas.microsoft.com/office/drawing/2014/main" id="{D3188B9A-30EB-9FDB-EB14-DDBB2CEF8820}"/>
                </a:ext>
              </a:extLst>
            </p:cNvPr>
            <p:cNvSpPr txBox="1">
              <a:spLocks/>
            </p:cNvSpPr>
            <p:nvPr/>
          </p:nvSpPr>
          <p:spPr>
            <a:xfrm>
              <a:off x="1090272" y="2672776"/>
              <a:ext cx="10720728" cy="396877"/>
            </a:xfrm>
            <a:prstGeom prst="rect">
              <a:avLst/>
            </a:prstGeom>
            <a:noFill/>
          </p:spPr>
          <p:txBody>
            <a:bodyPr vert="horz" wrap="square" lIns="0" tIns="45720" rIns="0" bIns="45720" rtlCol="0" anchor="ctr">
              <a:noAutofit/>
            </a:bodyPr>
            <a:lstStyle>
              <a:lvl1pPr marL="0" indent="0" algn="l" defTabSz="914400" rtl="0" eaLnBrk="1" latinLnBrk="0" hangingPunct="1">
                <a:lnSpc>
                  <a:spcPct val="100000"/>
                </a:lnSpc>
                <a:spcBef>
                  <a:spcPts val="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bg2"/>
                  </a:solidFill>
                </a:rPr>
                <a:t>When do we use them?</a:t>
              </a:r>
            </a:p>
          </p:txBody>
        </p:sp>
      </p:grpSp>
      <p:grpSp>
        <p:nvGrpSpPr>
          <p:cNvPr id="10" name="Group 9">
            <a:extLst>
              <a:ext uri="{FF2B5EF4-FFF2-40B4-BE49-F238E27FC236}">
                <a16:creationId xmlns:a16="http://schemas.microsoft.com/office/drawing/2014/main" id="{499E7470-9856-CEEF-53D0-37F9D0A56864}"/>
              </a:ext>
            </a:extLst>
          </p:cNvPr>
          <p:cNvGrpSpPr/>
          <p:nvPr/>
        </p:nvGrpSpPr>
        <p:grpSpPr>
          <a:xfrm>
            <a:off x="539470" y="2775957"/>
            <a:ext cx="270894" cy="746379"/>
            <a:chOff x="3723372" y="454764"/>
            <a:chExt cx="270894" cy="746379"/>
          </a:xfrm>
        </p:grpSpPr>
        <p:cxnSp>
          <p:nvCxnSpPr>
            <p:cNvPr id="12" name="Straight Connector 11">
              <a:extLst>
                <a:ext uri="{FF2B5EF4-FFF2-40B4-BE49-F238E27FC236}">
                  <a16:creationId xmlns:a16="http://schemas.microsoft.com/office/drawing/2014/main" id="{5AAEF58B-1153-038F-D627-C52B241C1D5C}"/>
                </a:ext>
              </a:extLst>
            </p:cNvPr>
            <p:cNvCxnSpPr/>
            <p:nvPr/>
          </p:nvCxnSpPr>
          <p:spPr>
            <a:xfrm rot="1800000">
              <a:off x="3760120" y="454764"/>
              <a:ext cx="0" cy="305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CD92E7-48E7-B072-6C27-5EBD75AADB2B}"/>
                </a:ext>
              </a:extLst>
            </p:cNvPr>
            <p:cNvCxnSpPr>
              <a:cxnSpLocks/>
            </p:cNvCxnSpPr>
            <p:nvPr/>
          </p:nvCxnSpPr>
          <p:spPr>
            <a:xfrm rot="1800000">
              <a:off x="3987298" y="797639"/>
              <a:ext cx="0" cy="1327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115F999-29DC-2899-C205-E636F1822557}"/>
                </a:ext>
              </a:extLst>
            </p:cNvPr>
            <p:cNvCxnSpPr>
              <a:cxnSpLocks/>
            </p:cNvCxnSpPr>
            <p:nvPr/>
          </p:nvCxnSpPr>
          <p:spPr>
            <a:xfrm rot="1800000">
              <a:off x="3994266" y="865180"/>
              <a:ext cx="0" cy="3359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Freeform: Shape 19" descr="Help with solid fill">
              <a:extLst>
                <a:ext uri="{FF2B5EF4-FFF2-40B4-BE49-F238E27FC236}">
                  <a16:creationId xmlns:a16="http://schemas.microsoft.com/office/drawing/2014/main" id="{97944947-A3D4-37BA-5E1F-C81E53777E3C}"/>
                </a:ext>
              </a:extLst>
            </p:cNvPr>
            <p:cNvSpPr>
              <a:spLocks noChangeAspect="1"/>
            </p:cNvSpPr>
            <p:nvPr/>
          </p:nvSpPr>
          <p:spPr>
            <a:xfrm rot="1800000">
              <a:off x="3743615" y="649394"/>
              <a:ext cx="229418" cy="283398"/>
            </a:xfrm>
            <a:custGeom>
              <a:avLst/>
              <a:gdLst>
                <a:gd name="connsiteX0" fmla="*/ 114709 w 229418"/>
                <a:gd name="connsiteY0" fmla="*/ 0 h 283398"/>
                <a:gd name="connsiteX1" fmla="*/ 229418 w 229418"/>
                <a:gd name="connsiteY1" fmla="*/ 114709 h 283398"/>
                <a:gd name="connsiteX2" fmla="*/ 134952 w 229418"/>
                <a:gd name="connsiteY2" fmla="*/ 221321 h 283398"/>
                <a:gd name="connsiteX3" fmla="*/ 134952 w 229418"/>
                <a:gd name="connsiteY3" fmla="*/ 283398 h 283398"/>
                <a:gd name="connsiteX4" fmla="*/ 94467 w 229418"/>
                <a:gd name="connsiteY4" fmla="*/ 283398 h 283398"/>
                <a:gd name="connsiteX5" fmla="*/ 94467 w 229418"/>
                <a:gd name="connsiteY5" fmla="*/ 182185 h 283398"/>
                <a:gd name="connsiteX6" fmla="*/ 114709 w 229418"/>
                <a:gd name="connsiteY6" fmla="*/ 182185 h 283398"/>
                <a:gd name="connsiteX7" fmla="*/ 188933 w 229418"/>
                <a:gd name="connsiteY7" fmla="*/ 114709 h 283398"/>
                <a:gd name="connsiteX8" fmla="*/ 114709 w 229418"/>
                <a:gd name="connsiteY8" fmla="*/ 40485 h 283398"/>
                <a:gd name="connsiteX9" fmla="*/ 40486 w 229418"/>
                <a:gd name="connsiteY9" fmla="*/ 114709 h 283398"/>
                <a:gd name="connsiteX10" fmla="*/ 0 w 229418"/>
                <a:gd name="connsiteY10" fmla="*/ 114709 h 283398"/>
                <a:gd name="connsiteX11" fmla="*/ 114709 w 229418"/>
                <a:gd name="connsiteY11" fmla="*/ 0 h 283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418" h="283398">
                  <a:moveTo>
                    <a:pt x="114709" y="0"/>
                  </a:moveTo>
                  <a:cubicBezTo>
                    <a:pt x="178812" y="0"/>
                    <a:pt x="229418" y="50607"/>
                    <a:pt x="229418" y="114709"/>
                  </a:cubicBezTo>
                  <a:cubicBezTo>
                    <a:pt x="229418" y="172064"/>
                    <a:pt x="191632" y="213223"/>
                    <a:pt x="134952" y="221321"/>
                  </a:cubicBezTo>
                  <a:cubicBezTo>
                    <a:pt x="134952" y="238864"/>
                    <a:pt x="134952" y="283398"/>
                    <a:pt x="134952" y="283398"/>
                  </a:cubicBezTo>
                  <a:lnTo>
                    <a:pt x="94467" y="283398"/>
                  </a:lnTo>
                  <a:lnTo>
                    <a:pt x="94467" y="182185"/>
                  </a:lnTo>
                  <a:lnTo>
                    <a:pt x="114709" y="182185"/>
                  </a:lnTo>
                  <a:cubicBezTo>
                    <a:pt x="159918" y="182185"/>
                    <a:pt x="188933" y="155869"/>
                    <a:pt x="188933" y="114709"/>
                  </a:cubicBezTo>
                  <a:cubicBezTo>
                    <a:pt x="188933" y="72199"/>
                    <a:pt x="157219" y="40485"/>
                    <a:pt x="114709" y="40485"/>
                  </a:cubicBezTo>
                  <a:cubicBezTo>
                    <a:pt x="68151" y="40485"/>
                    <a:pt x="40486" y="68151"/>
                    <a:pt x="40486" y="114709"/>
                  </a:cubicBezTo>
                  <a:lnTo>
                    <a:pt x="0" y="114709"/>
                  </a:lnTo>
                  <a:cubicBezTo>
                    <a:pt x="0" y="45883"/>
                    <a:pt x="45884" y="0"/>
                    <a:pt x="114709" y="0"/>
                  </a:cubicBezTo>
                  <a:close/>
                </a:path>
              </a:pathLst>
            </a:custGeom>
            <a:solidFill>
              <a:schemeClr val="accent1"/>
            </a:solidFill>
            <a:ln w="9525" cap="flat">
              <a:noFill/>
              <a:prstDash val="solid"/>
              <a:miter/>
            </a:ln>
          </p:spPr>
          <p:txBody>
            <a:bodyPr rtlCol="0" anchor="ctr"/>
            <a:lstStyle/>
            <a:p>
              <a:endParaRPr lang="en-GB"/>
            </a:p>
          </p:txBody>
        </p:sp>
        <p:sp>
          <p:nvSpPr>
            <p:cNvPr id="23" name="Freeform: Shape 22" descr="Help with solid fill">
              <a:extLst>
                <a:ext uri="{FF2B5EF4-FFF2-40B4-BE49-F238E27FC236}">
                  <a16:creationId xmlns:a16="http://schemas.microsoft.com/office/drawing/2014/main" id="{79613AB1-DAF2-0D1E-07FE-2313820B717E}"/>
                </a:ext>
              </a:extLst>
            </p:cNvPr>
            <p:cNvSpPr>
              <a:spLocks noChangeAspect="1"/>
            </p:cNvSpPr>
            <p:nvPr/>
          </p:nvSpPr>
          <p:spPr>
            <a:xfrm rot="1800000">
              <a:off x="3723372" y="932664"/>
              <a:ext cx="67476" cy="67475"/>
            </a:xfrm>
            <a:custGeom>
              <a:avLst/>
              <a:gdLst>
                <a:gd name="connsiteX0" fmla="*/ 33738 w 67476"/>
                <a:gd name="connsiteY0" fmla="*/ 0 h 67475"/>
                <a:gd name="connsiteX1" fmla="*/ 67476 w 67476"/>
                <a:gd name="connsiteY1" fmla="*/ 33737 h 67475"/>
                <a:gd name="connsiteX2" fmla="*/ 33738 w 67476"/>
                <a:gd name="connsiteY2" fmla="*/ 67475 h 67475"/>
                <a:gd name="connsiteX3" fmla="*/ 0 w 67476"/>
                <a:gd name="connsiteY3" fmla="*/ 33737 h 67475"/>
                <a:gd name="connsiteX4" fmla="*/ 33738 w 67476"/>
                <a:gd name="connsiteY4" fmla="*/ 0 h 6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6" h="67475">
                  <a:moveTo>
                    <a:pt x="33738" y="0"/>
                  </a:moveTo>
                  <a:cubicBezTo>
                    <a:pt x="52631" y="0"/>
                    <a:pt x="67476" y="14844"/>
                    <a:pt x="67476" y="33737"/>
                  </a:cubicBezTo>
                  <a:cubicBezTo>
                    <a:pt x="67476" y="52631"/>
                    <a:pt x="52631" y="67475"/>
                    <a:pt x="33738" y="67475"/>
                  </a:cubicBezTo>
                  <a:cubicBezTo>
                    <a:pt x="14845" y="67475"/>
                    <a:pt x="0" y="52631"/>
                    <a:pt x="0" y="33737"/>
                  </a:cubicBezTo>
                  <a:cubicBezTo>
                    <a:pt x="0" y="14844"/>
                    <a:pt x="14845" y="0"/>
                    <a:pt x="33738" y="0"/>
                  </a:cubicBezTo>
                  <a:close/>
                </a:path>
              </a:pathLst>
            </a:custGeom>
            <a:noFill/>
            <a:ln w="19050" cap="flat">
              <a:solidFill>
                <a:schemeClr val="tx1"/>
              </a:solidFill>
              <a:prstDash val="solid"/>
              <a:miter/>
            </a:ln>
          </p:spPr>
          <p:txBody>
            <a:bodyPr rtlCol="0" anchor="ctr"/>
            <a:lstStyle/>
            <a:p>
              <a:endParaRPr lang="en-GB"/>
            </a:p>
          </p:txBody>
        </p:sp>
      </p:grpSp>
      <p:grpSp>
        <p:nvGrpSpPr>
          <p:cNvPr id="42" name="Group 41">
            <a:extLst>
              <a:ext uri="{FF2B5EF4-FFF2-40B4-BE49-F238E27FC236}">
                <a16:creationId xmlns:a16="http://schemas.microsoft.com/office/drawing/2014/main" id="{3395FF35-DBE1-1834-C9BC-F80B62F0A161}"/>
              </a:ext>
            </a:extLst>
          </p:cNvPr>
          <p:cNvGrpSpPr/>
          <p:nvPr/>
        </p:nvGrpSpPr>
        <p:grpSpPr>
          <a:xfrm>
            <a:off x="1090272" y="3862016"/>
            <a:ext cx="7346851" cy="952741"/>
            <a:chOff x="1090272" y="3862016"/>
            <a:chExt cx="10720728" cy="952741"/>
          </a:xfrm>
        </p:grpSpPr>
        <p:sp>
          <p:nvSpPr>
            <p:cNvPr id="17" name="Content Placeholder 18">
              <a:extLst>
                <a:ext uri="{FF2B5EF4-FFF2-40B4-BE49-F238E27FC236}">
                  <a16:creationId xmlns:a16="http://schemas.microsoft.com/office/drawing/2014/main" id="{4B3A1CE7-3529-22B8-DFF1-40FD7768EBF8}"/>
                </a:ext>
              </a:extLst>
            </p:cNvPr>
            <p:cNvSpPr txBox="1">
              <a:spLocks/>
            </p:cNvSpPr>
            <p:nvPr/>
          </p:nvSpPr>
          <p:spPr>
            <a:xfrm>
              <a:off x="1090272" y="4197082"/>
              <a:ext cx="8392770" cy="617675"/>
            </a:xfrm>
            <a:prstGeom prst="rect">
              <a:avLst/>
            </a:prstGeom>
          </p:spPr>
          <p:txBody>
            <a:bodyPr lIns="0"/>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GB"/>
                <a:t>Provides your audience with a succinct overview of your project in a single slide</a:t>
              </a:r>
            </a:p>
            <a:p>
              <a:pPr>
                <a:spcBef>
                  <a:spcPts val="600"/>
                </a:spcBef>
              </a:pPr>
              <a:r>
                <a:rPr lang="en-GB"/>
                <a:t>They can understand your points and recommendations even if they don’t have time to review the deck</a:t>
              </a:r>
            </a:p>
          </p:txBody>
        </p:sp>
        <p:sp>
          <p:nvSpPr>
            <p:cNvPr id="19" name="Text Placeholder 12">
              <a:extLst>
                <a:ext uri="{FF2B5EF4-FFF2-40B4-BE49-F238E27FC236}">
                  <a16:creationId xmlns:a16="http://schemas.microsoft.com/office/drawing/2014/main" id="{AA408E14-9E5F-48E7-4B76-E65B642A3AC7}"/>
                </a:ext>
              </a:extLst>
            </p:cNvPr>
            <p:cNvSpPr txBox="1">
              <a:spLocks/>
            </p:cNvSpPr>
            <p:nvPr/>
          </p:nvSpPr>
          <p:spPr>
            <a:xfrm>
              <a:off x="1090272" y="3862016"/>
              <a:ext cx="10720728" cy="396877"/>
            </a:xfrm>
            <a:prstGeom prst="rect">
              <a:avLst/>
            </a:prstGeom>
            <a:noFill/>
          </p:spPr>
          <p:txBody>
            <a:bodyPr vert="horz" wrap="square" lIns="0" tIns="45720" rIns="228600" bIns="45720" rtlCol="0" anchor="ctr">
              <a:noAutofit/>
            </a:bodyPr>
            <a:lstStyle>
              <a:lvl1pPr marL="0" indent="0" algn="l" defTabSz="914400" rtl="0" eaLnBrk="1" latinLnBrk="0" hangingPunct="1">
                <a:lnSpc>
                  <a:spcPct val="100000"/>
                </a:lnSpc>
                <a:spcBef>
                  <a:spcPts val="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bg2"/>
                  </a:solidFill>
                </a:rPr>
                <a:t>Why are they helpful?</a:t>
              </a:r>
            </a:p>
          </p:txBody>
        </p:sp>
      </p:grpSp>
      <p:grpSp>
        <p:nvGrpSpPr>
          <p:cNvPr id="24" name="Group 23">
            <a:extLst>
              <a:ext uri="{FF2B5EF4-FFF2-40B4-BE49-F238E27FC236}">
                <a16:creationId xmlns:a16="http://schemas.microsoft.com/office/drawing/2014/main" id="{EF30EE00-5E62-EA52-BAAF-40F646C43AD1}"/>
              </a:ext>
            </a:extLst>
          </p:cNvPr>
          <p:cNvGrpSpPr/>
          <p:nvPr/>
        </p:nvGrpSpPr>
        <p:grpSpPr>
          <a:xfrm>
            <a:off x="539470" y="3965197"/>
            <a:ext cx="270894" cy="746379"/>
            <a:chOff x="3723372" y="454764"/>
            <a:chExt cx="270894" cy="746379"/>
          </a:xfrm>
        </p:grpSpPr>
        <p:cxnSp>
          <p:nvCxnSpPr>
            <p:cNvPr id="25" name="Straight Connector 24">
              <a:extLst>
                <a:ext uri="{FF2B5EF4-FFF2-40B4-BE49-F238E27FC236}">
                  <a16:creationId xmlns:a16="http://schemas.microsoft.com/office/drawing/2014/main" id="{557D429A-9F93-9CED-247B-6B769089713F}"/>
                </a:ext>
              </a:extLst>
            </p:cNvPr>
            <p:cNvCxnSpPr/>
            <p:nvPr/>
          </p:nvCxnSpPr>
          <p:spPr>
            <a:xfrm rot="1800000">
              <a:off x="3760120" y="454764"/>
              <a:ext cx="0" cy="305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84ADA2-12E6-2386-C81B-E4B645BF6E57}"/>
                </a:ext>
              </a:extLst>
            </p:cNvPr>
            <p:cNvCxnSpPr>
              <a:cxnSpLocks/>
            </p:cNvCxnSpPr>
            <p:nvPr/>
          </p:nvCxnSpPr>
          <p:spPr>
            <a:xfrm rot="1800000">
              <a:off x="3987298" y="797639"/>
              <a:ext cx="0" cy="1327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3622B4-3FAD-B26C-FBE8-1E5CA26E853E}"/>
                </a:ext>
              </a:extLst>
            </p:cNvPr>
            <p:cNvCxnSpPr>
              <a:cxnSpLocks/>
            </p:cNvCxnSpPr>
            <p:nvPr/>
          </p:nvCxnSpPr>
          <p:spPr>
            <a:xfrm rot="1800000">
              <a:off x="3994266" y="865180"/>
              <a:ext cx="0" cy="3359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Freeform: Shape 27" descr="Help with solid fill">
              <a:extLst>
                <a:ext uri="{FF2B5EF4-FFF2-40B4-BE49-F238E27FC236}">
                  <a16:creationId xmlns:a16="http://schemas.microsoft.com/office/drawing/2014/main" id="{1A0F24F0-E293-CC92-4C13-4B913DA3E230}"/>
                </a:ext>
              </a:extLst>
            </p:cNvPr>
            <p:cNvSpPr>
              <a:spLocks noChangeAspect="1"/>
            </p:cNvSpPr>
            <p:nvPr/>
          </p:nvSpPr>
          <p:spPr>
            <a:xfrm rot="1800000">
              <a:off x="3743615" y="649394"/>
              <a:ext cx="229418" cy="283398"/>
            </a:xfrm>
            <a:custGeom>
              <a:avLst/>
              <a:gdLst>
                <a:gd name="connsiteX0" fmla="*/ 114709 w 229418"/>
                <a:gd name="connsiteY0" fmla="*/ 0 h 283398"/>
                <a:gd name="connsiteX1" fmla="*/ 229418 w 229418"/>
                <a:gd name="connsiteY1" fmla="*/ 114709 h 283398"/>
                <a:gd name="connsiteX2" fmla="*/ 134952 w 229418"/>
                <a:gd name="connsiteY2" fmla="*/ 221321 h 283398"/>
                <a:gd name="connsiteX3" fmla="*/ 134952 w 229418"/>
                <a:gd name="connsiteY3" fmla="*/ 283398 h 283398"/>
                <a:gd name="connsiteX4" fmla="*/ 94467 w 229418"/>
                <a:gd name="connsiteY4" fmla="*/ 283398 h 283398"/>
                <a:gd name="connsiteX5" fmla="*/ 94467 w 229418"/>
                <a:gd name="connsiteY5" fmla="*/ 182185 h 283398"/>
                <a:gd name="connsiteX6" fmla="*/ 114709 w 229418"/>
                <a:gd name="connsiteY6" fmla="*/ 182185 h 283398"/>
                <a:gd name="connsiteX7" fmla="*/ 188933 w 229418"/>
                <a:gd name="connsiteY7" fmla="*/ 114709 h 283398"/>
                <a:gd name="connsiteX8" fmla="*/ 114709 w 229418"/>
                <a:gd name="connsiteY8" fmla="*/ 40485 h 283398"/>
                <a:gd name="connsiteX9" fmla="*/ 40486 w 229418"/>
                <a:gd name="connsiteY9" fmla="*/ 114709 h 283398"/>
                <a:gd name="connsiteX10" fmla="*/ 0 w 229418"/>
                <a:gd name="connsiteY10" fmla="*/ 114709 h 283398"/>
                <a:gd name="connsiteX11" fmla="*/ 114709 w 229418"/>
                <a:gd name="connsiteY11" fmla="*/ 0 h 283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418" h="283398">
                  <a:moveTo>
                    <a:pt x="114709" y="0"/>
                  </a:moveTo>
                  <a:cubicBezTo>
                    <a:pt x="178812" y="0"/>
                    <a:pt x="229418" y="50607"/>
                    <a:pt x="229418" y="114709"/>
                  </a:cubicBezTo>
                  <a:cubicBezTo>
                    <a:pt x="229418" y="172064"/>
                    <a:pt x="191632" y="213223"/>
                    <a:pt x="134952" y="221321"/>
                  </a:cubicBezTo>
                  <a:cubicBezTo>
                    <a:pt x="134952" y="238864"/>
                    <a:pt x="134952" y="283398"/>
                    <a:pt x="134952" y="283398"/>
                  </a:cubicBezTo>
                  <a:lnTo>
                    <a:pt x="94467" y="283398"/>
                  </a:lnTo>
                  <a:lnTo>
                    <a:pt x="94467" y="182185"/>
                  </a:lnTo>
                  <a:lnTo>
                    <a:pt x="114709" y="182185"/>
                  </a:lnTo>
                  <a:cubicBezTo>
                    <a:pt x="159918" y="182185"/>
                    <a:pt x="188933" y="155869"/>
                    <a:pt x="188933" y="114709"/>
                  </a:cubicBezTo>
                  <a:cubicBezTo>
                    <a:pt x="188933" y="72199"/>
                    <a:pt x="157219" y="40485"/>
                    <a:pt x="114709" y="40485"/>
                  </a:cubicBezTo>
                  <a:cubicBezTo>
                    <a:pt x="68151" y="40485"/>
                    <a:pt x="40486" y="68151"/>
                    <a:pt x="40486" y="114709"/>
                  </a:cubicBezTo>
                  <a:lnTo>
                    <a:pt x="0" y="114709"/>
                  </a:lnTo>
                  <a:cubicBezTo>
                    <a:pt x="0" y="45883"/>
                    <a:pt x="45884" y="0"/>
                    <a:pt x="114709" y="0"/>
                  </a:cubicBezTo>
                  <a:close/>
                </a:path>
              </a:pathLst>
            </a:custGeom>
            <a:solidFill>
              <a:schemeClr val="accent1"/>
            </a:solidFill>
            <a:ln w="9525" cap="flat">
              <a:noFill/>
              <a:prstDash val="solid"/>
              <a:miter/>
            </a:ln>
          </p:spPr>
          <p:txBody>
            <a:bodyPr rtlCol="0" anchor="ctr"/>
            <a:lstStyle/>
            <a:p>
              <a:endParaRPr lang="en-GB"/>
            </a:p>
          </p:txBody>
        </p:sp>
        <p:sp>
          <p:nvSpPr>
            <p:cNvPr id="29" name="Freeform: Shape 28" descr="Help with solid fill">
              <a:extLst>
                <a:ext uri="{FF2B5EF4-FFF2-40B4-BE49-F238E27FC236}">
                  <a16:creationId xmlns:a16="http://schemas.microsoft.com/office/drawing/2014/main" id="{30F59E62-6FA5-33CD-966F-F7AE4887D868}"/>
                </a:ext>
              </a:extLst>
            </p:cNvPr>
            <p:cNvSpPr>
              <a:spLocks noChangeAspect="1"/>
            </p:cNvSpPr>
            <p:nvPr/>
          </p:nvSpPr>
          <p:spPr>
            <a:xfrm rot="1800000">
              <a:off x="3723372" y="932664"/>
              <a:ext cx="67476" cy="67475"/>
            </a:xfrm>
            <a:custGeom>
              <a:avLst/>
              <a:gdLst>
                <a:gd name="connsiteX0" fmla="*/ 33738 w 67476"/>
                <a:gd name="connsiteY0" fmla="*/ 0 h 67475"/>
                <a:gd name="connsiteX1" fmla="*/ 67476 w 67476"/>
                <a:gd name="connsiteY1" fmla="*/ 33737 h 67475"/>
                <a:gd name="connsiteX2" fmla="*/ 33738 w 67476"/>
                <a:gd name="connsiteY2" fmla="*/ 67475 h 67475"/>
                <a:gd name="connsiteX3" fmla="*/ 0 w 67476"/>
                <a:gd name="connsiteY3" fmla="*/ 33737 h 67475"/>
                <a:gd name="connsiteX4" fmla="*/ 33738 w 67476"/>
                <a:gd name="connsiteY4" fmla="*/ 0 h 6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6" h="67475">
                  <a:moveTo>
                    <a:pt x="33738" y="0"/>
                  </a:moveTo>
                  <a:cubicBezTo>
                    <a:pt x="52631" y="0"/>
                    <a:pt x="67476" y="14844"/>
                    <a:pt x="67476" y="33737"/>
                  </a:cubicBezTo>
                  <a:cubicBezTo>
                    <a:pt x="67476" y="52631"/>
                    <a:pt x="52631" y="67475"/>
                    <a:pt x="33738" y="67475"/>
                  </a:cubicBezTo>
                  <a:cubicBezTo>
                    <a:pt x="14845" y="67475"/>
                    <a:pt x="0" y="52631"/>
                    <a:pt x="0" y="33737"/>
                  </a:cubicBezTo>
                  <a:cubicBezTo>
                    <a:pt x="0" y="14844"/>
                    <a:pt x="14845" y="0"/>
                    <a:pt x="33738" y="0"/>
                  </a:cubicBezTo>
                  <a:close/>
                </a:path>
              </a:pathLst>
            </a:custGeom>
            <a:noFill/>
            <a:ln w="19050" cap="flat">
              <a:solidFill>
                <a:schemeClr val="tx1"/>
              </a:solidFill>
              <a:prstDash val="solid"/>
              <a:miter/>
            </a:ln>
          </p:spPr>
          <p:txBody>
            <a:bodyPr rtlCol="0" anchor="ctr"/>
            <a:lstStyle/>
            <a:p>
              <a:endParaRPr lang="en-GB"/>
            </a:p>
          </p:txBody>
        </p:sp>
      </p:grpSp>
      <p:grpSp>
        <p:nvGrpSpPr>
          <p:cNvPr id="30" name="Group 29">
            <a:extLst>
              <a:ext uri="{FF2B5EF4-FFF2-40B4-BE49-F238E27FC236}">
                <a16:creationId xmlns:a16="http://schemas.microsoft.com/office/drawing/2014/main" id="{0243E6B8-0839-5B53-3E48-416CC3292359}"/>
              </a:ext>
            </a:extLst>
          </p:cNvPr>
          <p:cNvGrpSpPr/>
          <p:nvPr/>
        </p:nvGrpSpPr>
        <p:grpSpPr>
          <a:xfrm>
            <a:off x="539470" y="5154436"/>
            <a:ext cx="270894" cy="746379"/>
            <a:chOff x="3723372" y="454764"/>
            <a:chExt cx="270894" cy="746379"/>
          </a:xfrm>
        </p:grpSpPr>
        <p:cxnSp>
          <p:nvCxnSpPr>
            <p:cNvPr id="31" name="Straight Connector 30">
              <a:extLst>
                <a:ext uri="{FF2B5EF4-FFF2-40B4-BE49-F238E27FC236}">
                  <a16:creationId xmlns:a16="http://schemas.microsoft.com/office/drawing/2014/main" id="{F57D0B27-B9ED-25D2-F9EF-D7EE67C34B36}"/>
                </a:ext>
              </a:extLst>
            </p:cNvPr>
            <p:cNvCxnSpPr/>
            <p:nvPr/>
          </p:nvCxnSpPr>
          <p:spPr>
            <a:xfrm rot="1800000">
              <a:off x="3760120" y="454764"/>
              <a:ext cx="0" cy="305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853CDDD-44A5-2026-7EBB-5C01531FF93B}"/>
                </a:ext>
              </a:extLst>
            </p:cNvPr>
            <p:cNvCxnSpPr>
              <a:cxnSpLocks/>
            </p:cNvCxnSpPr>
            <p:nvPr/>
          </p:nvCxnSpPr>
          <p:spPr>
            <a:xfrm rot="1800000">
              <a:off x="3987298" y="797639"/>
              <a:ext cx="0" cy="1327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24E1DDD-C69D-145F-225B-C2EB8FAA8D8A}"/>
                </a:ext>
              </a:extLst>
            </p:cNvPr>
            <p:cNvCxnSpPr>
              <a:cxnSpLocks/>
            </p:cNvCxnSpPr>
            <p:nvPr/>
          </p:nvCxnSpPr>
          <p:spPr>
            <a:xfrm rot="1800000">
              <a:off x="3994266" y="865180"/>
              <a:ext cx="0" cy="3359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Freeform: Shape 33" descr="Help with solid fill">
              <a:extLst>
                <a:ext uri="{FF2B5EF4-FFF2-40B4-BE49-F238E27FC236}">
                  <a16:creationId xmlns:a16="http://schemas.microsoft.com/office/drawing/2014/main" id="{084DF671-7939-82AF-7592-A0D9B2776F60}"/>
                </a:ext>
              </a:extLst>
            </p:cNvPr>
            <p:cNvSpPr>
              <a:spLocks noChangeAspect="1"/>
            </p:cNvSpPr>
            <p:nvPr/>
          </p:nvSpPr>
          <p:spPr>
            <a:xfrm rot="1800000">
              <a:off x="3743615" y="649394"/>
              <a:ext cx="229418" cy="283398"/>
            </a:xfrm>
            <a:custGeom>
              <a:avLst/>
              <a:gdLst>
                <a:gd name="connsiteX0" fmla="*/ 114709 w 229418"/>
                <a:gd name="connsiteY0" fmla="*/ 0 h 283398"/>
                <a:gd name="connsiteX1" fmla="*/ 229418 w 229418"/>
                <a:gd name="connsiteY1" fmla="*/ 114709 h 283398"/>
                <a:gd name="connsiteX2" fmla="*/ 134952 w 229418"/>
                <a:gd name="connsiteY2" fmla="*/ 221321 h 283398"/>
                <a:gd name="connsiteX3" fmla="*/ 134952 w 229418"/>
                <a:gd name="connsiteY3" fmla="*/ 283398 h 283398"/>
                <a:gd name="connsiteX4" fmla="*/ 94467 w 229418"/>
                <a:gd name="connsiteY4" fmla="*/ 283398 h 283398"/>
                <a:gd name="connsiteX5" fmla="*/ 94467 w 229418"/>
                <a:gd name="connsiteY5" fmla="*/ 182185 h 283398"/>
                <a:gd name="connsiteX6" fmla="*/ 114709 w 229418"/>
                <a:gd name="connsiteY6" fmla="*/ 182185 h 283398"/>
                <a:gd name="connsiteX7" fmla="*/ 188933 w 229418"/>
                <a:gd name="connsiteY7" fmla="*/ 114709 h 283398"/>
                <a:gd name="connsiteX8" fmla="*/ 114709 w 229418"/>
                <a:gd name="connsiteY8" fmla="*/ 40485 h 283398"/>
                <a:gd name="connsiteX9" fmla="*/ 40486 w 229418"/>
                <a:gd name="connsiteY9" fmla="*/ 114709 h 283398"/>
                <a:gd name="connsiteX10" fmla="*/ 0 w 229418"/>
                <a:gd name="connsiteY10" fmla="*/ 114709 h 283398"/>
                <a:gd name="connsiteX11" fmla="*/ 114709 w 229418"/>
                <a:gd name="connsiteY11" fmla="*/ 0 h 283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418" h="283398">
                  <a:moveTo>
                    <a:pt x="114709" y="0"/>
                  </a:moveTo>
                  <a:cubicBezTo>
                    <a:pt x="178812" y="0"/>
                    <a:pt x="229418" y="50607"/>
                    <a:pt x="229418" y="114709"/>
                  </a:cubicBezTo>
                  <a:cubicBezTo>
                    <a:pt x="229418" y="172064"/>
                    <a:pt x="191632" y="213223"/>
                    <a:pt x="134952" y="221321"/>
                  </a:cubicBezTo>
                  <a:cubicBezTo>
                    <a:pt x="134952" y="238864"/>
                    <a:pt x="134952" y="283398"/>
                    <a:pt x="134952" y="283398"/>
                  </a:cubicBezTo>
                  <a:lnTo>
                    <a:pt x="94467" y="283398"/>
                  </a:lnTo>
                  <a:lnTo>
                    <a:pt x="94467" y="182185"/>
                  </a:lnTo>
                  <a:lnTo>
                    <a:pt x="114709" y="182185"/>
                  </a:lnTo>
                  <a:cubicBezTo>
                    <a:pt x="159918" y="182185"/>
                    <a:pt x="188933" y="155869"/>
                    <a:pt x="188933" y="114709"/>
                  </a:cubicBezTo>
                  <a:cubicBezTo>
                    <a:pt x="188933" y="72199"/>
                    <a:pt x="157219" y="40485"/>
                    <a:pt x="114709" y="40485"/>
                  </a:cubicBezTo>
                  <a:cubicBezTo>
                    <a:pt x="68151" y="40485"/>
                    <a:pt x="40486" y="68151"/>
                    <a:pt x="40486" y="114709"/>
                  </a:cubicBezTo>
                  <a:lnTo>
                    <a:pt x="0" y="114709"/>
                  </a:lnTo>
                  <a:cubicBezTo>
                    <a:pt x="0" y="45883"/>
                    <a:pt x="45884" y="0"/>
                    <a:pt x="114709" y="0"/>
                  </a:cubicBezTo>
                  <a:close/>
                </a:path>
              </a:pathLst>
            </a:custGeom>
            <a:solidFill>
              <a:schemeClr val="accent1"/>
            </a:solidFill>
            <a:ln w="9525" cap="flat">
              <a:noFill/>
              <a:prstDash val="solid"/>
              <a:miter/>
            </a:ln>
          </p:spPr>
          <p:txBody>
            <a:bodyPr rtlCol="0" anchor="ctr"/>
            <a:lstStyle/>
            <a:p>
              <a:endParaRPr lang="en-GB"/>
            </a:p>
          </p:txBody>
        </p:sp>
        <p:sp>
          <p:nvSpPr>
            <p:cNvPr id="35" name="Freeform: Shape 34" descr="Help with solid fill">
              <a:extLst>
                <a:ext uri="{FF2B5EF4-FFF2-40B4-BE49-F238E27FC236}">
                  <a16:creationId xmlns:a16="http://schemas.microsoft.com/office/drawing/2014/main" id="{0F10BDA1-1A36-AC6D-C27B-5E36FEE24398}"/>
                </a:ext>
              </a:extLst>
            </p:cNvPr>
            <p:cNvSpPr>
              <a:spLocks noChangeAspect="1"/>
            </p:cNvSpPr>
            <p:nvPr/>
          </p:nvSpPr>
          <p:spPr>
            <a:xfrm rot="1800000">
              <a:off x="3723372" y="932664"/>
              <a:ext cx="67476" cy="67475"/>
            </a:xfrm>
            <a:custGeom>
              <a:avLst/>
              <a:gdLst>
                <a:gd name="connsiteX0" fmla="*/ 33738 w 67476"/>
                <a:gd name="connsiteY0" fmla="*/ 0 h 67475"/>
                <a:gd name="connsiteX1" fmla="*/ 67476 w 67476"/>
                <a:gd name="connsiteY1" fmla="*/ 33737 h 67475"/>
                <a:gd name="connsiteX2" fmla="*/ 33738 w 67476"/>
                <a:gd name="connsiteY2" fmla="*/ 67475 h 67475"/>
                <a:gd name="connsiteX3" fmla="*/ 0 w 67476"/>
                <a:gd name="connsiteY3" fmla="*/ 33737 h 67475"/>
                <a:gd name="connsiteX4" fmla="*/ 33738 w 67476"/>
                <a:gd name="connsiteY4" fmla="*/ 0 h 6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6" h="67475">
                  <a:moveTo>
                    <a:pt x="33738" y="0"/>
                  </a:moveTo>
                  <a:cubicBezTo>
                    <a:pt x="52631" y="0"/>
                    <a:pt x="67476" y="14844"/>
                    <a:pt x="67476" y="33737"/>
                  </a:cubicBezTo>
                  <a:cubicBezTo>
                    <a:pt x="67476" y="52631"/>
                    <a:pt x="52631" y="67475"/>
                    <a:pt x="33738" y="67475"/>
                  </a:cubicBezTo>
                  <a:cubicBezTo>
                    <a:pt x="14845" y="67475"/>
                    <a:pt x="0" y="52631"/>
                    <a:pt x="0" y="33737"/>
                  </a:cubicBezTo>
                  <a:cubicBezTo>
                    <a:pt x="0" y="14844"/>
                    <a:pt x="14845" y="0"/>
                    <a:pt x="33738" y="0"/>
                  </a:cubicBezTo>
                  <a:close/>
                </a:path>
              </a:pathLst>
            </a:custGeom>
            <a:noFill/>
            <a:ln w="19050" cap="flat">
              <a:solidFill>
                <a:schemeClr val="tx1"/>
              </a:solidFill>
              <a:prstDash val="solid"/>
              <a:miter/>
            </a:ln>
          </p:spPr>
          <p:txBody>
            <a:bodyPr rtlCol="0" anchor="ctr"/>
            <a:lstStyle/>
            <a:p>
              <a:endParaRPr lang="en-GB"/>
            </a:p>
          </p:txBody>
        </p:sp>
      </p:grpSp>
      <p:grpSp>
        <p:nvGrpSpPr>
          <p:cNvPr id="47" name="Group 46">
            <a:extLst>
              <a:ext uri="{FF2B5EF4-FFF2-40B4-BE49-F238E27FC236}">
                <a16:creationId xmlns:a16="http://schemas.microsoft.com/office/drawing/2014/main" id="{FB75294C-1D5A-B4FF-8FB9-9E1FC0A5796D}"/>
              </a:ext>
            </a:extLst>
          </p:cNvPr>
          <p:cNvGrpSpPr/>
          <p:nvPr/>
        </p:nvGrpSpPr>
        <p:grpSpPr>
          <a:xfrm>
            <a:off x="7461116" y="2215477"/>
            <a:ext cx="3887821" cy="2590240"/>
            <a:chOff x="7269806" y="2127439"/>
            <a:chExt cx="3887821" cy="2590240"/>
          </a:xfrm>
        </p:grpSpPr>
        <p:pic>
          <p:nvPicPr>
            <p:cNvPr id="45" name="Picture 44">
              <a:extLst>
                <a:ext uri="{FF2B5EF4-FFF2-40B4-BE49-F238E27FC236}">
                  <a16:creationId xmlns:a16="http://schemas.microsoft.com/office/drawing/2014/main" id="{8B6291D6-7D4A-A84C-E57A-118FAFCC1BAA}"/>
                </a:ext>
              </a:extLst>
            </p:cNvPr>
            <p:cNvPicPr>
              <a:picLocks noChangeAspect="1"/>
            </p:cNvPicPr>
            <p:nvPr/>
          </p:nvPicPr>
          <p:blipFill rotWithShape="1">
            <a:blip r:embed="rId2"/>
            <a:srcRect r="25195"/>
            <a:stretch/>
          </p:blipFill>
          <p:spPr>
            <a:xfrm>
              <a:off x="7431931" y="2533354"/>
              <a:ext cx="3725696" cy="2184325"/>
            </a:xfrm>
            <a:prstGeom prst="rect">
              <a:avLst/>
            </a:prstGeom>
          </p:spPr>
        </p:pic>
        <p:sp>
          <p:nvSpPr>
            <p:cNvPr id="46" name="Rectangle 45">
              <a:extLst>
                <a:ext uri="{FF2B5EF4-FFF2-40B4-BE49-F238E27FC236}">
                  <a16:creationId xmlns:a16="http://schemas.microsoft.com/office/drawing/2014/main" id="{7B5F1B74-284F-0D0A-471D-8C2B5CE8136A}"/>
                </a:ext>
              </a:extLst>
            </p:cNvPr>
            <p:cNvSpPr/>
            <p:nvPr/>
          </p:nvSpPr>
          <p:spPr>
            <a:xfrm>
              <a:off x="7269806" y="2127439"/>
              <a:ext cx="2529192" cy="308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accent1"/>
                  </a:solidFill>
                </a:rPr>
                <a:t>Example executive summary:</a:t>
              </a:r>
            </a:p>
          </p:txBody>
        </p:sp>
      </p:grpSp>
      <p:cxnSp>
        <p:nvCxnSpPr>
          <p:cNvPr id="52" name="Straight Arrow Connector 51">
            <a:extLst>
              <a:ext uri="{FF2B5EF4-FFF2-40B4-BE49-F238E27FC236}">
                <a16:creationId xmlns:a16="http://schemas.microsoft.com/office/drawing/2014/main" id="{A5144123-1A3A-2FDB-B7F8-1B66C0BAAB4B}"/>
              </a:ext>
            </a:extLst>
          </p:cNvPr>
          <p:cNvCxnSpPr>
            <a:cxnSpLocks/>
          </p:cNvCxnSpPr>
          <p:nvPr/>
        </p:nvCxnSpPr>
        <p:spPr>
          <a:xfrm>
            <a:off x="7451409" y="2201376"/>
            <a:ext cx="0" cy="2706956"/>
          </a:xfrm>
          <a:prstGeom prst="straightConnector1">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0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a:xfrm>
            <a:off x="383908" y="2643127"/>
            <a:ext cx="9080814" cy="1325563"/>
          </a:xfrm>
        </p:spPr>
        <p:txBody>
          <a:bodyPr/>
          <a:lstStyle/>
          <a:p>
            <a:r>
              <a:rPr lang="en-GB" sz="3200"/>
              <a:t>Activity – How to improve these slides!</a:t>
            </a:r>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8"/>
            <a:ext cx="3519877" cy="338554"/>
          </a:xfrm>
        </p:spPr>
        <p:txBody>
          <a:bodyPr/>
          <a:lstStyle/>
          <a:p>
            <a:r>
              <a:rPr lang="en-GB"/>
              <a:t>September 2022</a:t>
            </a:r>
          </a:p>
        </p:txBody>
      </p:sp>
    </p:spTree>
    <p:extLst>
      <p:ext uri="{BB962C8B-B14F-4D97-AF65-F5344CB8AC3E}">
        <p14:creationId xmlns:p14="http://schemas.microsoft.com/office/powerpoint/2010/main" val="281580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EC03E47-EDE4-A46E-44BE-CF1E745B6898}"/>
              </a:ext>
            </a:extLst>
          </p:cNvPr>
          <p:cNvSpPr>
            <a:spLocks noGrp="1"/>
          </p:cNvSpPr>
          <p:nvPr>
            <p:ph type="body" sz="quarter" idx="10"/>
          </p:nvPr>
        </p:nvSpPr>
        <p:spPr/>
        <p:txBody>
          <a:bodyPr/>
          <a:lstStyle/>
          <a:p>
            <a:r>
              <a:rPr lang="en-IN"/>
              <a:t>Overall Performance Analysis </a:t>
            </a:r>
          </a:p>
        </p:txBody>
      </p:sp>
      <p:sp>
        <p:nvSpPr>
          <p:cNvPr id="4" name="Title 3">
            <a:extLst>
              <a:ext uri="{FF2B5EF4-FFF2-40B4-BE49-F238E27FC236}">
                <a16:creationId xmlns:a16="http://schemas.microsoft.com/office/drawing/2014/main" id="{94A5E7C6-45BD-AC48-F9E8-27B7F7B1A0CB}"/>
              </a:ext>
            </a:extLst>
          </p:cNvPr>
          <p:cNvSpPr>
            <a:spLocks noGrp="1"/>
          </p:cNvSpPr>
          <p:nvPr>
            <p:ph type="title"/>
          </p:nvPr>
        </p:nvSpPr>
        <p:spPr/>
        <p:txBody>
          <a:bodyPr/>
          <a:lstStyle/>
          <a:p>
            <a:r>
              <a:rPr lang="en-IN" sz="2300"/>
              <a:t>How is the Private Clinic performing against Competitors? </a:t>
            </a:r>
            <a:endParaRPr lang="en-GB" sz="2300"/>
          </a:p>
        </p:txBody>
      </p:sp>
      <p:graphicFrame>
        <p:nvGraphicFramePr>
          <p:cNvPr id="8" name="Table 7">
            <a:extLst>
              <a:ext uri="{FF2B5EF4-FFF2-40B4-BE49-F238E27FC236}">
                <a16:creationId xmlns:a16="http://schemas.microsoft.com/office/drawing/2014/main" id="{238BE52D-501D-BE7B-34B1-669DE21F395D}"/>
              </a:ext>
            </a:extLst>
          </p:cNvPr>
          <p:cNvGraphicFramePr>
            <a:graphicFrameLocks noGrp="1"/>
          </p:cNvGraphicFramePr>
          <p:nvPr>
            <p:extLst>
              <p:ext uri="{D42A27DB-BD31-4B8C-83A1-F6EECF244321}">
                <p14:modId xmlns:p14="http://schemas.microsoft.com/office/powerpoint/2010/main" val="1069789727"/>
              </p:ext>
            </p:extLst>
          </p:nvPr>
        </p:nvGraphicFramePr>
        <p:xfrm>
          <a:off x="474355" y="2111919"/>
          <a:ext cx="6232527" cy="893921"/>
        </p:xfrm>
        <a:graphic>
          <a:graphicData uri="http://schemas.openxmlformats.org/drawingml/2006/table">
            <a:tbl>
              <a:tblPr>
                <a:tableStyleId>{72833802-FEF1-4C79-8D5D-14CF1EAF98D9}</a:tableStyleId>
              </a:tblPr>
              <a:tblGrid>
                <a:gridCol w="1833097">
                  <a:extLst>
                    <a:ext uri="{9D8B030D-6E8A-4147-A177-3AD203B41FA5}">
                      <a16:colId xmlns:a16="http://schemas.microsoft.com/office/drawing/2014/main" val="4245636462"/>
                    </a:ext>
                  </a:extLst>
                </a:gridCol>
                <a:gridCol w="628490">
                  <a:extLst>
                    <a:ext uri="{9D8B030D-6E8A-4147-A177-3AD203B41FA5}">
                      <a16:colId xmlns:a16="http://schemas.microsoft.com/office/drawing/2014/main" val="1620123993"/>
                    </a:ext>
                  </a:extLst>
                </a:gridCol>
                <a:gridCol w="628490">
                  <a:extLst>
                    <a:ext uri="{9D8B030D-6E8A-4147-A177-3AD203B41FA5}">
                      <a16:colId xmlns:a16="http://schemas.microsoft.com/office/drawing/2014/main" val="822516910"/>
                    </a:ext>
                  </a:extLst>
                </a:gridCol>
                <a:gridCol w="628490">
                  <a:extLst>
                    <a:ext uri="{9D8B030D-6E8A-4147-A177-3AD203B41FA5}">
                      <a16:colId xmlns:a16="http://schemas.microsoft.com/office/drawing/2014/main" val="2914135469"/>
                    </a:ext>
                  </a:extLst>
                </a:gridCol>
                <a:gridCol w="628490">
                  <a:extLst>
                    <a:ext uri="{9D8B030D-6E8A-4147-A177-3AD203B41FA5}">
                      <a16:colId xmlns:a16="http://schemas.microsoft.com/office/drawing/2014/main" val="3331845783"/>
                    </a:ext>
                  </a:extLst>
                </a:gridCol>
                <a:gridCol w="628490">
                  <a:extLst>
                    <a:ext uri="{9D8B030D-6E8A-4147-A177-3AD203B41FA5}">
                      <a16:colId xmlns:a16="http://schemas.microsoft.com/office/drawing/2014/main" val="430179378"/>
                    </a:ext>
                  </a:extLst>
                </a:gridCol>
                <a:gridCol w="628490">
                  <a:extLst>
                    <a:ext uri="{9D8B030D-6E8A-4147-A177-3AD203B41FA5}">
                      <a16:colId xmlns:a16="http://schemas.microsoft.com/office/drawing/2014/main" val="3519225757"/>
                    </a:ext>
                  </a:extLst>
                </a:gridCol>
                <a:gridCol w="628490">
                  <a:extLst>
                    <a:ext uri="{9D8B030D-6E8A-4147-A177-3AD203B41FA5}">
                      <a16:colId xmlns:a16="http://schemas.microsoft.com/office/drawing/2014/main" val="3563795365"/>
                    </a:ext>
                  </a:extLst>
                </a:gridCol>
              </a:tblGrid>
              <a:tr h="0">
                <a:tc>
                  <a:txBody>
                    <a:bodyPr/>
                    <a:lstStyle/>
                    <a:p>
                      <a:pPr algn="l" fontAlgn="b"/>
                      <a:r>
                        <a:rPr lang="en-GB" sz="1100" b="1" u="none" strike="noStrike">
                          <a:effectLst/>
                        </a:rPr>
                        <a:t>Competition Type</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l" fontAlgn="b"/>
                      <a:r>
                        <a:rPr lang="en-GB" sz="1100" b="1" u="none" strike="noStrike">
                          <a:effectLst/>
                        </a:rPr>
                        <a:t>All Time </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2014</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2015</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2016</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2017</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2018</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tc>
                  <a:txBody>
                    <a:bodyPr/>
                    <a:lstStyle/>
                    <a:p>
                      <a:pPr algn="r" fontAlgn="b"/>
                      <a:r>
                        <a:rPr lang="en-GB" sz="1100" b="1" u="none" strike="noStrike">
                          <a:effectLst/>
                        </a:rPr>
                        <a:t>2019</a:t>
                      </a:r>
                      <a:endParaRPr lang="en-GB" sz="1100" b="1" i="0" u="none" strike="noStrike">
                        <a:solidFill>
                          <a:srgbClr val="000000"/>
                        </a:solidFill>
                        <a:effectLst/>
                        <a:latin typeface="Calibri" panose="020F0502020204030204" pitchFamily="34" charset="0"/>
                      </a:endParaRPr>
                    </a:p>
                  </a:txBody>
                  <a:tcPr marL="6350" marR="6350" marT="6350" marB="0" anchor="b">
                    <a:solidFill>
                      <a:schemeClr val="accent4">
                        <a:lumMod val="20000"/>
                        <a:lumOff val="80000"/>
                      </a:schemeClr>
                    </a:solidFill>
                  </a:tcPr>
                </a:tc>
                <a:extLst>
                  <a:ext uri="{0D108BD9-81ED-4DB2-BD59-A6C34878D82A}">
                    <a16:rowId xmlns:a16="http://schemas.microsoft.com/office/drawing/2014/main" val="2831362614"/>
                  </a:ext>
                </a:extLst>
              </a:tr>
              <a:tr h="234780">
                <a:tc>
                  <a:txBody>
                    <a:bodyPr/>
                    <a:lstStyle/>
                    <a:p>
                      <a:pPr algn="l" fontAlgn="b"/>
                      <a:r>
                        <a:rPr lang="en-GB" sz="1100" b="1" u="none" strike="noStrike">
                          <a:effectLst/>
                        </a:rPr>
                        <a:t>Direct</a:t>
                      </a:r>
                      <a:endParaRPr lang="en-GB"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4.386304</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4.427281</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4.31262</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4.368944</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4.369056</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4.369026</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4.338861</a:t>
                      </a:r>
                      <a:endParaRPr lang="en-GB"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89098217"/>
                  </a:ext>
                </a:extLst>
              </a:tr>
              <a:tr h="250371">
                <a:tc>
                  <a:txBody>
                    <a:bodyPr/>
                    <a:lstStyle/>
                    <a:p>
                      <a:pPr algn="l" fontAlgn="b"/>
                      <a:r>
                        <a:rPr lang="en-GB" sz="1100" b="1" u="none" strike="noStrike">
                          <a:effectLst/>
                        </a:rPr>
                        <a:t>Wider industry competitor</a:t>
                      </a:r>
                      <a:endParaRPr lang="en-GB"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4.720325</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4.335216</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4.390965</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4.36932</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4.38992</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4.388747</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4.436282</a:t>
                      </a:r>
                      <a:endParaRPr lang="en-GB"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86310978"/>
                  </a:ext>
                </a:extLst>
              </a:tr>
              <a:tr h="234780">
                <a:tc>
                  <a:txBody>
                    <a:bodyPr/>
                    <a:lstStyle/>
                    <a:p>
                      <a:pPr algn="l" fontAlgn="b"/>
                      <a:r>
                        <a:rPr lang="en-GB" sz="1100" b="1" u="none" strike="noStrike">
                          <a:effectLst/>
                        </a:rPr>
                        <a:t>Target- The Private Clinic</a:t>
                      </a:r>
                      <a:endParaRPr lang="en-GB"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4.398867</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4.756757</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4.317408</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4.369361</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4.394845</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4.393219</a:t>
                      </a:r>
                      <a:endParaRPr lang="en-GB"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GB" sz="1100" u="none" strike="noStrike">
                          <a:effectLst/>
                        </a:rPr>
                        <a:t>4.428729</a:t>
                      </a:r>
                      <a:endParaRPr lang="en-GB"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04785624"/>
                  </a:ext>
                </a:extLst>
              </a:tr>
            </a:tbl>
          </a:graphicData>
        </a:graphic>
      </p:graphicFrame>
      <p:sp>
        <p:nvSpPr>
          <p:cNvPr id="10" name="TextBox 9">
            <a:extLst>
              <a:ext uri="{FF2B5EF4-FFF2-40B4-BE49-F238E27FC236}">
                <a16:creationId xmlns:a16="http://schemas.microsoft.com/office/drawing/2014/main" id="{B73652D5-7CBB-3033-962B-E37FA013DA1E}"/>
              </a:ext>
            </a:extLst>
          </p:cNvPr>
          <p:cNvSpPr txBox="1"/>
          <p:nvPr/>
        </p:nvSpPr>
        <p:spPr>
          <a:xfrm>
            <a:off x="381000" y="1517568"/>
            <a:ext cx="6097136" cy="261610"/>
          </a:xfrm>
          <a:prstGeom prst="rect">
            <a:avLst/>
          </a:prstGeom>
          <a:noFill/>
        </p:spPr>
        <p:txBody>
          <a:bodyPr wrap="square">
            <a:spAutoFit/>
          </a:bodyPr>
          <a:lstStyle/>
          <a:p>
            <a:r>
              <a:rPr lang="en-IN" sz="1100" i="1"/>
              <a:t>Average Rating star review over time </a:t>
            </a:r>
          </a:p>
        </p:txBody>
      </p:sp>
    </p:spTree>
    <p:extLst>
      <p:ext uri="{BB962C8B-B14F-4D97-AF65-F5344CB8AC3E}">
        <p14:creationId xmlns:p14="http://schemas.microsoft.com/office/powerpoint/2010/main" val="387407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A5E7C6-45BD-AC48-F9E8-27B7F7B1A0CB}"/>
              </a:ext>
            </a:extLst>
          </p:cNvPr>
          <p:cNvSpPr>
            <a:spLocks noGrp="1"/>
          </p:cNvSpPr>
          <p:nvPr>
            <p:ph type="title"/>
          </p:nvPr>
        </p:nvSpPr>
        <p:spPr/>
        <p:txBody>
          <a:bodyPr/>
          <a:lstStyle/>
          <a:p>
            <a:pPr defTabSz="1219170">
              <a:defRPr/>
            </a:pPr>
            <a:r>
              <a:rPr lang="en-GB" sz="2300">
                <a:solidFill>
                  <a:srgbClr val="027089"/>
                </a:solidFill>
                <a:latin typeface="Arial"/>
              </a:rPr>
              <a:t>Projects in progress</a:t>
            </a:r>
          </a:p>
        </p:txBody>
      </p:sp>
      <p:graphicFrame>
        <p:nvGraphicFramePr>
          <p:cNvPr id="2" name="Content Placeholder 6">
            <a:extLst>
              <a:ext uri="{FF2B5EF4-FFF2-40B4-BE49-F238E27FC236}">
                <a16:creationId xmlns:a16="http://schemas.microsoft.com/office/drawing/2014/main" id="{69B79416-CFFB-A64A-892E-5D3A90586CE5}"/>
              </a:ext>
            </a:extLst>
          </p:cNvPr>
          <p:cNvGraphicFramePr>
            <a:graphicFrameLocks/>
          </p:cNvGraphicFramePr>
          <p:nvPr>
            <p:extLst>
              <p:ext uri="{D42A27DB-BD31-4B8C-83A1-F6EECF244321}">
                <p14:modId xmlns:p14="http://schemas.microsoft.com/office/powerpoint/2010/main" val="1269835208"/>
              </p:ext>
            </p:extLst>
          </p:nvPr>
        </p:nvGraphicFramePr>
        <p:xfrm>
          <a:off x="492369" y="1131046"/>
          <a:ext cx="10779371" cy="4541964"/>
        </p:xfrm>
        <a:graphic>
          <a:graphicData uri="http://schemas.openxmlformats.org/drawingml/2006/table">
            <a:tbl>
              <a:tblPr/>
              <a:tblGrid>
                <a:gridCol w="1350624">
                  <a:extLst>
                    <a:ext uri="{9D8B030D-6E8A-4147-A177-3AD203B41FA5}">
                      <a16:colId xmlns:a16="http://schemas.microsoft.com/office/drawing/2014/main" val="1612860602"/>
                    </a:ext>
                  </a:extLst>
                </a:gridCol>
                <a:gridCol w="644199">
                  <a:extLst>
                    <a:ext uri="{9D8B030D-6E8A-4147-A177-3AD203B41FA5}">
                      <a16:colId xmlns:a16="http://schemas.microsoft.com/office/drawing/2014/main" val="3734927761"/>
                    </a:ext>
                  </a:extLst>
                </a:gridCol>
                <a:gridCol w="516092">
                  <a:extLst>
                    <a:ext uri="{9D8B030D-6E8A-4147-A177-3AD203B41FA5}">
                      <a16:colId xmlns:a16="http://schemas.microsoft.com/office/drawing/2014/main" val="3661652779"/>
                    </a:ext>
                  </a:extLst>
                </a:gridCol>
                <a:gridCol w="516092">
                  <a:extLst>
                    <a:ext uri="{9D8B030D-6E8A-4147-A177-3AD203B41FA5}">
                      <a16:colId xmlns:a16="http://schemas.microsoft.com/office/drawing/2014/main" val="567819234"/>
                    </a:ext>
                  </a:extLst>
                </a:gridCol>
                <a:gridCol w="516092">
                  <a:extLst>
                    <a:ext uri="{9D8B030D-6E8A-4147-A177-3AD203B41FA5}">
                      <a16:colId xmlns:a16="http://schemas.microsoft.com/office/drawing/2014/main" val="1902098600"/>
                    </a:ext>
                  </a:extLst>
                </a:gridCol>
                <a:gridCol w="516092">
                  <a:extLst>
                    <a:ext uri="{9D8B030D-6E8A-4147-A177-3AD203B41FA5}">
                      <a16:colId xmlns:a16="http://schemas.microsoft.com/office/drawing/2014/main" val="225223605"/>
                    </a:ext>
                  </a:extLst>
                </a:gridCol>
                <a:gridCol w="516092">
                  <a:extLst>
                    <a:ext uri="{9D8B030D-6E8A-4147-A177-3AD203B41FA5}">
                      <a16:colId xmlns:a16="http://schemas.microsoft.com/office/drawing/2014/main" val="387655182"/>
                    </a:ext>
                  </a:extLst>
                </a:gridCol>
                <a:gridCol w="516092">
                  <a:extLst>
                    <a:ext uri="{9D8B030D-6E8A-4147-A177-3AD203B41FA5}">
                      <a16:colId xmlns:a16="http://schemas.microsoft.com/office/drawing/2014/main" val="3047236261"/>
                    </a:ext>
                  </a:extLst>
                </a:gridCol>
                <a:gridCol w="516092">
                  <a:extLst>
                    <a:ext uri="{9D8B030D-6E8A-4147-A177-3AD203B41FA5}">
                      <a16:colId xmlns:a16="http://schemas.microsoft.com/office/drawing/2014/main" val="1629849893"/>
                    </a:ext>
                  </a:extLst>
                </a:gridCol>
                <a:gridCol w="527073">
                  <a:extLst>
                    <a:ext uri="{9D8B030D-6E8A-4147-A177-3AD203B41FA5}">
                      <a16:colId xmlns:a16="http://schemas.microsoft.com/office/drawing/2014/main" val="2456935278"/>
                    </a:ext>
                  </a:extLst>
                </a:gridCol>
                <a:gridCol w="527073">
                  <a:extLst>
                    <a:ext uri="{9D8B030D-6E8A-4147-A177-3AD203B41FA5}">
                      <a16:colId xmlns:a16="http://schemas.microsoft.com/office/drawing/2014/main" val="2833290468"/>
                    </a:ext>
                  </a:extLst>
                </a:gridCol>
                <a:gridCol w="516092">
                  <a:extLst>
                    <a:ext uri="{9D8B030D-6E8A-4147-A177-3AD203B41FA5}">
                      <a16:colId xmlns:a16="http://schemas.microsoft.com/office/drawing/2014/main" val="1048783016"/>
                    </a:ext>
                  </a:extLst>
                </a:gridCol>
                <a:gridCol w="752256">
                  <a:extLst>
                    <a:ext uri="{9D8B030D-6E8A-4147-A177-3AD203B41FA5}">
                      <a16:colId xmlns:a16="http://schemas.microsoft.com/office/drawing/2014/main" val="3404467458"/>
                    </a:ext>
                  </a:extLst>
                </a:gridCol>
                <a:gridCol w="905001">
                  <a:extLst>
                    <a:ext uri="{9D8B030D-6E8A-4147-A177-3AD203B41FA5}">
                      <a16:colId xmlns:a16="http://schemas.microsoft.com/office/drawing/2014/main" val="2084794457"/>
                    </a:ext>
                  </a:extLst>
                </a:gridCol>
                <a:gridCol w="1944409">
                  <a:extLst>
                    <a:ext uri="{9D8B030D-6E8A-4147-A177-3AD203B41FA5}">
                      <a16:colId xmlns:a16="http://schemas.microsoft.com/office/drawing/2014/main" val="2178446588"/>
                    </a:ext>
                  </a:extLst>
                </a:gridCol>
              </a:tblGrid>
              <a:tr h="108223">
                <a:tc>
                  <a:txBody>
                    <a:bodyPr/>
                    <a:lstStyle/>
                    <a:p>
                      <a:pPr algn="l" fontAlgn="ctr"/>
                      <a:r>
                        <a:rPr lang="en-GB" sz="600" b="0" i="0" u="none" strike="noStrike">
                          <a:solidFill>
                            <a:srgbClr val="000000"/>
                          </a:solidFill>
                          <a:effectLst/>
                          <a:latin typeface="Calibri" panose="020F0502020204030204" pitchFamily="34" charset="0"/>
                        </a:rPr>
                        <a:t>Category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May-20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Jun-20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Jul-20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Aug-20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Sep-20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Oct-20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Nov-20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Dec-20</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Jan-21</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Feb-21</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GB" sz="500" b="0" i="0" u="none" strike="noStrike">
                          <a:solidFill>
                            <a:srgbClr val="000000"/>
                          </a:solidFill>
                          <a:effectLst/>
                          <a:latin typeface="Calibri" panose="020F0502020204030204" pitchFamily="34" charset="0"/>
                        </a:rPr>
                        <a:t>Mar-21</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6385352"/>
                  </a:ext>
                </a:extLst>
              </a:tr>
              <a:tr h="174579">
                <a:tc rowSpan="9">
                  <a:txBody>
                    <a:bodyPr/>
                    <a:lstStyle/>
                    <a:p>
                      <a:pPr algn="ctr" fontAlgn="ctr"/>
                      <a:r>
                        <a:rPr lang="en-GB" sz="600" b="0" i="0" u="none" strike="noStrike">
                          <a:solidFill>
                            <a:srgbClr val="000000"/>
                          </a:solidFill>
                          <a:effectLst/>
                          <a:latin typeface="Calibri" panose="020F0502020204030204" pitchFamily="34" charset="0"/>
                        </a:rPr>
                        <a:t>Commercial</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11">
                  <a:txBody>
                    <a:bodyPr/>
                    <a:lstStyle/>
                    <a:p>
                      <a:pPr algn="ctr" fontAlgn="ctr"/>
                      <a:r>
                        <a:rPr lang="en-GB" sz="600" b="0" i="0" u="none" strike="noStrike">
                          <a:solidFill>
                            <a:srgbClr val="000000"/>
                          </a:solidFill>
                          <a:effectLst/>
                          <a:latin typeface="Calibri" panose="020F0502020204030204" pitchFamily="34" charset="0"/>
                        </a:rPr>
                        <a:t>Customs Tool</a:t>
                      </a:r>
                      <a:r>
                        <a:rPr lang="en-GB" sz="600" b="0" i="0" u="none" strike="noStrike" baseline="0">
                          <a:solidFill>
                            <a:srgbClr val="000000"/>
                          </a:solidFill>
                          <a:effectLst/>
                          <a:latin typeface="Calibri" panose="020F0502020204030204" pitchFamily="34" charset="0"/>
                        </a:rPr>
                        <a:t> iterative</a:t>
                      </a:r>
                      <a:r>
                        <a:rPr lang="en-GB" sz="600" b="0" i="0" u="none" strike="noStrike">
                          <a:solidFill>
                            <a:srgbClr val="000000"/>
                          </a:solidFill>
                          <a:effectLst/>
                          <a:latin typeface="Calibri" panose="020F0502020204030204" pitchFamily="34" charset="0"/>
                        </a:rPr>
                        <a:t> delivery - expect also to include Customs Phase 3</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9">
                  <a:txBody>
                    <a:bodyPr/>
                    <a:lstStyle/>
                    <a:p>
                      <a:pPr algn="ctr" fontAlgn="ctr"/>
                      <a:r>
                        <a:rPr lang="en-GB" sz="600" b="0" i="0" u="none" strike="noStrike">
                          <a:solidFill>
                            <a:srgbClr val="000000"/>
                          </a:solidFill>
                          <a:effectLst/>
                          <a:latin typeface="Calibri" panose="020F0502020204030204" pitchFamily="34" charset="0"/>
                        </a:rPr>
                        <a:t>Software type</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Ecommerce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443562861"/>
                  </a:ext>
                </a:extLst>
              </a:tr>
              <a:tr h="199518">
                <a:tc vMerge="1">
                  <a:txBody>
                    <a:bodyPr/>
                    <a:lstStyle/>
                    <a:p>
                      <a:endParaRPr lang="en-GB"/>
                    </a:p>
                  </a:txBody>
                  <a:tcPr/>
                </a:tc>
                <a:tc gridSpan="2">
                  <a:txBody>
                    <a:bodyPr/>
                    <a:lstStyle/>
                    <a:p>
                      <a:pPr algn="ctr" fontAlgn="ctr"/>
                      <a:r>
                        <a:rPr lang="en-GB" sz="600" b="0" i="0" u="none" strike="noStrike">
                          <a:solidFill>
                            <a:srgbClr val="000000"/>
                          </a:solidFill>
                          <a:effectLst/>
                          <a:latin typeface="Calibri" panose="020F0502020204030204" pitchFamily="34" charset="0"/>
                        </a:rPr>
                        <a:t>Content Hub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GB" sz="600" b="0" i="0" u="none" strike="noStrike">
                          <a:solidFill>
                            <a:srgbClr val="000000"/>
                          </a:solidFill>
                          <a:effectLst/>
                          <a:latin typeface="Calibri" panose="020F0502020204030204" pitchFamily="34" charset="0"/>
                        </a:rPr>
                        <a:t>ATCC integration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IFS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2740561940"/>
                  </a:ext>
                </a:extLst>
              </a:tr>
              <a:tr h="268556">
                <a:tc vMerge="1">
                  <a:txBody>
                    <a:bodyPr/>
                    <a:lstStyle/>
                    <a:p>
                      <a:endParaRPr lang="en-GB"/>
                    </a:p>
                  </a:txBody>
                  <a:tcPr/>
                </a:tc>
                <a:tc gridSpan="11">
                  <a:txBody>
                    <a:bodyPr/>
                    <a:lstStyle/>
                    <a:p>
                      <a:pPr algn="ctr" fontAlgn="ctr"/>
                      <a:r>
                        <a:rPr lang="en-GB" sz="600" b="0" i="0" u="none" strike="noStrike">
                          <a:solidFill>
                            <a:srgbClr val="000000"/>
                          </a:solidFill>
                          <a:effectLst/>
                          <a:latin typeface="Calibri" panose="020F0502020204030204" pitchFamily="34" charset="0"/>
                        </a:rPr>
                        <a:t>Ecommerce iterative delivery: UX improvements, Content pages, Product enrichment, SEO/PPC tasks, China performance, TRC products</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Salesforce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3FF"/>
                    </a:solidFill>
                  </a:tcPr>
                </a:tc>
                <a:extLst>
                  <a:ext uri="{0D108BD9-81ED-4DB2-BD59-A6C34878D82A}">
                    <a16:rowId xmlns:a16="http://schemas.microsoft.com/office/drawing/2014/main" val="3543022490"/>
                  </a:ext>
                </a:extLst>
              </a:tr>
              <a:tr h="212315">
                <a:tc vMerge="1">
                  <a:txBody>
                    <a:bodyPr/>
                    <a:lstStyle/>
                    <a:p>
                      <a:endParaRPr lang="en-GB"/>
                    </a:p>
                  </a:txBody>
                  <a:tcPr/>
                </a:tc>
                <a:tc gridSpan="3">
                  <a:txBody>
                    <a:bodyPr/>
                    <a:lstStyle/>
                    <a:p>
                      <a:pPr algn="ctr" fontAlgn="ctr"/>
                      <a:r>
                        <a:rPr lang="en-GB" sz="600" b="0" i="0" u="none" strike="noStrike">
                          <a:solidFill>
                            <a:srgbClr val="000000"/>
                          </a:solidFill>
                          <a:effectLst/>
                          <a:latin typeface="Calibri" panose="020F0502020204030204" pitchFamily="34" charset="0"/>
                        </a:rPr>
                        <a:t>PT Clinical Globalisation - Portal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GB"/>
                    </a:p>
                  </a:txBody>
                  <a:tcPr/>
                </a:tc>
                <a:tc hMerge="1">
                  <a:txBody>
                    <a:bodyPr/>
                    <a:lstStyle/>
                    <a:p>
                      <a:endParaRPr lang="en-GB"/>
                    </a:p>
                  </a:txBody>
                  <a:tcPr/>
                </a:tc>
                <a:tc gridSpan="8">
                  <a:txBody>
                    <a:bodyPr/>
                    <a:lstStyle/>
                    <a:p>
                      <a:pPr algn="ctr" fontAlgn="ctr"/>
                      <a:r>
                        <a:rPr lang="en-GB" sz="600" b="0" i="0" u="none" strike="noStrike">
                          <a:solidFill>
                            <a:srgbClr val="000000"/>
                          </a:solidFill>
                          <a:effectLst/>
                          <a:latin typeface="Calibri" panose="020F0502020204030204" pitchFamily="34" charset="0"/>
                        </a:rPr>
                        <a:t>Portal roadmap iterative delivery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Portal / Customs (internal apps)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634558314"/>
                  </a:ext>
                </a:extLst>
              </a:tr>
              <a:tr h="369051">
                <a:tc vMerge="1">
                  <a:txBody>
                    <a:bodyPr/>
                    <a:lstStyle/>
                    <a:p>
                      <a:endParaRPr lang="en-GB"/>
                    </a:p>
                  </a:txBody>
                  <a:tcPr/>
                </a:tc>
                <a:tc gridSpan="2">
                  <a:txBody>
                    <a:bodyPr/>
                    <a:lstStyle/>
                    <a:p>
                      <a:pPr algn="ctr" fontAlgn="ctr"/>
                      <a:r>
                        <a:rPr lang="en-GB" sz="600" b="0" i="0" u="none" strike="noStrike">
                          <a:solidFill>
                            <a:srgbClr val="000000"/>
                          </a:solidFill>
                          <a:effectLst/>
                          <a:latin typeface="Calibri" panose="020F0502020204030204" pitchFamily="34" charset="0"/>
                        </a:rPr>
                        <a:t>Project Green -  Ecommerce &amp; PunchOut</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endParaRPr lang="en-GB"/>
                    </a:p>
                  </a:txBody>
                  <a:tcPr/>
                </a:tc>
                <a:tc gridSpan="4">
                  <a:txBody>
                    <a:bodyPr/>
                    <a:lstStyle/>
                    <a:p>
                      <a:pPr algn="ctr" fontAlgn="ctr"/>
                      <a:r>
                        <a:rPr lang="en-GB" sz="600" b="0" i="0" u="none" strike="noStrike">
                          <a:solidFill>
                            <a:srgbClr val="000000"/>
                          </a:solidFill>
                          <a:effectLst/>
                          <a:latin typeface="Calibri" panose="020F0502020204030204" pitchFamily="34" charset="0"/>
                        </a:rPr>
                        <a:t>Bespoke product ranging (Agilent, </a:t>
                      </a:r>
                      <a:r>
                        <a:rPr lang="en-GB" sz="600" b="0" i="0" u="none" strike="noStrike" err="1">
                          <a:solidFill>
                            <a:srgbClr val="000000"/>
                          </a:solidFill>
                          <a:effectLst/>
                          <a:latin typeface="Calibri" panose="020F0502020204030204" pitchFamily="34" charset="0"/>
                        </a:rPr>
                        <a:t>Ampel</a:t>
                      </a:r>
                      <a:r>
                        <a:rPr lang="en-GB" sz="600" b="0" i="0" u="none" strike="noStrike">
                          <a:solidFill>
                            <a:srgbClr val="000000"/>
                          </a:solidFill>
                          <a:effectLst/>
                          <a:latin typeface="Calibri" panose="020F0502020204030204" pitchFamily="34" charset="0"/>
                        </a:rPr>
                        <a:t> &amp; other large customers)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Biz Obs / Tableau</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2315122483"/>
                  </a:ext>
                </a:extLst>
              </a:tr>
              <a:tr h="212315">
                <a:tc vMerge="1">
                  <a:txBody>
                    <a:bodyPr/>
                    <a:lstStyle/>
                    <a:p>
                      <a:endParaRPr lang="en-GB"/>
                    </a:p>
                  </a:txBody>
                  <a:tcPr/>
                </a:tc>
                <a:tc gridSpan="3">
                  <a:txBody>
                    <a:bodyPr/>
                    <a:lstStyle/>
                    <a:p>
                      <a:pPr algn="ctr" fontAlgn="ctr"/>
                      <a:r>
                        <a:rPr lang="en-GB" sz="600" b="0" i="0" u="none" strike="noStrike">
                          <a:solidFill>
                            <a:srgbClr val="000000"/>
                          </a:solidFill>
                          <a:effectLst/>
                          <a:latin typeface="Calibri" panose="020F0502020204030204" pitchFamily="34" charset="0"/>
                        </a:rPr>
                        <a:t>Salesforce Service Cloud for TRC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B3FF"/>
                    </a:solidFill>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Precision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486348685"/>
                  </a:ext>
                </a:extLst>
              </a:tr>
              <a:tr h="187049">
                <a:tc vMerge="1">
                  <a:txBody>
                    <a:bodyPr/>
                    <a:lstStyle/>
                    <a:p>
                      <a:endParaRPr lang="en-GB"/>
                    </a:p>
                  </a:txBody>
                  <a:tcPr/>
                </a:tc>
                <a:tc gridSpan="3">
                  <a:txBody>
                    <a:bodyPr/>
                    <a:lstStyle/>
                    <a:p>
                      <a:pPr algn="ctr" fontAlgn="ctr"/>
                      <a:r>
                        <a:rPr lang="en-GB" sz="600" b="0" i="0" u="none" strike="noStrike">
                          <a:solidFill>
                            <a:srgbClr val="000000"/>
                          </a:solidFill>
                          <a:effectLst/>
                          <a:latin typeface="Calibri" panose="020F0502020204030204" pitchFamily="34" charset="0"/>
                        </a:rPr>
                        <a:t>Customer Insights Project</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Compliance software</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3925403494"/>
                  </a:ext>
                </a:extLst>
              </a:tr>
              <a:tr h="316405">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Esker E-invoicing FR &amp; IT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LIMS</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extLst>
                  <a:ext uri="{0D108BD9-81ED-4DB2-BD59-A6C34878D82A}">
                    <a16:rowId xmlns:a16="http://schemas.microsoft.com/office/drawing/2014/main" val="1703520463"/>
                  </a:ext>
                </a:extLst>
              </a:tr>
              <a:tr h="316405">
                <a:tc vMerge="1">
                  <a:txBody>
                    <a:bodyPr/>
                    <a:lstStyle/>
                    <a:p>
                      <a:endParaRPr lang="en-GB"/>
                    </a:p>
                  </a:txBody>
                  <a:tcPr/>
                </a:tc>
                <a:tc gridSpan="2">
                  <a:txBody>
                    <a:bodyPr/>
                    <a:lstStyle/>
                    <a:p>
                      <a:pPr algn="ctr" fontAlgn="ctr"/>
                      <a:r>
                        <a:rPr lang="en-GB" sz="600" b="0" i="0" u="none" strike="noStrike">
                          <a:solidFill>
                            <a:srgbClr val="000000"/>
                          </a:solidFill>
                          <a:effectLst/>
                          <a:latin typeface="Calibri" panose="020F0502020204030204" pitchFamily="34" charset="0"/>
                        </a:rPr>
                        <a:t>Punchout Einvoicing: Eurofins, Agilent</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Infrastructure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99FF"/>
                    </a:solidFill>
                  </a:tcPr>
                </a:tc>
                <a:extLst>
                  <a:ext uri="{0D108BD9-81ED-4DB2-BD59-A6C34878D82A}">
                    <a16:rowId xmlns:a16="http://schemas.microsoft.com/office/drawing/2014/main" val="4172913696"/>
                  </a:ext>
                </a:extLst>
              </a:tr>
              <a:tr h="172553">
                <a:tc rowSpan="8">
                  <a:txBody>
                    <a:bodyPr/>
                    <a:lstStyle/>
                    <a:p>
                      <a:pPr algn="ctr" fontAlgn="ctr"/>
                      <a:r>
                        <a:rPr lang="en-GB" sz="600" b="0" i="0" u="none" strike="noStrike">
                          <a:solidFill>
                            <a:srgbClr val="000000"/>
                          </a:solidFill>
                          <a:effectLst/>
                          <a:latin typeface="Calibri" panose="020F0502020204030204" pitchFamily="34" charset="0"/>
                        </a:rPr>
                        <a:t>Operational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11">
                  <a:txBody>
                    <a:bodyPr/>
                    <a:lstStyle/>
                    <a:p>
                      <a:pPr algn="ctr" fontAlgn="ctr"/>
                      <a:r>
                        <a:rPr lang="en-GB" sz="600" b="0" i="0" u="none" strike="noStrike">
                          <a:solidFill>
                            <a:srgbClr val="000000"/>
                          </a:solidFill>
                          <a:effectLst/>
                          <a:latin typeface="Calibri" panose="020F0502020204030204" pitchFamily="34" charset="0"/>
                        </a:rPr>
                        <a:t>IFS TRC &amp; CDN</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1801801"/>
                  </a:ext>
                </a:extLst>
              </a:tr>
              <a:tr h="172553">
                <a:tc v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ctr" fontAlgn="ctr"/>
                      <a:r>
                        <a:rPr lang="en-GB" sz="600" b="0" i="0" u="none" strike="noStrike">
                          <a:solidFill>
                            <a:schemeClr val="tx1"/>
                          </a:solidFill>
                          <a:effectLst/>
                          <a:latin typeface="Calibri" panose="020F0502020204030204" pitchFamily="34" charset="0"/>
                        </a:rPr>
                        <a:t>Precision LUCK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920479"/>
                  </a:ext>
                </a:extLst>
              </a:tr>
              <a:tr h="264960">
                <a:tc vMerge="1">
                  <a:txBody>
                    <a:bodyPr/>
                    <a:lstStyle/>
                    <a:p>
                      <a:endParaRPr lang="en-GB"/>
                    </a:p>
                  </a:txBody>
                  <a:tcPr/>
                </a:tc>
                <a:tc gridSpan="2">
                  <a:txBody>
                    <a:bodyPr/>
                    <a:lstStyle/>
                    <a:p>
                      <a:pPr algn="ctr" fontAlgn="ctr"/>
                      <a:r>
                        <a:rPr lang="en-GB" sz="600" b="0" i="0" u="none" strike="noStrike">
                          <a:solidFill>
                            <a:srgbClr val="000000"/>
                          </a:solidFill>
                          <a:effectLst/>
                          <a:latin typeface="Calibri" panose="020F0502020204030204" pitchFamily="34" charset="0"/>
                        </a:rPr>
                        <a:t>Project Green IFS, LabX</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endParaRPr lang="en-GB" sz="600" b="0" i="0" u="none" strike="noStrike">
                        <a:solidFill>
                          <a:srgbClr val="FF0000"/>
                        </a:solidFill>
                        <a:effectLst/>
                        <a:latin typeface="Calibri" panose="020F0502020204030204" pitchFamily="34" charset="0"/>
                      </a:endParaRP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1241466"/>
                  </a:ext>
                </a:extLst>
              </a:tr>
              <a:tr h="172553">
                <a:tc vMerge="1">
                  <a:txBody>
                    <a:bodyPr/>
                    <a:lstStyle/>
                    <a:p>
                      <a:endParaRPr lang="en-GB"/>
                    </a:p>
                  </a:txBody>
                  <a:tcPr/>
                </a:tc>
                <a:tc gridSpan="7">
                  <a:txBody>
                    <a:bodyPr/>
                    <a:lstStyle/>
                    <a:p>
                      <a:pPr algn="ctr" fontAlgn="ctr"/>
                      <a:r>
                        <a:rPr lang="en-GB" sz="600" b="0" i="0" u="none" strike="noStrike">
                          <a:solidFill>
                            <a:srgbClr val="000000"/>
                          </a:solidFill>
                          <a:effectLst/>
                          <a:latin typeface="Calibri" panose="020F0502020204030204" pitchFamily="34" charset="0"/>
                        </a:rPr>
                        <a:t>Replace Nautilus with LIMS for animal sports</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4346325"/>
                  </a:ext>
                </a:extLst>
              </a:tr>
              <a:tr h="172553">
                <a:tc vMerge="1">
                  <a:txBody>
                    <a:bodyPr/>
                    <a:lstStyle/>
                    <a:p>
                      <a:endParaRPr lang="en-GB"/>
                    </a:p>
                  </a:txBody>
                  <a:tcPr/>
                </a:tc>
                <a:tc gridSpan="2">
                  <a:txBody>
                    <a:bodyPr/>
                    <a:lstStyle/>
                    <a:p>
                      <a:pPr algn="ctr" fontAlgn="ctr"/>
                      <a:r>
                        <a:rPr lang="en-GB" sz="600" b="0" i="0" u="none" strike="noStrike">
                          <a:solidFill>
                            <a:srgbClr val="000000"/>
                          </a:solidFill>
                          <a:effectLst/>
                          <a:latin typeface="Calibri" panose="020F0502020204030204" pitchFamily="34" charset="0"/>
                        </a:rPr>
                        <a:t>LIMS Project Green </a:t>
                      </a:r>
                    </a:p>
                  </a:txBody>
                  <a:tcPr marL="6655" marR="6655" marT="41564" marB="41564"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3177440"/>
                  </a:ext>
                </a:extLst>
              </a:tr>
              <a:tr h="172553">
                <a:tc vMerge="1">
                  <a:txBody>
                    <a:bodyPr/>
                    <a:lstStyle/>
                    <a:p>
                      <a:endParaRPr lang="en-GB"/>
                    </a:p>
                  </a:txBody>
                  <a:tcPr/>
                </a:tc>
                <a:tc gridSpan="7">
                  <a:txBody>
                    <a:bodyPr/>
                    <a:lstStyle/>
                    <a:p>
                      <a:pPr algn="ctr" fontAlgn="ctr"/>
                      <a:r>
                        <a:rPr lang="en-GB" sz="600" b="0" i="0" u="none" strike="noStrike">
                          <a:solidFill>
                            <a:srgbClr val="FF0000"/>
                          </a:solidFill>
                          <a:effectLst/>
                          <a:latin typeface="Calibri" panose="020F0502020204030204" pitchFamily="34" charset="0"/>
                        </a:rPr>
                        <a:t>SDS new software: UL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262626"/>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GB" sz="600" b="0" i="0" u="none" strike="noStrike">
                          <a:solidFill>
                            <a:srgbClr val="000000"/>
                          </a:solidFill>
                          <a:effectLst/>
                          <a:latin typeface="Calibri" panose="020F0502020204030204" pitchFamily="34" charset="0"/>
                        </a:rPr>
                        <a:t> </a:t>
                      </a:r>
                      <a:r>
                        <a:rPr lang="en-GB" sz="600" b="0" i="0" u="none" strike="noStrike">
                          <a:solidFill>
                            <a:srgbClr val="FF0000"/>
                          </a:solidFill>
                          <a:effectLst/>
                          <a:latin typeface="Calibri" panose="020F0502020204030204" pitchFamily="34" charset="0"/>
                        </a:rPr>
                        <a:t>Red text means project</a:t>
                      </a:r>
                      <a:r>
                        <a:rPr lang="en-GB" sz="600" b="0" i="0" u="none" strike="noStrike" baseline="0">
                          <a:solidFill>
                            <a:srgbClr val="FF0000"/>
                          </a:solidFill>
                          <a:effectLst/>
                          <a:latin typeface="Calibri" panose="020F0502020204030204" pitchFamily="34" charset="0"/>
                        </a:rPr>
                        <a:t> has started, but not progressed sufficiently to have confirmed end date </a:t>
                      </a:r>
                      <a:r>
                        <a:rPr lang="en-GB" sz="600" b="0" i="0" u="none" strike="noStrike">
                          <a:solidFill>
                            <a:srgbClr val="000000"/>
                          </a:solidFill>
                          <a:effectLst/>
                          <a:latin typeface="Calibri" panose="020F0502020204030204" pitchFamily="34" charset="0"/>
                        </a:rPr>
                        <a:t> </a:t>
                      </a:r>
                    </a:p>
                  </a:txBody>
                  <a:tcPr marL="6655" marR="6655" marT="6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3692940"/>
                  </a:ext>
                </a:extLst>
              </a:tr>
              <a:tr h="172553">
                <a:tc vMerge="1">
                  <a:txBody>
                    <a:bodyPr/>
                    <a:lstStyle/>
                    <a:p>
                      <a:endParaRPr lang="en-GB"/>
                    </a:p>
                  </a:txBody>
                  <a:tcPr/>
                </a:tc>
                <a:tc gridSpan="7">
                  <a:txBody>
                    <a:bodyPr/>
                    <a:lstStyle/>
                    <a:p>
                      <a:pPr algn="ctr" fontAlgn="ctr"/>
                      <a:r>
                        <a:rPr lang="en-GB" sz="600" b="0" i="0" u="none" strike="noStrike">
                          <a:solidFill>
                            <a:srgbClr val="FF0000"/>
                          </a:solidFill>
                          <a:effectLst/>
                          <a:latin typeface="Calibri" panose="020F0502020204030204" pitchFamily="34" charset="0"/>
                        </a:rPr>
                        <a:t>Labels new software: </a:t>
                      </a:r>
                      <a:r>
                        <a:rPr lang="en-GB" sz="600" b="0" i="0" u="none" strike="noStrike" err="1">
                          <a:solidFill>
                            <a:srgbClr val="FF0000"/>
                          </a:solidFill>
                          <a:effectLst/>
                          <a:latin typeface="Calibri" panose="020F0502020204030204" pitchFamily="34" charset="0"/>
                        </a:rPr>
                        <a:t>Codesoft</a:t>
                      </a:r>
                      <a:endParaRPr lang="en-GB" sz="600" b="0" i="0" u="none" strike="noStrike">
                        <a:solidFill>
                          <a:srgbClr val="FF0000"/>
                        </a:solidFill>
                        <a:effectLst/>
                        <a:latin typeface="Calibri" panose="020F0502020204030204" pitchFamily="34" charset="0"/>
                      </a:endParaRP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262626"/>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GB" sz="1000" b="0" i="0" u="none" strike="noStrike">
                        <a:solidFill>
                          <a:srgbClr val="000000"/>
                        </a:solidFill>
                        <a:effectLst/>
                        <a:latin typeface="Calibri" panose="020F0502020204030204" pitchFamily="34" charset="0"/>
                      </a:endParaRP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2551950"/>
                  </a:ext>
                </a:extLst>
              </a:tr>
              <a:tr h="204050">
                <a:tc vMerge="1">
                  <a:txBody>
                    <a:bodyPr/>
                    <a:lstStyle/>
                    <a:p>
                      <a:endParaRPr lang="en-GB"/>
                    </a:p>
                  </a:txBody>
                  <a:tcPr/>
                </a:tc>
                <a:tc gridSpan="8">
                  <a:txBody>
                    <a:bodyPr/>
                    <a:lstStyle/>
                    <a:p>
                      <a:pPr algn="ctr" fontAlgn="ctr"/>
                      <a:r>
                        <a:rPr lang="en-GB" sz="600" b="0" i="0" u="none" strike="noStrike">
                          <a:solidFill>
                            <a:srgbClr val="FF0000"/>
                          </a:solidFill>
                          <a:effectLst/>
                          <a:latin typeface="Calibri" panose="020F0502020204030204" pitchFamily="34" charset="0"/>
                        </a:rPr>
                        <a:t>LIMS for TRC &amp; CDN</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GB" sz="1000" b="0" i="0" u="none" strike="noStrike">
                        <a:solidFill>
                          <a:srgbClr val="000000"/>
                        </a:solidFill>
                        <a:effectLst/>
                        <a:latin typeface="Calibri" panose="020F0502020204030204" pitchFamily="34" charset="0"/>
                      </a:endParaRP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6454073"/>
                  </a:ext>
                </a:extLst>
              </a:tr>
              <a:tr h="137426">
                <a:tc rowSpan="2">
                  <a:txBody>
                    <a:bodyPr/>
                    <a:lstStyle/>
                    <a:p>
                      <a:pPr algn="ctr" fontAlgn="ctr"/>
                      <a:r>
                        <a:rPr lang="en-GB" sz="600" b="0" i="0" u="none" strike="noStrike">
                          <a:solidFill>
                            <a:srgbClr val="000000"/>
                          </a:solidFill>
                          <a:effectLst/>
                          <a:latin typeface="Calibri" panose="020F0502020204030204" pitchFamily="34" charset="0"/>
                        </a:rPr>
                        <a:t>Finance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IFS Vertex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9878097"/>
                  </a:ext>
                </a:extLst>
              </a:tr>
              <a:tr h="172553">
                <a:tc vMerge="1">
                  <a:txBody>
                    <a:bodyPr/>
                    <a:lstStyle/>
                    <a:p>
                      <a:endParaRPr lang="en-GB"/>
                    </a:p>
                  </a:txBody>
                  <a:tcPr/>
                </a:tc>
                <a:tc gridSpan="4">
                  <a:txBody>
                    <a:bodyPr/>
                    <a:lstStyle/>
                    <a:p>
                      <a:pPr algn="ctr" fontAlgn="ctr"/>
                      <a:r>
                        <a:rPr lang="en-GB" sz="600" b="0" i="0" u="none" strike="noStrike">
                          <a:solidFill>
                            <a:srgbClr val="FF0000"/>
                          </a:solidFill>
                          <a:effectLst/>
                          <a:latin typeface="Calibri" panose="020F0502020204030204" pitchFamily="34" charset="0"/>
                        </a:rPr>
                        <a:t>TRC US Tax in FMP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0680881"/>
                  </a:ext>
                </a:extLst>
              </a:tr>
              <a:tr h="172553">
                <a:tc rowSpan="2">
                  <a:txBody>
                    <a:bodyPr/>
                    <a:lstStyle/>
                    <a:p>
                      <a:pPr algn="ctr" fontAlgn="ctr"/>
                      <a:r>
                        <a:rPr lang="en-GB" sz="600" b="0" i="0" u="none" strike="noStrike">
                          <a:solidFill>
                            <a:srgbClr val="000000"/>
                          </a:solidFill>
                          <a:effectLst/>
                          <a:latin typeface="Calibri" panose="020F0502020204030204" pitchFamily="34" charset="0"/>
                        </a:rPr>
                        <a:t>Infrastructure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5">
                  <a:txBody>
                    <a:bodyPr/>
                    <a:lstStyle/>
                    <a:p>
                      <a:pPr algn="ctr" fontAlgn="ctr"/>
                      <a:r>
                        <a:rPr lang="en-GB" sz="600" b="0" i="0" u="none" strike="noStrike">
                          <a:solidFill>
                            <a:srgbClr val="000000"/>
                          </a:solidFill>
                          <a:effectLst/>
                          <a:latin typeface="Calibri" panose="020F0502020204030204" pitchFamily="34" charset="0"/>
                        </a:rPr>
                        <a:t>TRC Infrastructure </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99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7010754"/>
                  </a:ext>
                </a:extLst>
              </a:tr>
              <a:tr h="172553">
                <a:tc vMerge="1">
                  <a:txBody>
                    <a:bodyPr/>
                    <a:lstStyle/>
                    <a:p>
                      <a:endParaRPr lang="en-GB"/>
                    </a:p>
                  </a:txBody>
                  <a:tcPr/>
                </a:tc>
                <a:tc gridSpan="5">
                  <a:txBody>
                    <a:bodyPr/>
                    <a:lstStyle/>
                    <a:p>
                      <a:pPr algn="ctr" fontAlgn="ctr"/>
                      <a:r>
                        <a:rPr lang="en-GB" sz="600" b="0" i="0" u="none" strike="noStrike">
                          <a:solidFill>
                            <a:srgbClr val="000000"/>
                          </a:solidFill>
                          <a:effectLst/>
                          <a:latin typeface="Calibri" panose="020F0502020204030204" pitchFamily="34" charset="0"/>
                        </a:rPr>
                        <a:t>CDN Infrastructure</a:t>
                      </a:r>
                    </a:p>
                  </a:txBody>
                  <a:tcPr marL="6655" marR="665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99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GB" sz="600" b="0" i="0" u="none" strike="noStrike">
                          <a:solidFill>
                            <a:srgbClr val="000000"/>
                          </a:solidFill>
                          <a:effectLst/>
                          <a:latin typeface="Calibri" panose="020F0502020204030204" pitchFamily="34" charset="0"/>
                        </a:rPr>
                        <a:t> </a:t>
                      </a:r>
                    </a:p>
                  </a:txBody>
                  <a:tcPr marL="6655" marR="6655" marT="41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6086861"/>
                  </a:ext>
                </a:extLst>
              </a:tr>
            </a:tbl>
          </a:graphicData>
        </a:graphic>
      </p:graphicFrame>
    </p:spTree>
    <p:extLst>
      <p:ext uri="{BB962C8B-B14F-4D97-AF65-F5344CB8AC3E}">
        <p14:creationId xmlns:p14="http://schemas.microsoft.com/office/powerpoint/2010/main" val="782145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A5E7C6-45BD-AC48-F9E8-27B7F7B1A0CB}"/>
              </a:ext>
            </a:extLst>
          </p:cNvPr>
          <p:cNvSpPr>
            <a:spLocks noGrp="1"/>
          </p:cNvSpPr>
          <p:nvPr>
            <p:ph type="title"/>
          </p:nvPr>
        </p:nvSpPr>
        <p:spPr/>
        <p:txBody>
          <a:bodyPr/>
          <a:lstStyle/>
          <a:p>
            <a:r>
              <a:rPr lang="en-GB" sz="2300"/>
              <a:t>Online service speed and quality can be monitored to improve customer service and drive organic marketing</a:t>
            </a:r>
          </a:p>
        </p:txBody>
      </p:sp>
      <p:sp>
        <p:nvSpPr>
          <p:cNvPr id="2" name="Rectangle 1">
            <a:extLst>
              <a:ext uri="{FF2B5EF4-FFF2-40B4-BE49-F238E27FC236}">
                <a16:creationId xmlns:a16="http://schemas.microsoft.com/office/drawing/2014/main" id="{0BE6F791-F3B4-0269-ACF5-C77FEB817E76}"/>
              </a:ext>
            </a:extLst>
          </p:cNvPr>
          <p:cNvSpPr/>
          <p:nvPr/>
        </p:nvSpPr>
        <p:spPr>
          <a:xfrm>
            <a:off x="427311" y="3690486"/>
            <a:ext cx="11654314" cy="216317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0000" tIns="90000" bIns="90000" rtlCol="0" anchor="t" anchorCtr="0"/>
          <a:lstStyle/>
          <a:p>
            <a:pPr marL="92075">
              <a:lnSpc>
                <a:spcPct val="110000"/>
              </a:lnSpc>
              <a:spcBef>
                <a:spcPts val="300"/>
              </a:spcBef>
              <a:spcAft>
                <a:spcPts val="300"/>
              </a:spcAft>
              <a:buClr>
                <a:schemeClr val="accent1"/>
              </a:buClr>
              <a:buSzPct val="120000"/>
            </a:pPr>
            <a:r>
              <a:rPr lang="en-GB" sz="1400" b="1">
                <a:solidFill>
                  <a:schemeClr val="accent1"/>
                </a:solidFill>
                <a:latin typeface="Arial" panose="020B0604020202020204" pitchFamily="34" charset="0"/>
                <a:cs typeface="Arial" panose="020B0604020202020204" pitchFamily="34" charset="0"/>
              </a:rPr>
              <a:t>Social media users as EAT’s new </a:t>
            </a:r>
            <a:r>
              <a:rPr lang="en-GB" sz="1400" b="1" err="1">
                <a:solidFill>
                  <a:schemeClr val="accent1"/>
                </a:solidFill>
                <a:latin typeface="Arial" panose="020B0604020202020204" pitchFamily="34" charset="0"/>
                <a:cs typeface="Arial" panose="020B0604020202020204" pitchFamily="34" charset="0"/>
              </a:rPr>
              <a:t>marketeers</a:t>
            </a:r>
            <a:endParaRPr lang="en-GB" sz="1400" b="1">
              <a:solidFill>
                <a:schemeClr val="accent1"/>
              </a:solidFill>
              <a:latin typeface="Arial" panose="020B0604020202020204" pitchFamily="34" charset="0"/>
              <a:cs typeface="Arial" panose="020B0604020202020204" pitchFamily="34" charset="0"/>
            </a:endParaRPr>
          </a:p>
          <a:p>
            <a:pPr marL="465138" indent="-285750">
              <a:lnSpc>
                <a:spcPct val="110000"/>
              </a:lnSpc>
              <a:spcBef>
                <a:spcPts val="300"/>
              </a:spcBef>
              <a:spcAft>
                <a:spcPts val="300"/>
              </a:spcAft>
              <a:buClr>
                <a:schemeClr val="accent1"/>
              </a:buClr>
              <a:buSzPct val="120000"/>
              <a:buFont typeface="Arial" panose="020B0604020202020204" pitchFamily="34" charset="0"/>
              <a:buChar char="•"/>
            </a:pPr>
            <a:r>
              <a:rPr lang="en-GB" sz="1400">
                <a:solidFill>
                  <a:schemeClr val="tx1"/>
                </a:solidFill>
                <a:latin typeface="Arial" panose="020B0604020202020204" pitchFamily="34" charset="0"/>
                <a:cs typeface="Arial" panose="020B0604020202020204" pitchFamily="34" charset="0"/>
              </a:rPr>
              <a:t>Consumers demand high online service quality with </a:t>
            </a:r>
            <a:r>
              <a:rPr lang="en-GB" sz="1400" b="1">
                <a:solidFill>
                  <a:schemeClr val="tx1"/>
                </a:solidFill>
                <a:latin typeface="Arial" panose="020B0604020202020204" pitchFamily="34" charset="0"/>
                <a:cs typeface="Arial" panose="020B0604020202020204" pitchFamily="34" charset="0"/>
              </a:rPr>
              <a:t>42% of social media users expect a response within an hour*</a:t>
            </a:r>
            <a:endParaRPr lang="en-GB" sz="1400">
              <a:solidFill>
                <a:schemeClr val="tx1"/>
              </a:solidFill>
              <a:latin typeface="Arial" panose="020B0604020202020204" pitchFamily="34" charset="0"/>
              <a:cs typeface="Arial" panose="020B0604020202020204" pitchFamily="34" charset="0"/>
            </a:endParaRPr>
          </a:p>
          <a:p>
            <a:pPr marL="465138" indent="-285750">
              <a:lnSpc>
                <a:spcPct val="110000"/>
              </a:lnSpc>
              <a:spcBef>
                <a:spcPts val="300"/>
              </a:spcBef>
              <a:spcAft>
                <a:spcPts val="300"/>
              </a:spcAft>
              <a:buClr>
                <a:schemeClr val="accent1"/>
              </a:buClr>
              <a:buSzPct val="120000"/>
              <a:buFont typeface="Arial" panose="020B0604020202020204" pitchFamily="34" charset="0"/>
              <a:buChar char="•"/>
            </a:pPr>
            <a:r>
              <a:rPr lang="en-GB" sz="1400">
                <a:solidFill>
                  <a:schemeClr val="tx1"/>
                </a:solidFill>
                <a:latin typeface="Arial" panose="020B0604020202020204" pitchFamily="34" charset="0"/>
                <a:cs typeface="Arial" panose="020B0604020202020204" pitchFamily="34" charset="0"/>
              </a:rPr>
              <a:t>Connectivity of online networks allows experiences to be easily voiced to a wide audience</a:t>
            </a:r>
          </a:p>
          <a:p>
            <a:pPr marL="465138" indent="-285750">
              <a:lnSpc>
                <a:spcPct val="110000"/>
              </a:lnSpc>
              <a:spcBef>
                <a:spcPts val="300"/>
              </a:spcBef>
              <a:spcAft>
                <a:spcPts val="300"/>
              </a:spcAft>
              <a:buClr>
                <a:schemeClr val="accent1"/>
              </a:buClr>
              <a:buSzPct val="120000"/>
              <a:buFont typeface="Arial" panose="020B0604020202020204" pitchFamily="34" charset="0"/>
              <a:buChar char="•"/>
            </a:pPr>
            <a:r>
              <a:rPr lang="en-GB" sz="1400">
                <a:solidFill>
                  <a:schemeClr val="tx1"/>
                </a:solidFill>
                <a:latin typeface="Arial" panose="020B0604020202020204" pitchFamily="34" charset="0"/>
                <a:cs typeface="Arial" panose="020B0604020202020204" pitchFamily="34" charset="0"/>
              </a:rPr>
              <a:t>Companies can turn this to their advantage, as after a positive engagement customers are: </a:t>
            </a:r>
          </a:p>
          <a:p>
            <a:pPr marL="922338" lvl="1" indent="-285750">
              <a:lnSpc>
                <a:spcPct val="110000"/>
              </a:lnSpc>
              <a:spcBef>
                <a:spcPts val="300"/>
              </a:spcBef>
              <a:spcAft>
                <a:spcPts val="300"/>
              </a:spcAft>
              <a:buClr>
                <a:schemeClr val="accent1"/>
              </a:buClr>
              <a:buSzPct val="120000"/>
              <a:buFont typeface="Courier New" panose="02070309020205020404" pitchFamily="49" charset="0"/>
              <a:buChar char="­"/>
            </a:pPr>
            <a:r>
              <a:rPr lang="en-GB" sz="1400" b="1">
                <a:solidFill>
                  <a:schemeClr val="tx1"/>
                </a:solidFill>
                <a:latin typeface="Arial" panose="020B0604020202020204" pitchFamily="34" charset="0"/>
                <a:cs typeface="Arial" panose="020B0604020202020204" pitchFamily="34" charset="0"/>
              </a:rPr>
              <a:t>30% more likely to recommend* </a:t>
            </a:r>
            <a:r>
              <a:rPr lang="en-GB" sz="1400">
                <a:solidFill>
                  <a:schemeClr val="tx1"/>
                </a:solidFill>
                <a:latin typeface="Arial" panose="020B0604020202020204" pitchFamily="34" charset="0"/>
                <a:cs typeface="Arial" panose="020B0604020202020204" pitchFamily="34" charset="0"/>
              </a:rPr>
              <a:t>the business</a:t>
            </a:r>
          </a:p>
          <a:p>
            <a:pPr marL="922338" lvl="1" indent="-285750">
              <a:lnSpc>
                <a:spcPct val="110000"/>
              </a:lnSpc>
              <a:spcBef>
                <a:spcPts val="300"/>
              </a:spcBef>
              <a:spcAft>
                <a:spcPts val="300"/>
              </a:spcAft>
              <a:buClr>
                <a:schemeClr val="accent1"/>
              </a:buClr>
              <a:buSzPct val="120000"/>
              <a:buFont typeface="Courier New" panose="02070309020205020404" pitchFamily="49" charset="0"/>
              <a:buChar char="­"/>
            </a:pPr>
            <a:r>
              <a:rPr lang="en-GB" sz="1400">
                <a:solidFill>
                  <a:schemeClr val="tx1"/>
                </a:solidFill>
                <a:latin typeface="Arial" panose="020B0604020202020204" pitchFamily="34" charset="0"/>
                <a:cs typeface="Arial" panose="020B0604020202020204" pitchFamily="34" charset="0"/>
              </a:rPr>
              <a:t>Willing to pay </a:t>
            </a:r>
            <a:r>
              <a:rPr lang="en-GB" sz="1400" b="1">
                <a:solidFill>
                  <a:schemeClr val="tx1"/>
                </a:solidFill>
                <a:latin typeface="Arial" panose="020B0604020202020204" pitchFamily="34" charset="0"/>
                <a:cs typeface="Arial" panose="020B0604020202020204" pitchFamily="34" charset="0"/>
              </a:rPr>
              <a:t>20% more* </a:t>
            </a:r>
            <a:r>
              <a:rPr lang="en-GB" sz="1400">
                <a:solidFill>
                  <a:schemeClr val="tx1"/>
                </a:solidFill>
                <a:latin typeface="Arial" panose="020B0604020202020204" pitchFamily="34" charset="0"/>
                <a:cs typeface="Arial" panose="020B0604020202020204" pitchFamily="34" charset="0"/>
              </a:rPr>
              <a:t>for a foodstuff purchase</a:t>
            </a:r>
          </a:p>
          <a:p>
            <a:pPr marL="922338" lvl="1" indent="-285750">
              <a:lnSpc>
                <a:spcPct val="110000"/>
              </a:lnSpc>
              <a:spcBef>
                <a:spcPts val="300"/>
              </a:spcBef>
              <a:spcAft>
                <a:spcPts val="300"/>
              </a:spcAft>
              <a:buClr>
                <a:schemeClr val="accent1"/>
              </a:buClr>
              <a:buSzPct val="120000"/>
              <a:buFont typeface="Courier New" panose="02070309020205020404" pitchFamily="49" charset="0"/>
              <a:buChar char="­"/>
            </a:pPr>
            <a:r>
              <a:rPr lang="en-GB" sz="1400">
                <a:solidFill>
                  <a:schemeClr val="tx1"/>
                </a:solidFill>
                <a:latin typeface="Arial" panose="020B0604020202020204" pitchFamily="34" charset="0"/>
                <a:cs typeface="Arial" panose="020B0604020202020204" pitchFamily="34" charset="0"/>
              </a:rPr>
              <a:t>For EAT, we could quantify the improvement in response speed and quality, would place them as ‘best in class’</a:t>
            </a:r>
          </a:p>
          <a:p>
            <a:pPr marL="179388">
              <a:lnSpc>
                <a:spcPct val="110000"/>
              </a:lnSpc>
              <a:spcBef>
                <a:spcPts val="300"/>
              </a:spcBef>
              <a:spcAft>
                <a:spcPts val="300"/>
              </a:spcAft>
              <a:buClr>
                <a:schemeClr val="accent1"/>
              </a:buClr>
              <a:buSzPct val="120000"/>
            </a:pPr>
            <a:endParaRPr lang="en-GB" sz="140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28C84E1-9ED1-27EE-353D-C371D9014D60}"/>
              </a:ext>
            </a:extLst>
          </p:cNvPr>
          <p:cNvSpPr txBox="1"/>
          <p:nvPr/>
        </p:nvSpPr>
        <p:spPr>
          <a:xfrm>
            <a:off x="4408371" y="6230919"/>
            <a:ext cx="6028232" cy="230832"/>
          </a:xfrm>
          <a:prstGeom prst="rect">
            <a:avLst/>
          </a:prstGeom>
          <a:noFill/>
        </p:spPr>
        <p:txBody>
          <a:bodyPr wrap="square" rtlCol="0">
            <a:spAutoFit/>
          </a:bodyPr>
          <a:lstStyle/>
          <a:p>
            <a:pPr algn="r"/>
            <a:r>
              <a:rPr lang="en-GB" sz="900" i="1"/>
              <a:t>*Source: Applied Marketing Science for Twitter, July 2016</a:t>
            </a:r>
          </a:p>
        </p:txBody>
      </p:sp>
      <p:graphicFrame>
        <p:nvGraphicFramePr>
          <p:cNvPr id="5" name="Chart 4">
            <a:extLst>
              <a:ext uri="{FF2B5EF4-FFF2-40B4-BE49-F238E27FC236}">
                <a16:creationId xmlns:a16="http://schemas.microsoft.com/office/drawing/2014/main" id="{C2741909-6738-11C6-C638-D10705237EAB}"/>
              </a:ext>
            </a:extLst>
          </p:cNvPr>
          <p:cNvGraphicFramePr>
            <a:graphicFrameLocks/>
          </p:cNvGraphicFramePr>
          <p:nvPr>
            <p:extLst>
              <p:ext uri="{D42A27DB-BD31-4B8C-83A1-F6EECF244321}">
                <p14:modId xmlns:p14="http://schemas.microsoft.com/office/powerpoint/2010/main" val="3545168285"/>
              </p:ext>
            </p:extLst>
          </p:nvPr>
        </p:nvGraphicFramePr>
        <p:xfrm>
          <a:off x="427311" y="1174690"/>
          <a:ext cx="7327008" cy="22027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87DC4BC0-501A-4960-8339-9F98B6A2E005}"/>
              </a:ext>
            </a:extLst>
          </p:cNvPr>
          <p:cNvGraphicFramePr/>
          <p:nvPr>
            <p:extLst>
              <p:ext uri="{D42A27DB-BD31-4B8C-83A1-F6EECF244321}">
                <p14:modId xmlns:p14="http://schemas.microsoft.com/office/powerpoint/2010/main" val="1776527354"/>
              </p:ext>
            </p:extLst>
          </p:nvPr>
        </p:nvGraphicFramePr>
        <p:xfrm>
          <a:off x="7708100" y="1070899"/>
          <a:ext cx="4102900" cy="22969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2484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894743-95A3-6B7B-F025-2A84685D4AA6}"/>
              </a:ext>
            </a:extLst>
          </p:cNvPr>
          <p:cNvSpPr>
            <a:spLocks noGrp="1"/>
          </p:cNvSpPr>
          <p:nvPr>
            <p:ph type="title"/>
          </p:nvPr>
        </p:nvSpPr>
        <p:spPr/>
        <p:txBody>
          <a:bodyPr/>
          <a:lstStyle/>
          <a:p>
            <a:r>
              <a:rPr lang="en-GB" sz="2300"/>
              <a:t>Inputs for these scripts should be provided in standardised formats &amp; outputs will be returned in standardised formats</a:t>
            </a:r>
          </a:p>
        </p:txBody>
      </p:sp>
      <p:sp>
        <p:nvSpPr>
          <p:cNvPr id="4" name="Content Placeholder 2">
            <a:extLst>
              <a:ext uri="{FF2B5EF4-FFF2-40B4-BE49-F238E27FC236}">
                <a16:creationId xmlns:a16="http://schemas.microsoft.com/office/drawing/2014/main" id="{7AFBBC52-A412-EF87-92DB-2B007AC98D98}"/>
              </a:ext>
            </a:extLst>
          </p:cNvPr>
          <p:cNvSpPr txBox="1">
            <a:spLocks/>
          </p:cNvSpPr>
          <p:nvPr/>
        </p:nvSpPr>
        <p:spPr>
          <a:xfrm>
            <a:off x="365040" y="1371400"/>
            <a:ext cx="11250028" cy="559397"/>
          </a:xfrm>
          <a:prstGeom prst="rect">
            <a:avLst/>
          </a:prstGeom>
        </p:spPr>
        <p:txBody>
          <a:bodyPr>
            <a:normAutofit/>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400" b="1"/>
              <a:t>Input formats</a:t>
            </a:r>
          </a:p>
        </p:txBody>
      </p:sp>
      <p:graphicFrame>
        <p:nvGraphicFramePr>
          <p:cNvPr id="5" name="Table 4">
            <a:extLst>
              <a:ext uri="{FF2B5EF4-FFF2-40B4-BE49-F238E27FC236}">
                <a16:creationId xmlns:a16="http://schemas.microsoft.com/office/drawing/2014/main" id="{C396CFF0-86EE-7DF1-3AEE-CE856D6A352D}"/>
              </a:ext>
            </a:extLst>
          </p:cNvPr>
          <p:cNvGraphicFramePr>
            <a:graphicFrameLocks noGrp="1"/>
          </p:cNvGraphicFramePr>
          <p:nvPr>
            <p:extLst>
              <p:ext uri="{D42A27DB-BD31-4B8C-83A1-F6EECF244321}">
                <p14:modId xmlns:p14="http://schemas.microsoft.com/office/powerpoint/2010/main" val="2541246752"/>
              </p:ext>
            </p:extLst>
          </p:nvPr>
        </p:nvGraphicFramePr>
        <p:xfrm>
          <a:off x="365759" y="1696806"/>
          <a:ext cx="11249067" cy="2187878"/>
        </p:xfrm>
        <a:graphic>
          <a:graphicData uri="http://schemas.openxmlformats.org/drawingml/2006/table">
            <a:tbl>
              <a:tblPr firstRow="1" bandRow="1">
                <a:tableStyleId>{5C22544A-7EE6-4342-B048-85BDC9FD1C3A}</a:tableStyleId>
              </a:tblPr>
              <a:tblGrid>
                <a:gridCol w="2285162">
                  <a:extLst>
                    <a:ext uri="{9D8B030D-6E8A-4147-A177-3AD203B41FA5}">
                      <a16:colId xmlns:a16="http://schemas.microsoft.com/office/drawing/2014/main" val="2289901460"/>
                    </a:ext>
                  </a:extLst>
                </a:gridCol>
                <a:gridCol w="8963905">
                  <a:extLst>
                    <a:ext uri="{9D8B030D-6E8A-4147-A177-3AD203B41FA5}">
                      <a16:colId xmlns:a16="http://schemas.microsoft.com/office/drawing/2014/main" val="3716912583"/>
                    </a:ext>
                  </a:extLst>
                </a:gridCol>
              </a:tblGrid>
              <a:tr h="139507">
                <a:tc>
                  <a:txBody>
                    <a:bodyPr/>
                    <a:lstStyle/>
                    <a:p>
                      <a:r>
                        <a:rPr lang="en-GB" sz="1000"/>
                        <a:t>Script</a:t>
                      </a:r>
                    </a:p>
                  </a:txBody>
                  <a:tcPr anchor="ctr"/>
                </a:tc>
                <a:tc>
                  <a:txBody>
                    <a:bodyPr/>
                    <a:lstStyle/>
                    <a:p>
                      <a:r>
                        <a:rPr lang="en-GB" sz="1000"/>
                        <a:t>Input Format</a:t>
                      </a:r>
                    </a:p>
                  </a:txBody>
                  <a:tcPr anchor="ctr"/>
                </a:tc>
                <a:extLst>
                  <a:ext uri="{0D108BD9-81ED-4DB2-BD59-A6C34878D82A}">
                    <a16:rowId xmlns:a16="http://schemas.microsoft.com/office/drawing/2014/main" val="4209794118"/>
                  </a:ext>
                </a:extLst>
              </a:tr>
              <a:tr h="222820">
                <a:tc>
                  <a:txBody>
                    <a:bodyPr/>
                    <a:lstStyle/>
                    <a:p>
                      <a:r>
                        <a:rPr lang="en-GB" sz="1000" b="1"/>
                        <a:t>Streaming</a:t>
                      </a:r>
                    </a:p>
                  </a:txBody>
                  <a:tcPr anchor="ctr">
                    <a:solidFill>
                      <a:schemeClr val="bg1">
                        <a:lumMod val="95000"/>
                      </a:schemeClr>
                    </a:solidFill>
                  </a:tcPr>
                </a:tc>
                <a:tc>
                  <a:txBody>
                    <a:bodyPr/>
                    <a:lstStyle/>
                    <a:p>
                      <a:r>
                        <a:rPr lang="en-GB" sz="900"/>
                        <a:t>List of keywords and user</a:t>
                      </a:r>
                      <a:r>
                        <a:rPr lang="en-GB" sz="900" baseline="0"/>
                        <a:t> IDs to stream. Given as a .</a:t>
                      </a:r>
                      <a:r>
                        <a:rPr lang="en-GB" sz="900" baseline="0" err="1"/>
                        <a:t>xlsx</a:t>
                      </a:r>
                      <a:r>
                        <a:rPr lang="en-GB" sz="900" baseline="0"/>
                        <a:t> file</a:t>
                      </a:r>
                      <a:endParaRPr lang="en-GB" sz="900"/>
                    </a:p>
                  </a:txBody>
                  <a:tcPr anchor="ctr">
                    <a:solidFill>
                      <a:schemeClr val="bg1">
                        <a:lumMod val="95000"/>
                      </a:schemeClr>
                    </a:solidFill>
                  </a:tcPr>
                </a:tc>
                <a:extLst>
                  <a:ext uri="{0D108BD9-81ED-4DB2-BD59-A6C34878D82A}">
                    <a16:rowId xmlns:a16="http://schemas.microsoft.com/office/drawing/2014/main" val="2271221691"/>
                  </a:ext>
                </a:extLst>
              </a:tr>
              <a:tr h="270567">
                <a:tc>
                  <a:txBody>
                    <a:bodyPr/>
                    <a:lstStyle/>
                    <a:p>
                      <a:r>
                        <a:rPr lang="en-GB" sz="1000" b="1"/>
                        <a:t>User Tweet Retrieval</a:t>
                      </a:r>
                    </a:p>
                  </a:txBody>
                  <a:tcPr anchor="ctr">
                    <a:solidFill>
                      <a:schemeClr val="bg1">
                        <a:lumMod val="95000"/>
                      </a:schemeClr>
                    </a:solidFill>
                  </a:tcPr>
                </a:tc>
                <a:tc>
                  <a:txBody>
                    <a:bodyPr/>
                    <a:lstStyle/>
                    <a:p>
                      <a:r>
                        <a:rPr lang="en-GB" sz="900"/>
                        <a:t>List of user IDs to retrieve</a:t>
                      </a:r>
                      <a:r>
                        <a:rPr lang="en-GB" sz="900" baseline="0"/>
                        <a:t> tweets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3505165497"/>
                  </a:ext>
                </a:extLst>
              </a:tr>
              <a:tr h="270567">
                <a:tc>
                  <a:txBody>
                    <a:bodyPr/>
                    <a:lstStyle/>
                    <a:p>
                      <a:r>
                        <a:rPr lang="en-GB" sz="1000" b="1"/>
                        <a:t>Following Relationship</a:t>
                      </a:r>
                    </a:p>
                  </a:txBody>
                  <a:tcPr anchor="ctr">
                    <a:solidFill>
                      <a:schemeClr val="bg1">
                        <a:lumMod val="95000"/>
                      </a:schemeClr>
                    </a:solidFill>
                  </a:tcPr>
                </a:tc>
                <a:tc>
                  <a:txBody>
                    <a:bodyPr/>
                    <a:lstStyle/>
                    <a:p>
                      <a:r>
                        <a:rPr lang="en-GB" sz="900"/>
                        <a:t>List of ‘source’ user IDs</a:t>
                      </a:r>
                      <a:r>
                        <a:rPr lang="en-GB" sz="900" baseline="0"/>
                        <a:t> and ‘target’ user IDs.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972273340"/>
                  </a:ext>
                </a:extLst>
              </a:tr>
              <a:tr h="269009">
                <a:tc>
                  <a:txBody>
                    <a:bodyPr/>
                    <a:lstStyle/>
                    <a:p>
                      <a:r>
                        <a:rPr lang="en-GB" sz="1000" b="1"/>
                        <a:t>User Hydration</a:t>
                      </a:r>
                    </a:p>
                  </a:txBody>
                  <a:tcPr anchor="ctr">
                    <a:solidFill>
                      <a:schemeClr val="bg1">
                        <a:lumMod val="95000"/>
                      </a:schemeClr>
                    </a:solidFill>
                  </a:tcPr>
                </a:tc>
                <a:tc>
                  <a:txBody>
                    <a:bodyPr/>
                    <a:lstStyle/>
                    <a:p>
                      <a:r>
                        <a:rPr lang="en-GB" sz="900"/>
                        <a:t>List of user IDs to retrieve</a:t>
                      </a:r>
                      <a:r>
                        <a:rPr lang="en-GB" sz="900" baseline="0"/>
                        <a:t> information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1471851321"/>
                  </a:ext>
                </a:extLst>
              </a:tr>
              <a:tr h="230962">
                <a:tc>
                  <a:txBody>
                    <a:bodyPr/>
                    <a:lstStyle/>
                    <a:p>
                      <a:r>
                        <a:rPr lang="en-GB" sz="1000" b="1"/>
                        <a:t>Friends</a:t>
                      </a:r>
                      <a:r>
                        <a:rPr lang="en-GB" sz="1000" b="1" baseline="0"/>
                        <a:t> </a:t>
                      </a:r>
                      <a:endParaRPr lang="en-GB" sz="1000" b="1"/>
                    </a:p>
                  </a:txBody>
                  <a:tcPr anchor="ctr">
                    <a:solidFill>
                      <a:schemeClr val="bg1">
                        <a:lumMod val="95000"/>
                      </a:schemeClr>
                    </a:solidFill>
                  </a:tcPr>
                </a:tc>
                <a:tc>
                  <a:txBody>
                    <a:bodyPr/>
                    <a:lstStyle/>
                    <a:p>
                      <a:r>
                        <a:rPr lang="en-GB" sz="900"/>
                        <a:t>List of user IDs to retrieve</a:t>
                      </a:r>
                      <a:r>
                        <a:rPr lang="en-GB" sz="900" baseline="0"/>
                        <a:t> friends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3169012735"/>
                  </a:ext>
                </a:extLst>
              </a:tr>
              <a:tr h="280455">
                <a:tc>
                  <a:txBody>
                    <a:bodyPr/>
                    <a:lstStyle/>
                    <a:p>
                      <a:r>
                        <a:rPr lang="en-GB" sz="1000" b="1"/>
                        <a:t>Followers</a:t>
                      </a:r>
                    </a:p>
                  </a:txBody>
                  <a:tcPr anchor="ctr">
                    <a:solidFill>
                      <a:schemeClr val="bg1">
                        <a:lumMod val="95000"/>
                      </a:schemeClr>
                    </a:solidFill>
                  </a:tcPr>
                </a:tc>
                <a:tc>
                  <a:txBody>
                    <a:bodyPr/>
                    <a:lstStyle/>
                    <a:p>
                      <a:r>
                        <a:rPr lang="en-GB" sz="900"/>
                        <a:t>List of user IDs to retrieve</a:t>
                      </a:r>
                      <a:r>
                        <a:rPr lang="en-GB" sz="900" baseline="0"/>
                        <a:t> followers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4220374424"/>
                  </a:ext>
                </a:extLst>
              </a:tr>
              <a:tr h="328788">
                <a:tc>
                  <a:txBody>
                    <a:bodyPr/>
                    <a:lstStyle/>
                    <a:p>
                      <a:r>
                        <a:rPr lang="en-GB" sz="1000" b="1"/>
                        <a:t>Tweet Hydration</a:t>
                      </a:r>
                    </a:p>
                  </a:txBody>
                  <a:tcPr anchor="ctr">
                    <a:solidFill>
                      <a:schemeClr val="bg1">
                        <a:lumMod val="95000"/>
                      </a:schemeClr>
                    </a:solidFill>
                  </a:tcPr>
                </a:tc>
                <a:tc>
                  <a:txBody>
                    <a:bodyPr/>
                    <a:lstStyle/>
                    <a:p>
                      <a:r>
                        <a:rPr lang="en-GB" sz="900"/>
                        <a:t>List of tweet IDs to retrieve</a:t>
                      </a:r>
                      <a:r>
                        <a:rPr lang="en-GB" sz="900" baseline="0"/>
                        <a:t> tweets for. Given as a .csv or tab-delimited file. </a:t>
                      </a:r>
                      <a:r>
                        <a:rPr lang="en-GB" sz="900" b="1" baseline="0"/>
                        <a:t>When handling tweet IDs, be careful not to open and re-save in excel</a:t>
                      </a:r>
                      <a:r>
                        <a:rPr lang="en-GB" sz="900" b="0" baseline="0"/>
                        <a:t> - e</a:t>
                      </a:r>
                      <a:r>
                        <a:rPr lang="en-GB" sz="900" baseline="0"/>
                        <a:t>xcel cannot handle the full string length and so part of the number is omitted</a:t>
                      </a:r>
                      <a:endParaRPr lang="en-GB" sz="900"/>
                    </a:p>
                  </a:txBody>
                  <a:tcPr anchor="ctr">
                    <a:solidFill>
                      <a:schemeClr val="bg1">
                        <a:lumMod val="95000"/>
                      </a:schemeClr>
                    </a:solidFill>
                  </a:tcPr>
                </a:tc>
                <a:extLst>
                  <a:ext uri="{0D108BD9-81ED-4DB2-BD59-A6C34878D82A}">
                    <a16:rowId xmlns:a16="http://schemas.microsoft.com/office/drawing/2014/main" val="1233872224"/>
                  </a:ext>
                </a:extLst>
              </a:tr>
            </a:tbl>
          </a:graphicData>
        </a:graphic>
      </p:graphicFrame>
      <p:sp>
        <p:nvSpPr>
          <p:cNvPr id="6" name="Content Placeholder 2">
            <a:extLst>
              <a:ext uri="{FF2B5EF4-FFF2-40B4-BE49-F238E27FC236}">
                <a16:creationId xmlns:a16="http://schemas.microsoft.com/office/drawing/2014/main" id="{7305F7B7-1EFE-0DC6-561D-8E552B070AA5}"/>
              </a:ext>
            </a:extLst>
          </p:cNvPr>
          <p:cNvSpPr txBox="1">
            <a:spLocks/>
          </p:cNvSpPr>
          <p:nvPr/>
        </p:nvSpPr>
        <p:spPr>
          <a:xfrm>
            <a:off x="365040" y="4465297"/>
            <a:ext cx="11250028" cy="1613647"/>
          </a:xfrm>
          <a:prstGeom prst="rect">
            <a:avLst/>
          </a:prstGeom>
        </p:spPr>
        <p:txBody>
          <a:bodyPr vert="horz" lIns="0" tIns="45720" rIns="91440" bIns="45720" rtlCol="0">
            <a:normAutofit fontScale="92500" lnSpcReduction="20000"/>
          </a:bodyPr>
          <a:lstStyle>
            <a:lvl1pPr marL="349250" indent="-349250" algn="l" defTabSz="914400" rtl="0" eaLnBrk="1" latinLnBrk="0" hangingPunct="1">
              <a:lnSpc>
                <a:spcPct val="110000"/>
              </a:lnSpc>
              <a:spcBef>
                <a:spcPts val="200"/>
              </a:spcBef>
              <a:spcAft>
                <a:spcPts val="200"/>
              </a:spcAft>
              <a:buClr>
                <a:srgbClr val="173845"/>
              </a:buClr>
              <a:buFont typeface="Arial" panose="020B0604020202020204" pitchFamily="34" charset="0"/>
              <a:buChar char="•"/>
              <a:defRPr sz="1600" kern="1200">
                <a:solidFill>
                  <a:schemeClr val="tx1"/>
                </a:solidFill>
                <a:latin typeface="+mn-lt"/>
                <a:ea typeface="+mn-ea"/>
                <a:cs typeface="+mn-cs"/>
              </a:defRPr>
            </a:lvl1pPr>
            <a:lvl2pPr marL="717550" indent="-361950" algn="l" defTabSz="914400" rtl="0" eaLnBrk="1" latinLnBrk="0" hangingPunct="1">
              <a:lnSpc>
                <a:spcPct val="110000"/>
              </a:lnSpc>
              <a:spcBef>
                <a:spcPts val="200"/>
              </a:spcBef>
              <a:spcAft>
                <a:spcPts val="200"/>
              </a:spcAft>
              <a:buClr>
                <a:srgbClr val="173845"/>
              </a:buClr>
              <a:buFont typeface="Arial" panose="020B0604020202020204" pitchFamily="34" charset="0"/>
              <a:buChar char="–"/>
              <a:defRPr sz="1600" kern="1200">
                <a:solidFill>
                  <a:schemeClr val="tx1"/>
                </a:solidFill>
                <a:latin typeface="+mn-lt"/>
                <a:ea typeface="+mn-ea"/>
                <a:cs typeface="+mn-cs"/>
              </a:defRPr>
            </a:lvl2pPr>
            <a:lvl3pPr marL="1073150" indent="-361950" algn="l" defTabSz="914400" rtl="0" eaLnBrk="1" latinLnBrk="0" hangingPunct="1">
              <a:lnSpc>
                <a:spcPct val="110000"/>
              </a:lnSpc>
              <a:spcBef>
                <a:spcPts val="200"/>
              </a:spcBef>
              <a:spcAft>
                <a:spcPts val="200"/>
              </a:spcAft>
              <a:buClr>
                <a:srgbClr val="173845"/>
              </a:buClr>
              <a:buFont typeface="Wingdings" panose="05000000000000000000" pitchFamily="2" charset="2"/>
              <a:buChar char="§"/>
              <a:defRPr sz="1600" kern="1200">
                <a:solidFill>
                  <a:schemeClr val="tx1"/>
                </a:solidFill>
                <a:latin typeface="+mn-lt"/>
                <a:ea typeface="+mn-ea"/>
                <a:cs typeface="+mn-cs"/>
              </a:defRPr>
            </a:lvl3pPr>
            <a:lvl4pPr marL="1435100" indent="-361950" algn="l" defTabSz="914400" rtl="0" eaLnBrk="1" latinLnBrk="0" hangingPunct="1">
              <a:lnSpc>
                <a:spcPct val="110000"/>
              </a:lnSpc>
              <a:spcBef>
                <a:spcPts val="200"/>
              </a:spcBef>
              <a:spcAft>
                <a:spcPts val="200"/>
              </a:spcAft>
              <a:buClr>
                <a:srgbClr val="173845"/>
              </a:buClr>
              <a:buSzPct val="80000"/>
              <a:buFont typeface="Wingdings 3" panose="05040102010807070707" pitchFamily="18" charset="2"/>
              <a:buChar char="}"/>
              <a:defRPr sz="1600" kern="1200">
                <a:solidFill>
                  <a:schemeClr val="tx1"/>
                </a:solidFill>
                <a:latin typeface="+mn-lt"/>
                <a:ea typeface="+mn-ea"/>
                <a:cs typeface="+mn-cs"/>
              </a:defRPr>
            </a:lvl4pPr>
            <a:lvl5pPr marL="1797050" indent="-361950" algn="l" defTabSz="914400" rtl="0" eaLnBrk="1" latinLnBrk="0" hangingPunct="1">
              <a:lnSpc>
                <a:spcPct val="110000"/>
              </a:lnSpc>
              <a:spcBef>
                <a:spcPts val="200"/>
              </a:spcBef>
              <a:spcAft>
                <a:spcPts val="200"/>
              </a:spcAft>
              <a:buClr>
                <a:srgbClr val="173845"/>
              </a:buClr>
              <a:buFont typeface="Wingdings 3" panose="05040102010807070707" pitchFamily="18"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a:t>Output formats</a:t>
            </a:r>
          </a:p>
          <a:p>
            <a:pPr indent="-173038"/>
            <a:r>
              <a:rPr lang="en-GB" sz="1300"/>
              <a:t>Exemplar outputs – the formats in which that Aurum will return data – can be found under </a:t>
            </a:r>
            <a:r>
              <a:rPr lang="en-GB" sz="1300">
                <a:hlinkClick r:id="rId2" action="ppaction://hlinkfile"/>
              </a:rPr>
              <a:t>JMAN Group BD Ideas\03. Analytics R&amp;D\03. Data Mining\02. Technical Capabilities\02. Scripts\Exemplar Outputs v2</a:t>
            </a:r>
            <a:endParaRPr lang="en-GB" sz="1300"/>
          </a:p>
          <a:p>
            <a:pPr indent="-173038"/>
            <a:r>
              <a:rPr lang="en-GB" sz="1300"/>
              <a:t>The data fields in the exemplar outputs are not exhaustive of all the data available from Twitter</a:t>
            </a:r>
          </a:p>
          <a:p>
            <a:pPr indent="-173038"/>
            <a:r>
              <a:rPr lang="en-GB" sz="1300"/>
              <a:t>The fields to be returned can be modified to fit requirements. For information on all fields available, consult the Twitter documentation for the relevant endpoint (given as ‘details’ hyperlinks on slide 5)</a:t>
            </a:r>
          </a:p>
          <a:p>
            <a:pPr indent="-173038"/>
            <a:r>
              <a:rPr lang="en-GB" sz="1300"/>
              <a:t>Outputs can be given as .csv files, or larger files uploaded to the following database: </a:t>
            </a:r>
            <a:r>
              <a:rPr lang="en-GB" sz="1300">
                <a:hlinkClick r:id="rId3"/>
              </a:rPr>
              <a:t>http://twitter.cloudapp.net/phppgadmin/</a:t>
            </a:r>
            <a:r>
              <a:rPr lang="en-GB" sz="1300"/>
              <a:t> (login details available from Aurum)</a:t>
            </a:r>
            <a:endParaRPr lang="en-GB" sz="1400"/>
          </a:p>
        </p:txBody>
      </p:sp>
    </p:spTree>
    <p:extLst>
      <p:ext uri="{BB962C8B-B14F-4D97-AF65-F5344CB8AC3E}">
        <p14:creationId xmlns:p14="http://schemas.microsoft.com/office/powerpoint/2010/main" val="143978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a:xfrm>
            <a:off x="383908" y="2643127"/>
            <a:ext cx="9080814" cy="1325563"/>
          </a:xfrm>
        </p:spPr>
        <p:txBody>
          <a:bodyPr/>
          <a:lstStyle/>
          <a:p>
            <a:r>
              <a:rPr lang="en-GB" sz="3200"/>
              <a:t>Examples from the UK</a:t>
            </a:r>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8"/>
            <a:ext cx="3519877" cy="338554"/>
          </a:xfrm>
        </p:spPr>
        <p:txBody>
          <a:bodyPr/>
          <a:lstStyle/>
          <a:p>
            <a:r>
              <a:rPr lang="en-GB"/>
              <a:t>September 2022</a:t>
            </a:r>
          </a:p>
        </p:txBody>
      </p:sp>
    </p:spTree>
    <p:extLst>
      <p:ext uri="{BB962C8B-B14F-4D97-AF65-F5344CB8AC3E}">
        <p14:creationId xmlns:p14="http://schemas.microsoft.com/office/powerpoint/2010/main" val="2879737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894743-95A3-6B7B-F025-2A84685D4AA6}"/>
              </a:ext>
            </a:extLst>
          </p:cNvPr>
          <p:cNvSpPr>
            <a:spLocks noGrp="1"/>
          </p:cNvSpPr>
          <p:nvPr>
            <p:ph type="title"/>
          </p:nvPr>
        </p:nvSpPr>
        <p:spPr/>
        <p:txBody>
          <a:bodyPr/>
          <a:lstStyle/>
          <a:p>
            <a:r>
              <a:rPr lang="en-GB" sz="2300"/>
              <a:t>Inputs for these scripts should be provided in standardised formats &amp; outputs will be returned in standardised formats</a:t>
            </a:r>
          </a:p>
        </p:txBody>
      </p:sp>
      <p:sp>
        <p:nvSpPr>
          <p:cNvPr id="4" name="Content Placeholder 2">
            <a:extLst>
              <a:ext uri="{FF2B5EF4-FFF2-40B4-BE49-F238E27FC236}">
                <a16:creationId xmlns:a16="http://schemas.microsoft.com/office/drawing/2014/main" id="{7AFBBC52-A412-EF87-92DB-2B007AC98D98}"/>
              </a:ext>
            </a:extLst>
          </p:cNvPr>
          <p:cNvSpPr txBox="1">
            <a:spLocks/>
          </p:cNvSpPr>
          <p:nvPr/>
        </p:nvSpPr>
        <p:spPr>
          <a:xfrm>
            <a:off x="365040" y="1371400"/>
            <a:ext cx="11250028" cy="559397"/>
          </a:xfrm>
          <a:prstGeom prst="rect">
            <a:avLst/>
          </a:prstGeom>
        </p:spPr>
        <p:txBody>
          <a:bodyPr>
            <a:normAutofit/>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400" b="1"/>
              <a:t>Input formats</a:t>
            </a:r>
          </a:p>
        </p:txBody>
      </p:sp>
      <p:graphicFrame>
        <p:nvGraphicFramePr>
          <p:cNvPr id="5" name="Table 4">
            <a:extLst>
              <a:ext uri="{FF2B5EF4-FFF2-40B4-BE49-F238E27FC236}">
                <a16:creationId xmlns:a16="http://schemas.microsoft.com/office/drawing/2014/main" id="{C396CFF0-86EE-7DF1-3AEE-CE856D6A352D}"/>
              </a:ext>
            </a:extLst>
          </p:cNvPr>
          <p:cNvGraphicFramePr>
            <a:graphicFrameLocks noGrp="1"/>
          </p:cNvGraphicFramePr>
          <p:nvPr/>
        </p:nvGraphicFramePr>
        <p:xfrm>
          <a:off x="365759" y="1696806"/>
          <a:ext cx="11249067" cy="2187878"/>
        </p:xfrm>
        <a:graphic>
          <a:graphicData uri="http://schemas.openxmlformats.org/drawingml/2006/table">
            <a:tbl>
              <a:tblPr firstRow="1" bandRow="1">
                <a:tableStyleId>{5C22544A-7EE6-4342-B048-85BDC9FD1C3A}</a:tableStyleId>
              </a:tblPr>
              <a:tblGrid>
                <a:gridCol w="2285162">
                  <a:extLst>
                    <a:ext uri="{9D8B030D-6E8A-4147-A177-3AD203B41FA5}">
                      <a16:colId xmlns:a16="http://schemas.microsoft.com/office/drawing/2014/main" val="2289901460"/>
                    </a:ext>
                  </a:extLst>
                </a:gridCol>
                <a:gridCol w="8963905">
                  <a:extLst>
                    <a:ext uri="{9D8B030D-6E8A-4147-A177-3AD203B41FA5}">
                      <a16:colId xmlns:a16="http://schemas.microsoft.com/office/drawing/2014/main" val="3716912583"/>
                    </a:ext>
                  </a:extLst>
                </a:gridCol>
              </a:tblGrid>
              <a:tr h="139507">
                <a:tc>
                  <a:txBody>
                    <a:bodyPr/>
                    <a:lstStyle/>
                    <a:p>
                      <a:r>
                        <a:rPr lang="en-GB" sz="1000"/>
                        <a:t>Script</a:t>
                      </a:r>
                    </a:p>
                  </a:txBody>
                  <a:tcPr anchor="ctr"/>
                </a:tc>
                <a:tc>
                  <a:txBody>
                    <a:bodyPr/>
                    <a:lstStyle/>
                    <a:p>
                      <a:r>
                        <a:rPr lang="en-GB" sz="1000"/>
                        <a:t>Input Format</a:t>
                      </a:r>
                    </a:p>
                  </a:txBody>
                  <a:tcPr anchor="ctr"/>
                </a:tc>
                <a:extLst>
                  <a:ext uri="{0D108BD9-81ED-4DB2-BD59-A6C34878D82A}">
                    <a16:rowId xmlns:a16="http://schemas.microsoft.com/office/drawing/2014/main" val="4209794118"/>
                  </a:ext>
                </a:extLst>
              </a:tr>
              <a:tr h="222820">
                <a:tc>
                  <a:txBody>
                    <a:bodyPr/>
                    <a:lstStyle/>
                    <a:p>
                      <a:r>
                        <a:rPr lang="en-GB" sz="1000" b="1"/>
                        <a:t>Streaming</a:t>
                      </a:r>
                    </a:p>
                  </a:txBody>
                  <a:tcPr anchor="ctr">
                    <a:solidFill>
                      <a:schemeClr val="bg1">
                        <a:lumMod val="95000"/>
                      </a:schemeClr>
                    </a:solidFill>
                  </a:tcPr>
                </a:tc>
                <a:tc>
                  <a:txBody>
                    <a:bodyPr/>
                    <a:lstStyle/>
                    <a:p>
                      <a:r>
                        <a:rPr lang="en-GB" sz="900"/>
                        <a:t>List of keywords and user</a:t>
                      </a:r>
                      <a:r>
                        <a:rPr lang="en-GB" sz="900" baseline="0"/>
                        <a:t> IDs to stream. Given as a .</a:t>
                      </a:r>
                      <a:r>
                        <a:rPr lang="en-GB" sz="900" baseline="0" err="1"/>
                        <a:t>xlsx</a:t>
                      </a:r>
                      <a:r>
                        <a:rPr lang="en-GB" sz="900" baseline="0"/>
                        <a:t> file</a:t>
                      </a:r>
                      <a:endParaRPr lang="en-GB" sz="900"/>
                    </a:p>
                  </a:txBody>
                  <a:tcPr anchor="ctr">
                    <a:solidFill>
                      <a:schemeClr val="bg1">
                        <a:lumMod val="95000"/>
                      </a:schemeClr>
                    </a:solidFill>
                  </a:tcPr>
                </a:tc>
                <a:extLst>
                  <a:ext uri="{0D108BD9-81ED-4DB2-BD59-A6C34878D82A}">
                    <a16:rowId xmlns:a16="http://schemas.microsoft.com/office/drawing/2014/main" val="2271221691"/>
                  </a:ext>
                </a:extLst>
              </a:tr>
              <a:tr h="270567">
                <a:tc>
                  <a:txBody>
                    <a:bodyPr/>
                    <a:lstStyle/>
                    <a:p>
                      <a:r>
                        <a:rPr lang="en-GB" sz="1000" b="1"/>
                        <a:t>User Tweet Retrieval</a:t>
                      </a:r>
                    </a:p>
                  </a:txBody>
                  <a:tcPr anchor="ctr">
                    <a:solidFill>
                      <a:schemeClr val="bg1">
                        <a:lumMod val="95000"/>
                      </a:schemeClr>
                    </a:solidFill>
                  </a:tcPr>
                </a:tc>
                <a:tc>
                  <a:txBody>
                    <a:bodyPr/>
                    <a:lstStyle/>
                    <a:p>
                      <a:r>
                        <a:rPr lang="en-GB" sz="900"/>
                        <a:t>List of user IDs to retrieve</a:t>
                      </a:r>
                      <a:r>
                        <a:rPr lang="en-GB" sz="900" baseline="0"/>
                        <a:t> tweets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3505165497"/>
                  </a:ext>
                </a:extLst>
              </a:tr>
              <a:tr h="270567">
                <a:tc>
                  <a:txBody>
                    <a:bodyPr/>
                    <a:lstStyle/>
                    <a:p>
                      <a:r>
                        <a:rPr lang="en-GB" sz="1000" b="1"/>
                        <a:t>Following Relationship</a:t>
                      </a:r>
                    </a:p>
                  </a:txBody>
                  <a:tcPr anchor="ctr">
                    <a:solidFill>
                      <a:schemeClr val="bg1">
                        <a:lumMod val="95000"/>
                      </a:schemeClr>
                    </a:solidFill>
                  </a:tcPr>
                </a:tc>
                <a:tc>
                  <a:txBody>
                    <a:bodyPr/>
                    <a:lstStyle/>
                    <a:p>
                      <a:r>
                        <a:rPr lang="en-GB" sz="900"/>
                        <a:t>List of ‘source’ user IDs</a:t>
                      </a:r>
                      <a:r>
                        <a:rPr lang="en-GB" sz="900" baseline="0"/>
                        <a:t> and ‘target’ user IDs.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972273340"/>
                  </a:ext>
                </a:extLst>
              </a:tr>
              <a:tr h="269009">
                <a:tc>
                  <a:txBody>
                    <a:bodyPr/>
                    <a:lstStyle/>
                    <a:p>
                      <a:r>
                        <a:rPr lang="en-GB" sz="1000" b="1"/>
                        <a:t>User Hydration</a:t>
                      </a:r>
                    </a:p>
                  </a:txBody>
                  <a:tcPr anchor="ctr">
                    <a:solidFill>
                      <a:schemeClr val="bg1">
                        <a:lumMod val="95000"/>
                      </a:schemeClr>
                    </a:solidFill>
                  </a:tcPr>
                </a:tc>
                <a:tc>
                  <a:txBody>
                    <a:bodyPr/>
                    <a:lstStyle/>
                    <a:p>
                      <a:r>
                        <a:rPr lang="en-GB" sz="900"/>
                        <a:t>List of user IDs to retrieve</a:t>
                      </a:r>
                      <a:r>
                        <a:rPr lang="en-GB" sz="900" baseline="0"/>
                        <a:t> information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1471851321"/>
                  </a:ext>
                </a:extLst>
              </a:tr>
              <a:tr h="230962">
                <a:tc>
                  <a:txBody>
                    <a:bodyPr/>
                    <a:lstStyle/>
                    <a:p>
                      <a:r>
                        <a:rPr lang="en-GB" sz="1000" b="1"/>
                        <a:t>Friends</a:t>
                      </a:r>
                      <a:r>
                        <a:rPr lang="en-GB" sz="1000" b="1" baseline="0"/>
                        <a:t> </a:t>
                      </a:r>
                      <a:endParaRPr lang="en-GB" sz="1000" b="1"/>
                    </a:p>
                  </a:txBody>
                  <a:tcPr anchor="ctr">
                    <a:solidFill>
                      <a:schemeClr val="bg1">
                        <a:lumMod val="95000"/>
                      </a:schemeClr>
                    </a:solidFill>
                  </a:tcPr>
                </a:tc>
                <a:tc>
                  <a:txBody>
                    <a:bodyPr/>
                    <a:lstStyle/>
                    <a:p>
                      <a:r>
                        <a:rPr lang="en-GB" sz="900"/>
                        <a:t>List of user IDs to retrieve</a:t>
                      </a:r>
                      <a:r>
                        <a:rPr lang="en-GB" sz="900" baseline="0"/>
                        <a:t> friends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3169012735"/>
                  </a:ext>
                </a:extLst>
              </a:tr>
              <a:tr h="280455">
                <a:tc>
                  <a:txBody>
                    <a:bodyPr/>
                    <a:lstStyle/>
                    <a:p>
                      <a:r>
                        <a:rPr lang="en-GB" sz="1000" b="1"/>
                        <a:t>Followers</a:t>
                      </a:r>
                    </a:p>
                  </a:txBody>
                  <a:tcPr anchor="ctr">
                    <a:solidFill>
                      <a:schemeClr val="bg1">
                        <a:lumMod val="95000"/>
                      </a:schemeClr>
                    </a:solidFill>
                  </a:tcPr>
                </a:tc>
                <a:tc>
                  <a:txBody>
                    <a:bodyPr/>
                    <a:lstStyle/>
                    <a:p>
                      <a:r>
                        <a:rPr lang="en-GB" sz="900"/>
                        <a:t>List of user IDs to retrieve</a:t>
                      </a:r>
                      <a:r>
                        <a:rPr lang="en-GB" sz="900" baseline="0"/>
                        <a:t> followers for. Given as a .</a:t>
                      </a:r>
                      <a:r>
                        <a:rPr lang="en-GB" sz="900" baseline="0" err="1"/>
                        <a:t>xlsx</a:t>
                      </a:r>
                      <a:r>
                        <a:rPr lang="en-GB" sz="900" baseline="0"/>
                        <a:t> or .csv file</a:t>
                      </a:r>
                      <a:endParaRPr lang="en-GB" sz="900"/>
                    </a:p>
                  </a:txBody>
                  <a:tcPr anchor="ctr">
                    <a:solidFill>
                      <a:schemeClr val="bg1">
                        <a:lumMod val="95000"/>
                      </a:schemeClr>
                    </a:solidFill>
                  </a:tcPr>
                </a:tc>
                <a:extLst>
                  <a:ext uri="{0D108BD9-81ED-4DB2-BD59-A6C34878D82A}">
                    <a16:rowId xmlns:a16="http://schemas.microsoft.com/office/drawing/2014/main" val="4220374424"/>
                  </a:ext>
                </a:extLst>
              </a:tr>
              <a:tr h="328788">
                <a:tc>
                  <a:txBody>
                    <a:bodyPr/>
                    <a:lstStyle/>
                    <a:p>
                      <a:r>
                        <a:rPr lang="en-GB" sz="1000" b="1"/>
                        <a:t>Tweet Hydration</a:t>
                      </a:r>
                    </a:p>
                  </a:txBody>
                  <a:tcPr anchor="ctr">
                    <a:solidFill>
                      <a:schemeClr val="bg1">
                        <a:lumMod val="95000"/>
                      </a:schemeClr>
                    </a:solidFill>
                  </a:tcPr>
                </a:tc>
                <a:tc>
                  <a:txBody>
                    <a:bodyPr/>
                    <a:lstStyle/>
                    <a:p>
                      <a:r>
                        <a:rPr lang="en-GB" sz="900"/>
                        <a:t>List of tweet IDs to retrieve</a:t>
                      </a:r>
                      <a:r>
                        <a:rPr lang="en-GB" sz="900" baseline="0"/>
                        <a:t> tweets for. Given as a .csv or tab-delimited file. </a:t>
                      </a:r>
                      <a:r>
                        <a:rPr lang="en-GB" sz="900" b="1" baseline="0"/>
                        <a:t>When handling tweet IDs, be careful not to open and re-save in excel</a:t>
                      </a:r>
                      <a:r>
                        <a:rPr lang="en-GB" sz="900" b="0" baseline="0"/>
                        <a:t> - e</a:t>
                      </a:r>
                      <a:r>
                        <a:rPr lang="en-GB" sz="900" baseline="0"/>
                        <a:t>xcel cannot handle the full string length and so part of the number is omitted</a:t>
                      </a:r>
                      <a:endParaRPr lang="en-GB" sz="900"/>
                    </a:p>
                  </a:txBody>
                  <a:tcPr anchor="ctr">
                    <a:solidFill>
                      <a:schemeClr val="bg1">
                        <a:lumMod val="95000"/>
                      </a:schemeClr>
                    </a:solidFill>
                  </a:tcPr>
                </a:tc>
                <a:extLst>
                  <a:ext uri="{0D108BD9-81ED-4DB2-BD59-A6C34878D82A}">
                    <a16:rowId xmlns:a16="http://schemas.microsoft.com/office/drawing/2014/main" val="1233872224"/>
                  </a:ext>
                </a:extLst>
              </a:tr>
            </a:tbl>
          </a:graphicData>
        </a:graphic>
      </p:graphicFrame>
      <p:sp>
        <p:nvSpPr>
          <p:cNvPr id="6" name="Content Placeholder 2">
            <a:extLst>
              <a:ext uri="{FF2B5EF4-FFF2-40B4-BE49-F238E27FC236}">
                <a16:creationId xmlns:a16="http://schemas.microsoft.com/office/drawing/2014/main" id="{7305F7B7-1EFE-0DC6-561D-8E552B070AA5}"/>
              </a:ext>
            </a:extLst>
          </p:cNvPr>
          <p:cNvSpPr txBox="1">
            <a:spLocks/>
          </p:cNvSpPr>
          <p:nvPr/>
        </p:nvSpPr>
        <p:spPr>
          <a:xfrm>
            <a:off x="365040" y="4465297"/>
            <a:ext cx="11250028" cy="1613647"/>
          </a:xfrm>
          <a:prstGeom prst="rect">
            <a:avLst/>
          </a:prstGeom>
        </p:spPr>
        <p:txBody>
          <a:bodyPr vert="horz" lIns="0" tIns="45720" rIns="91440" bIns="45720" rtlCol="0">
            <a:normAutofit fontScale="92500" lnSpcReduction="20000"/>
          </a:bodyPr>
          <a:lstStyle>
            <a:lvl1pPr marL="349250" indent="-349250" algn="l" defTabSz="914400" rtl="0" eaLnBrk="1" latinLnBrk="0" hangingPunct="1">
              <a:lnSpc>
                <a:spcPct val="110000"/>
              </a:lnSpc>
              <a:spcBef>
                <a:spcPts val="200"/>
              </a:spcBef>
              <a:spcAft>
                <a:spcPts val="200"/>
              </a:spcAft>
              <a:buClr>
                <a:srgbClr val="173845"/>
              </a:buClr>
              <a:buFont typeface="Arial" panose="020B0604020202020204" pitchFamily="34" charset="0"/>
              <a:buChar char="•"/>
              <a:defRPr sz="1600" kern="1200">
                <a:solidFill>
                  <a:schemeClr val="tx1"/>
                </a:solidFill>
                <a:latin typeface="+mn-lt"/>
                <a:ea typeface="+mn-ea"/>
                <a:cs typeface="+mn-cs"/>
              </a:defRPr>
            </a:lvl1pPr>
            <a:lvl2pPr marL="717550" indent="-361950" algn="l" defTabSz="914400" rtl="0" eaLnBrk="1" latinLnBrk="0" hangingPunct="1">
              <a:lnSpc>
                <a:spcPct val="110000"/>
              </a:lnSpc>
              <a:spcBef>
                <a:spcPts val="200"/>
              </a:spcBef>
              <a:spcAft>
                <a:spcPts val="200"/>
              </a:spcAft>
              <a:buClr>
                <a:srgbClr val="173845"/>
              </a:buClr>
              <a:buFont typeface="Arial" panose="020B0604020202020204" pitchFamily="34" charset="0"/>
              <a:buChar char="–"/>
              <a:defRPr sz="1600" kern="1200">
                <a:solidFill>
                  <a:schemeClr val="tx1"/>
                </a:solidFill>
                <a:latin typeface="+mn-lt"/>
                <a:ea typeface="+mn-ea"/>
                <a:cs typeface="+mn-cs"/>
              </a:defRPr>
            </a:lvl2pPr>
            <a:lvl3pPr marL="1073150" indent="-361950" algn="l" defTabSz="914400" rtl="0" eaLnBrk="1" latinLnBrk="0" hangingPunct="1">
              <a:lnSpc>
                <a:spcPct val="110000"/>
              </a:lnSpc>
              <a:spcBef>
                <a:spcPts val="200"/>
              </a:spcBef>
              <a:spcAft>
                <a:spcPts val="200"/>
              </a:spcAft>
              <a:buClr>
                <a:srgbClr val="173845"/>
              </a:buClr>
              <a:buFont typeface="Wingdings" panose="05000000000000000000" pitchFamily="2" charset="2"/>
              <a:buChar char="§"/>
              <a:defRPr sz="1600" kern="1200">
                <a:solidFill>
                  <a:schemeClr val="tx1"/>
                </a:solidFill>
                <a:latin typeface="+mn-lt"/>
                <a:ea typeface="+mn-ea"/>
                <a:cs typeface="+mn-cs"/>
              </a:defRPr>
            </a:lvl3pPr>
            <a:lvl4pPr marL="1435100" indent="-361950" algn="l" defTabSz="914400" rtl="0" eaLnBrk="1" latinLnBrk="0" hangingPunct="1">
              <a:lnSpc>
                <a:spcPct val="110000"/>
              </a:lnSpc>
              <a:spcBef>
                <a:spcPts val="200"/>
              </a:spcBef>
              <a:spcAft>
                <a:spcPts val="200"/>
              </a:spcAft>
              <a:buClr>
                <a:srgbClr val="173845"/>
              </a:buClr>
              <a:buSzPct val="80000"/>
              <a:buFont typeface="Wingdings 3" panose="05040102010807070707" pitchFamily="18" charset="2"/>
              <a:buChar char="}"/>
              <a:defRPr sz="1600" kern="1200">
                <a:solidFill>
                  <a:schemeClr val="tx1"/>
                </a:solidFill>
                <a:latin typeface="+mn-lt"/>
                <a:ea typeface="+mn-ea"/>
                <a:cs typeface="+mn-cs"/>
              </a:defRPr>
            </a:lvl4pPr>
            <a:lvl5pPr marL="1797050" indent="-361950" algn="l" defTabSz="914400" rtl="0" eaLnBrk="1" latinLnBrk="0" hangingPunct="1">
              <a:lnSpc>
                <a:spcPct val="110000"/>
              </a:lnSpc>
              <a:spcBef>
                <a:spcPts val="200"/>
              </a:spcBef>
              <a:spcAft>
                <a:spcPts val="200"/>
              </a:spcAft>
              <a:buClr>
                <a:srgbClr val="173845"/>
              </a:buClr>
              <a:buFont typeface="Wingdings 3" panose="05040102010807070707" pitchFamily="18"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a:t>Output formats</a:t>
            </a:r>
          </a:p>
          <a:p>
            <a:pPr indent="-173038"/>
            <a:r>
              <a:rPr lang="en-GB" sz="1300"/>
              <a:t>Exemplar outputs – the formats in which that Aurum will return data – can be found under </a:t>
            </a:r>
            <a:r>
              <a:rPr lang="en-GB" sz="1300">
                <a:hlinkClick r:id="rId2" action="ppaction://hlinkfile"/>
              </a:rPr>
              <a:t>JMAN Group BD Ideas\03. Analytics R&amp;D\03. Data Mining\02. Technical Capabilities\02. Scripts\Exemplar Outputs v2</a:t>
            </a:r>
            <a:endParaRPr lang="en-GB" sz="1300"/>
          </a:p>
          <a:p>
            <a:pPr indent="-173038"/>
            <a:r>
              <a:rPr lang="en-GB" sz="1300"/>
              <a:t>The data fields in the exemplar outputs are not exhaustive of all the data available from Twitter</a:t>
            </a:r>
          </a:p>
          <a:p>
            <a:pPr indent="-173038"/>
            <a:r>
              <a:rPr lang="en-GB" sz="1300"/>
              <a:t>The fields to be returned can be modified to fit requirements. For information on all fields available, consult the Twitter documentation for the relevant endpoint (given as ‘details’ hyperlinks on slide 5)</a:t>
            </a:r>
          </a:p>
          <a:p>
            <a:pPr indent="-173038"/>
            <a:r>
              <a:rPr lang="en-GB" sz="1300"/>
              <a:t>Outputs can be given as .csv files, or larger files uploaded to the following database: </a:t>
            </a:r>
            <a:r>
              <a:rPr lang="en-GB" sz="1300">
                <a:hlinkClick r:id="rId3"/>
              </a:rPr>
              <a:t>http://twitter.cloudapp.net/phppgadmin/</a:t>
            </a:r>
            <a:r>
              <a:rPr lang="en-GB" sz="1300"/>
              <a:t> (login details available from Aurum)</a:t>
            </a:r>
            <a:endParaRPr lang="en-GB" sz="1400"/>
          </a:p>
        </p:txBody>
      </p:sp>
      <p:sp>
        <p:nvSpPr>
          <p:cNvPr id="2" name="Rectangle 1">
            <a:extLst>
              <a:ext uri="{FF2B5EF4-FFF2-40B4-BE49-F238E27FC236}">
                <a16:creationId xmlns:a16="http://schemas.microsoft.com/office/drawing/2014/main" id="{35AC5278-8F7C-C36C-25E6-78259C35E83A}"/>
              </a:ext>
            </a:extLst>
          </p:cNvPr>
          <p:cNvSpPr/>
          <p:nvPr/>
        </p:nvSpPr>
        <p:spPr>
          <a:xfrm>
            <a:off x="11040894" y="166694"/>
            <a:ext cx="914400" cy="9144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t>Before</a:t>
            </a:r>
          </a:p>
        </p:txBody>
      </p:sp>
    </p:spTree>
    <p:extLst>
      <p:ext uri="{BB962C8B-B14F-4D97-AF65-F5344CB8AC3E}">
        <p14:creationId xmlns:p14="http://schemas.microsoft.com/office/powerpoint/2010/main" val="4268910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A6C3BC-6DC3-67E8-2DD5-6E2E8C71AA34}"/>
              </a:ext>
            </a:extLst>
          </p:cNvPr>
          <p:cNvSpPr>
            <a:spLocks noGrp="1"/>
          </p:cNvSpPr>
          <p:nvPr>
            <p:ph type="title"/>
          </p:nvPr>
        </p:nvSpPr>
        <p:spPr>
          <a:xfrm>
            <a:off x="377754" y="92000"/>
            <a:ext cx="11430000" cy="1325563"/>
          </a:xfrm>
        </p:spPr>
        <p:txBody>
          <a:bodyPr/>
          <a:lstStyle/>
          <a:p>
            <a:r>
              <a:rPr lang="en-GB" sz="2300">
                <a:solidFill>
                  <a:schemeClr val="accent1"/>
                </a:solidFill>
              </a:rPr>
              <a:t>Exemplar outputs: </a:t>
            </a:r>
            <a:r>
              <a:rPr lang="en-GB" sz="2300"/>
              <a:t>To return consistent outputs, ensure format for all script inputs are standardised</a:t>
            </a:r>
          </a:p>
        </p:txBody>
      </p:sp>
      <p:sp>
        <p:nvSpPr>
          <p:cNvPr id="16" name="Text Placeholder 7">
            <a:extLst>
              <a:ext uri="{FF2B5EF4-FFF2-40B4-BE49-F238E27FC236}">
                <a16:creationId xmlns:a16="http://schemas.microsoft.com/office/drawing/2014/main" id="{D4877333-E0C6-5E7F-DD4B-C728B5115A58}"/>
              </a:ext>
            </a:extLst>
          </p:cNvPr>
          <p:cNvSpPr txBox="1">
            <a:spLocks/>
          </p:cNvSpPr>
          <p:nvPr/>
        </p:nvSpPr>
        <p:spPr>
          <a:xfrm>
            <a:off x="596340" y="2132775"/>
            <a:ext cx="3067481"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Ensure all script inputs are standardised as below</a:t>
            </a:r>
          </a:p>
          <a:p>
            <a:pPr>
              <a:lnSpc>
                <a:spcPct val="100000"/>
              </a:lnSpc>
              <a:spcBef>
                <a:spcPts val="0"/>
              </a:spcBef>
              <a:spcAft>
                <a:spcPts val="1200"/>
              </a:spcAft>
            </a:pPr>
            <a:r>
              <a:rPr lang="en-GB" sz="1400"/>
              <a:t>When handling tweet IDs, </a:t>
            </a:r>
            <a:r>
              <a:rPr lang="en-GB" sz="1400" b="1"/>
              <a:t>do not open and re-save in Excel</a:t>
            </a:r>
            <a:r>
              <a:rPr lang="en-GB" sz="1400"/>
              <a:t> - Excel cannot handle the full string length so part of the tweet ID gets omitted</a:t>
            </a:r>
          </a:p>
        </p:txBody>
      </p:sp>
      <p:sp>
        <p:nvSpPr>
          <p:cNvPr id="17" name="Text Placeholder 8">
            <a:extLst>
              <a:ext uri="{FF2B5EF4-FFF2-40B4-BE49-F238E27FC236}">
                <a16:creationId xmlns:a16="http://schemas.microsoft.com/office/drawing/2014/main" id="{2094429E-50A3-CC26-189B-C9F2D7FC0589}"/>
              </a:ext>
            </a:extLst>
          </p:cNvPr>
          <p:cNvSpPr txBox="1">
            <a:spLocks/>
          </p:cNvSpPr>
          <p:nvPr/>
        </p:nvSpPr>
        <p:spPr>
          <a:xfrm>
            <a:off x="4559014" y="2132775"/>
            <a:ext cx="3067481"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Exemplar outputs, the formats from </a:t>
            </a:r>
            <a:r>
              <a:rPr lang="en-GB" sz="1400" err="1"/>
              <a:t>Aurum</a:t>
            </a:r>
            <a:r>
              <a:rPr lang="en-GB" sz="1400"/>
              <a:t>, can be found </a:t>
            </a:r>
            <a:r>
              <a:rPr lang="en-GB" sz="1400">
                <a:hlinkClick r:id="rId2" action="ppaction://hlinkfile"/>
              </a:rPr>
              <a:t>here</a:t>
            </a:r>
            <a:endParaRPr lang="en-GB" sz="1400"/>
          </a:p>
          <a:p>
            <a:pPr>
              <a:lnSpc>
                <a:spcPct val="100000"/>
              </a:lnSpc>
              <a:spcBef>
                <a:spcPts val="0"/>
              </a:spcBef>
              <a:spcAft>
                <a:spcPts val="1200"/>
              </a:spcAft>
            </a:pPr>
            <a:r>
              <a:rPr lang="en-GB" sz="1400"/>
              <a:t>Data fields are not exhaustive of all data available from Twitter</a:t>
            </a:r>
          </a:p>
          <a:p>
            <a:pPr>
              <a:lnSpc>
                <a:spcPct val="100000"/>
              </a:lnSpc>
              <a:spcBef>
                <a:spcPts val="0"/>
              </a:spcBef>
              <a:spcAft>
                <a:spcPts val="1200"/>
              </a:spcAft>
            </a:pPr>
            <a:r>
              <a:rPr lang="en-GB" sz="1400"/>
              <a:t>Fields to be returned can be modified to fit requirements</a:t>
            </a:r>
          </a:p>
        </p:txBody>
      </p:sp>
      <p:sp>
        <p:nvSpPr>
          <p:cNvPr id="18" name="Text Placeholder 10">
            <a:extLst>
              <a:ext uri="{FF2B5EF4-FFF2-40B4-BE49-F238E27FC236}">
                <a16:creationId xmlns:a16="http://schemas.microsoft.com/office/drawing/2014/main" id="{2C71CE89-52DD-6228-3E04-A3FDD79ABF23}"/>
              </a:ext>
            </a:extLst>
          </p:cNvPr>
          <p:cNvSpPr txBox="1">
            <a:spLocks/>
          </p:cNvSpPr>
          <p:nvPr/>
        </p:nvSpPr>
        <p:spPr>
          <a:xfrm>
            <a:off x="8402041" y="2132775"/>
            <a:ext cx="3356973" cy="2923605"/>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400"/>
              <a:t>Outputs can be given as .csv files, or larger files uploaded </a:t>
            </a:r>
            <a:r>
              <a:rPr lang="en-GB" sz="1400">
                <a:hlinkClick r:id="rId3"/>
              </a:rPr>
              <a:t>here</a:t>
            </a:r>
            <a:endParaRPr lang="en-GB" sz="1400"/>
          </a:p>
          <a:p>
            <a:pPr marL="0" indent="0">
              <a:lnSpc>
                <a:spcPct val="100000"/>
              </a:lnSpc>
              <a:spcBef>
                <a:spcPts val="0"/>
              </a:spcBef>
              <a:spcAft>
                <a:spcPts val="1200"/>
              </a:spcAft>
              <a:buNone/>
            </a:pPr>
            <a:endParaRPr lang="en-GB" sz="1400"/>
          </a:p>
        </p:txBody>
      </p:sp>
      <p:grpSp>
        <p:nvGrpSpPr>
          <p:cNvPr id="19" name="Group 18">
            <a:extLst>
              <a:ext uri="{FF2B5EF4-FFF2-40B4-BE49-F238E27FC236}">
                <a16:creationId xmlns:a16="http://schemas.microsoft.com/office/drawing/2014/main" id="{5AF71F19-4C98-F129-160D-A35950998F5D}"/>
              </a:ext>
            </a:extLst>
          </p:cNvPr>
          <p:cNvGrpSpPr/>
          <p:nvPr/>
        </p:nvGrpSpPr>
        <p:grpSpPr>
          <a:xfrm>
            <a:off x="596340" y="1375471"/>
            <a:ext cx="3356974" cy="548640"/>
            <a:chOff x="596340" y="1527871"/>
            <a:chExt cx="3356974" cy="548640"/>
          </a:xfrm>
        </p:grpSpPr>
        <p:sp>
          <p:nvSpPr>
            <p:cNvPr id="20" name="Text Placeholder 2">
              <a:extLst>
                <a:ext uri="{FF2B5EF4-FFF2-40B4-BE49-F238E27FC236}">
                  <a16:creationId xmlns:a16="http://schemas.microsoft.com/office/drawing/2014/main" id="{FE391350-249E-F0FE-9C38-063511CD7813}"/>
                </a:ext>
              </a:extLst>
            </p:cNvPr>
            <p:cNvSpPr txBox="1">
              <a:spLocks/>
            </p:cNvSpPr>
            <p:nvPr/>
          </p:nvSpPr>
          <p:spPr>
            <a:xfrm>
              <a:off x="922946"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a:solidFill>
                    <a:schemeClr val="bg2"/>
                  </a:solidFill>
                </a:rPr>
                <a:t>Standardise script inputs</a:t>
              </a:r>
            </a:p>
          </p:txBody>
        </p:sp>
        <p:sp>
          <p:nvSpPr>
            <p:cNvPr id="21" name="Parallelogram 20">
              <a:extLst>
                <a:ext uri="{FF2B5EF4-FFF2-40B4-BE49-F238E27FC236}">
                  <a16:creationId xmlns:a16="http://schemas.microsoft.com/office/drawing/2014/main" id="{3544CDA0-28BC-9765-2928-A3B783BD823A}"/>
                </a:ext>
              </a:extLst>
            </p:cNvPr>
            <p:cNvSpPr/>
            <p:nvPr/>
          </p:nvSpPr>
          <p:spPr>
            <a:xfrm>
              <a:off x="596340" y="1565289"/>
              <a:ext cx="536409" cy="473805"/>
            </a:xfrm>
            <a:prstGeom prst="parallelogram">
              <a:avLst>
                <a:gd name="adj" fmla="val 141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1</a:t>
              </a:r>
            </a:p>
          </p:txBody>
        </p:sp>
      </p:grpSp>
      <p:grpSp>
        <p:nvGrpSpPr>
          <p:cNvPr id="22" name="Group 21">
            <a:extLst>
              <a:ext uri="{FF2B5EF4-FFF2-40B4-BE49-F238E27FC236}">
                <a16:creationId xmlns:a16="http://schemas.microsoft.com/office/drawing/2014/main" id="{7B15B615-2268-CEF0-53C9-E8FD1A3A01D6}"/>
              </a:ext>
            </a:extLst>
          </p:cNvPr>
          <p:cNvGrpSpPr/>
          <p:nvPr/>
        </p:nvGrpSpPr>
        <p:grpSpPr>
          <a:xfrm>
            <a:off x="4584648" y="1375471"/>
            <a:ext cx="3356974" cy="548640"/>
            <a:chOff x="4251362" y="1527871"/>
            <a:chExt cx="3356974" cy="548640"/>
          </a:xfrm>
        </p:grpSpPr>
        <p:sp>
          <p:nvSpPr>
            <p:cNvPr id="23" name="Text Placeholder 3">
              <a:extLst>
                <a:ext uri="{FF2B5EF4-FFF2-40B4-BE49-F238E27FC236}">
                  <a16:creationId xmlns:a16="http://schemas.microsoft.com/office/drawing/2014/main" id="{FFEFC477-9FF7-3EEE-80E0-EB04F9E35E67}"/>
                </a:ext>
              </a:extLst>
            </p:cNvPr>
            <p:cNvSpPr txBox="1">
              <a:spLocks/>
            </p:cNvSpPr>
            <p:nvPr/>
          </p:nvSpPr>
          <p:spPr>
            <a:xfrm>
              <a:off x="4577968"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err="1">
                  <a:solidFill>
                    <a:schemeClr val="tx2"/>
                  </a:solidFill>
                </a:rPr>
                <a:t>Aurum</a:t>
              </a:r>
              <a:r>
                <a:rPr lang="en-GB" sz="1600">
                  <a:solidFill>
                    <a:schemeClr val="tx2"/>
                  </a:solidFill>
                </a:rPr>
                <a:t> will return data from inputs</a:t>
              </a:r>
            </a:p>
          </p:txBody>
        </p:sp>
        <p:sp>
          <p:nvSpPr>
            <p:cNvPr id="24" name="Parallelogram 23">
              <a:extLst>
                <a:ext uri="{FF2B5EF4-FFF2-40B4-BE49-F238E27FC236}">
                  <a16:creationId xmlns:a16="http://schemas.microsoft.com/office/drawing/2014/main" id="{89E3B47A-83EB-2D82-B61F-9A138C3CB863}"/>
                </a:ext>
              </a:extLst>
            </p:cNvPr>
            <p:cNvSpPr/>
            <p:nvPr/>
          </p:nvSpPr>
          <p:spPr>
            <a:xfrm>
              <a:off x="4251362" y="1565289"/>
              <a:ext cx="536409" cy="473805"/>
            </a:xfrm>
            <a:prstGeom prst="parallelogram">
              <a:avLst>
                <a:gd name="adj" fmla="val 1413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2</a:t>
              </a:r>
            </a:p>
          </p:txBody>
        </p:sp>
      </p:grpSp>
      <p:grpSp>
        <p:nvGrpSpPr>
          <p:cNvPr id="25" name="Group 24">
            <a:extLst>
              <a:ext uri="{FF2B5EF4-FFF2-40B4-BE49-F238E27FC236}">
                <a16:creationId xmlns:a16="http://schemas.microsoft.com/office/drawing/2014/main" id="{BFE0D9A8-3E85-07D9-BAF8-00E1C9F61903}"/>
              </a:ext>
            </a:extLst>
          </p:cNvPr>
          <p:cNvGrpSpPr/>
          <p:nvPr/>
        </p:nvGrpSpPr>
        <p:grpSpPr>
          <a:xfrm>
            <a:off x="8402041" y="1375471"/>
            <a:ext cx="3356973" cy="548640"/>
            <a:chOff x="8402041" y="1527871"/>
            <a:chExt cx="3356973" cy="548640"/>
          </a:xfrm>
        </p:grpSpPr>
        <p:sp>
          <p:nvSpPr>
            <p:cNvPr id="26" name="Text Placeholder 5">
              <a:extLst>
                <a:ext uri="{FF2B5EF4-FFF2-40B4-BE49-F238E27FC236}">
                  <a16:creationId xmlns:a16="http://schemas.microsoft.com/office/drawing/2014/main" id="{F11CDBFC-DFDF-38FE-61FE-17529F89E8DD}"/>
                </a:ext>
              </a:extLst>
            </p:cNvPr>
            <p:cNvSpPr txBox="1">
              <a:spLocks/>
            </p:cNvSpPr>
            <p:nvPr/>
          </p:nvSpPr>
          <p:spPr>
            <a:xfrm>
              <a:off x="8728646" y="1527871"/>
              <a:ext cx="3030368" cy="548640"/>
            </a:xfrm>
            <a:prstGeom prst="parallelogram">
              <a:avLst/>
            </a:prstGeom>
            <a:no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600">
                  <a:solidFill>
                    <a:schemeClr val="accent3"/>
                  </a:solidFill>
                </a:rPr>
                <a:t>Result: Consistent outputs</a:t>
              </a:r>
            </a:p>
          </p:txBody>
        </p:sp>
        <p:sp>
          <p:nvSpPr>
            <p:cNvPr id="27" name="Parallelogram 26">
              <a:extLst>
                <a:ext uri="{FF2B5EF4-FFF2-40B4-BE49-F238E27FC236}">
                  <a16:creationId xmlns:a16="http://schemas.microsoft.com/office/drawing/2014/main" id="{700C043E-ADA9-350A-C9DD-E5932BADEE3F}"/>
                </a:ext>
              </a:extLst>
            </p:cNvPr>
            <p:cNvSpPr/>
            <p:nvPr/>
          </p:nvSpPr>
          <p:spPr>
            <a:xfrm>
              <a:off x="8402041" y="1565289"/>
              <a:ext cx="536409" cy="473805"/>
            </a:xfrm>
            <a:prstGeom prst="parallelogram">
              <a:avLst>
                <a:gd name="adj" fmla="val 1413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800"/>
                </a:spcAft>
              </a:pPr>
              <a:r>
                <a:rPr lang="en-GB" sz="1600">
                  <a:solidFill>
                    <a:schemeClr val="bg1"/>
                  </a:solidFill>
                  <a:cs typeface="Arial" panose="020B0604020202020204" pitchFamily="34" charset="0"/>
                </a:rPr>
                <a:t>3</a:t>
              </a:r>
            </a:p>
          </p:txBody>
        </p:sp>
      </p:grpSp>
      <p:cxnSp>
        <p:nvCxnSpPr>
          <p:cNvPr id="28" name="Straight Arrow Connector 27">
            <a:extLst>
              <a:ext uri="{FF2B5EF4-FFF2-40B4-BE49-F238E27FC236}">
                <a16:creationId xmlns:a16="http://schemas.microsoft.com/office/drawing/2014/main" id="{4E192AAF-FCBD-E61D-E6AE-74358906B446}"/>
              </a:ext>
            </a:extLst>
          </p:cNvPr>
          <p:cNvCxnSpPr>
            <a:cxnSpLocks/>
          </p:cNvCxnSpPr>
          <p:nvPr/>
        </p:nvCxnSpPr>
        <p:spPr>
          <a:xfrm>
            <a:off x="8129102" y="1412775"/>
            <a:ext cx="0" cy="2237154"/>
          </a:xfrm>
          <a:prstGeom prst="straightConnector1">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C3FE67F-C127-2C84-0020-6568FF6E4B4B}"/>
              </a:ext>
            </a:extLst>
          </p:cNvPr>
          <p:cNvCxnSpPr>
            <a:cxnSpLocks/>
          </p:cNvCxnSpPr>
          <p:nvPr/>
        </p:nvCxnSpPr>
        <p:spPr>
          <a:xfrm>
            <a:off x="4226252" y="1412775"/>
            <a:ext cx="0" cy="2237154"/>
          </a:xfrm>
          <a:prstGeom prst="straightConnector1">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1" name="Isosceles Triangle 30">
            <a:extLst>
              <a:ext uri="{FF2B5EF4-FFF2-40B4-BE49-F238E27FC236}">
                <a16:creationId xmlns:a16="http://schemas.microsoft.com/office/drawing/2014/main" id="{1345EE31-3E12-9EC7-2FA5-DE99072FD4EF}"/>
              </a:ext>
            </a:extLst>
          </p:cNvPr>
          <p:cNvSpPr/>
          <p:nvPr/>
        </p:nvSpPr>
        <p:spPr>
          <a:xfrm flipV="1">
            <a:off x="1839492" y="3966492"/>
            <a:ext cx="980254" cy="164481"/>
          </a:xfrm>
          <a:prstGeom prst="triangle">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err="1"/>
          </a:p>
        </p:txBody>
      </p:sp>
      <p:graphicFrame>
        <p:nvGraphicFramePr>
          <p:cNvPr id="2" name="Table 1">
            <a:extLst>
              <a:ext uri="{FF2B5EF4-FFF2-40B4-BE49-F238E27FC236}">
                <a16:creationId xmlns:a16="http://schemas.microsoft.com/office/drawing/2014/main" id="{BABA64D3-7B28-6C14-52C5-B3D49C5B8323}"/>
              </a:ext>
            </a:extLst>
          </p:cNvPr>
          <p:cNvGraphicFramePr>
            <a:graphicFrameLocks noGrp="1"/>
          </p:cNvGraphicFramePr>
          <p:nvPr/>
        </p:nvGraphicFramePr>
        <p:xfrm>
          <a:off x="432986" y="4339637"/>
          <a:ext cx="3793266" cy="2194560"/>
        </p:xfrm>
        <a:graphic>
          <a:graphicData uri="http://schemas.openxmlformats.org/drawingml/2006/table">
            <a:tbl>
              <a:tblPr firstRow="1" bandRow="1">
                <a:tableStyleId>{5C22544A-7EE6-4342-B048-85BDC9FD1C3A}</a:tableStyleId>
              </a:tblPr>
              <a:tblGrid>
                <a:gridCol w="1896633">
                  <a:extLst>
                    <a:ext uri="{9D8B030D-6E8A-4147-A177-3AD203B41FA5}">
                      <a16:colId xmlns:a16="http://schemas.microsoft.com/office/drawing/2014/main" val="3105990806"/>
                    </a:ext>
                  </a:extLst>
                </a:gridCol>
                <a:gridCol w="1896633">
                  <a:extLst>
                    <a:ext uri="{9D8B030D-6E8A-4147-A177-3AD203B41FA5}">
                      <a16:colId xmlns:a16="http://schemas.microsoft.com/office/drawing/2014/main" val="3712336278"/>
                    </a:ext>
                  </a:extLst>
                </a:gridCol>
              </a:tblGrid>
              <a:tr h="245556">
                <a:tc>
                  <a:txBody>
                    <a:bodyPr/>
                    <a:lstStyle/>
                    <a:p>
                      <a:r>
                        <a:rPr lang="en-GB" sz="1200"/>
                        <a:t>Script</a:t>
                      </a:r>
                    </a:p>
                  </a:txBody>
                  <a:tcPr anchor="ctr"/>
                </a:tc>
                <a:tc>
                  <a:txBody>
                    <a:bodyPr/>
                    <a:lstStyle/>
                    <a:p>
                      <a:r>
                        <a:rPr lang="en-GB" sz="1200"/>
                        <a:t>Input Format</a:t>
                      </a:r>
                    </a:p>
                  </a:txBody>
                  <a:tcPr anchor="ctr"/>
                </a:tc>
                <a:extLst>
                  <a:ext uri="{0D108BD9-81ED-4DB2-BD59-A6C34878D82A}">
                    <a16:rowId xmlns:a16="http://schemas.microsoft.com/office/drawing/2014/main" val="2733800659"/>
                  </a:ext>
                </a:extLst>
              </a:tr>
              <a:tr h="245556">
                <a:tc>
                  <a:txBody>
                    <a:bodyPr/>
                    <a:lstStyle/>
                    <a:p>
                      <a:r>
                        <a:rPr lang="en-GB" sz="1200" b="1"/>
                        <a:t>Streaming</a:t>
                      </a:r>
                    </a:p>
                  </a:txBody>
                  <a:tcPr anchor="ctr">
                    <a:solidFill>
                      <a:schemeClr val="bg1">
                        <a:lumMod val="95000"/>
                      </a:schemeClr>
                    </a:solidFill>
                  </a:tcPr>
                </a:tc>
                <a:tc>
                  <a:txBody>
                    <a:bodyPr/>
                    <a:lstStyle/>
                    <a:p>
                      <a:r>
                        <a:rPr lang="en-GB" sz="1200" baseline="0"/>
                        <a:t>.xlsx file</a:t>
                      </a:r>
                      <a:endParaRPr lang="en-GB" sz="1200"/>
                    </a:p>
                  </a:txBody>
                  <a:tcPr anchor="ctr">
                    <a:solidFill>
                      <a:schemeClr val="bg1">
                        <a:lumMod val="95000"/>
                      </a:schemeClr>
                    </a:solidFill>
                  </a:tcPr>
                </a:tc>
                <a:extLst>
                  <a:ext uri="{0D108BD9-81ED-4DB2-BD59-A6C34878D82A}">
                    <a16:rowId xmlns:a16="http://schemas.microsoft.com/office/drawing/2014/main" val="2165866611"/>
                  </a:ext>
                </a:extLst>
              </a:tr>
              <a:tr h="245556">
                <a:tc>
                  <a:txBody>
                    <a:bodyPr/>
                    <a:lstStyle/>
                    <a:p>
                      <a:r>
                        <a:rPr lang="en-GB" sz="1200" b="1"/>
                        <a:t>User Tweet Retrieval</a:t>
                      </a:r>
                    </a:p>
                  </a:txBody>
                  <a:tcPr anchor="ctr">
                    <a:solidFill>
                      <a:schemeClr val="bg1">
                        <a:lumMod val="95000"/>
                      </a:schemeClr>
                    </a:solidFill>
                  </a:tcPr>
                </a:tc>
                <a:tc rowSpan="5">
                  <a:txBody>
                    <a:bodyPr/>
                    <a:lstStyle/>
                    <a:p>
                      <a:r>
                        <a:rPr lang="en-GB" sz="1200" baseline="0"/>
                        <a:t>.xlsx or .csv file</a:t>
                      </a:r>
                    </a:p>
                  </a:txBody>
                  <a:tcPr anchor="ctr">
                    <a:solidFill>
                      <a:schemeClr val="bg1">
                        <a:lumMod val="95000"/>
                      </a:schemeClr>
                    </a:solidFill>
                  </a:tcPr>
                </a:tc>
                <a:extLst>
                  <a:ext uri="{0D108BD9-81ED-4DB2-BD59-A6C34878D82A}">
                    <a16:rowId xmlns:a16="http://schemas.microsoft.com/office/drawing/2014/main" val="4164389991"/>
                  </a:ext>
                </a:extLst>
              </a:tr>
              <a:tr h="245556">
                <a:tc>
                  <a:txBody>
                    <a:bodyPr/>
                    <a:lstStyle/>
                    <a:p>
                      <a:r>
                        <a:rPr lang="en-GB" sz="1200" b="1"/>
                        <a:t>Following Relationship</a:t>
                      </a:r>
                    </a:p>
                  </a:txBody>
                  <a:tcPr anchor="ctr">
                    <a:solidFill>
                      <a:schemeClr val="bg1">
                        <a:lumMod val="95000"/>
                      </a:schemeClr>
                    </a:solidFill>
                  </a:tcPr>
                </a:tc>
                <a:tc vMerge="1">
                  <a:txBody>
                    <a:bodyPr/>
                    <a:lstStyle/>
                    <a:p>
                      <a:r>
                        <a:rPr lang="en-GB" sz="1200" baseline="0"/>
                        <a:t>.xlsx or .csv file</a:t>
                      </a:r>
                      <a:endParaRPr lang="en-GB" sz="1200"/>
                    </a:p>
                  </a:txBody>
                  <a:tcPr anchor="ctr">
                    <a:solidFill>
                      <a:schemeClr val="bg1">
                        <a:lumMod val="95000"/>
                      </a:schemeClr>
                    </a:solidFill>
                  </a:tcPr>
                </a:tc>
                <a:extLst>
                  <a:ext uri="{0D108BD9-81ED-4DB2-BD59-A6C34878D82A}">
                    <a16:rowId xmlns:a16="http://schemas.microsoft.com/office/drawing/2014/main" val="1087466443"/>
                  </a:ext>
                </a:extLst>
              </a:tr>
              <a:tr h="245556">
                <a:tc>
                  <a:txBody>
                    <a:bodyPr/>
                    <a:lstStyle/>
                    <a:p>
                      <a:r>
                        <a:rPr lang="en-GB" sz="1200" b="1"/>
                        <a:t>User Hydration</a:t>
                      </a:r>
                    </a:p>
                  </a:txBody>
                  <a:tcPr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aseline="0"/>
                        <a:t>.xlsx or .csv file</a:t>
                      </a:r>
                      <a:endParaRPr lang="en-GB" sz="1200"/>
                    </a:p>
                  </a:txBody>
                  <a:tcPr anchor="ctr">
                    <a:solidFill>
                      <a:schemeClr val="bg1">
                        <a:lumMod val="95000"/>
                      </a:schemeClr>
                    </a:solidFill>
                  </a:tcPr>
                </a:tc>
                <a:extLst>
                  <a:ext uri="{0D108BD9-81ED-4DB2-BD59-A6C34878D82A}">
                    <a16:rowId xmlns:a16="http://schemas.microsoft.com/office/drawing/2014/main" val="3439982660"/>
                  </a:ext>
                </a:extLst>
              </a:tr>
              <a:tr h="245556">
                <a:tc>
                  <a:txBody>
                    <a:bodyPr/>
                    <a:lstStyle/>
                    <a:p>
                      <a:r>
                        <a:rPr lang="en-GB" sz="1200" b="1"/>
                        <a:t>Friends</a:t>
                      </a:r>
                      <a:r>
                        <a:rPr lang="en-GB" sz="1200" b="1" baseline="0"/>
                        <a:t> </a:t>
                      </a:r>
                      <a:endParaRPr lang="en-GB" sz="1200" b="1"/>
                    </a:p>
                  </a:txBody>
                  <a:tcPr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aseline="0"/>
                        <a:t>.xlsx or .csv file</a:t>
                      </a:r>
                      <a:endParaRPr lang="en-GB" sz="1200"/>
                    </a:p>
                  </a:txBody>
                  <a:tcPr anchor="ctr">
                    <a:solidFill>
                      <a:schemeClr val="bg1">
                        <a:lumMod val="95000"/>
                      </a:schemeClr>
                    </a:solidFill>
                  </a:tcPr>
                </a:tc>
                <a:extLst>
                  <a:ext uri="{0D108BD9-81ED-4DB2-BD59-A6C34878D82A}">
                    <a16:rowId xmlns:a16="http://schemas.microsoft.com/office/drawing/2014/main" val="1862027125"/>
                  </a:ext>
                </a:extLst>
              </a:tr>
              <a:tr h="245556">
                <a:tc>
                  <a:txBody>
                    <a:bodyPr/>
                    <a:lstStyle/>
                    <a:p>
                      <a:r>
                        <a:rPr lang="en-GB" sz="1200" b="1"/>
                        <a:t>Followers</a:t>
                      </a:r>
                    </a:p>
                  </a:txBody>
                  <a:tcPr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aseline="0"/>
                        <a:t>.xlsx or .csv file</a:t>
                      </a:r>
                      <a:endParaRPr lang="en-GB" sz="1200"/>
                    </a:p>
                  </a:txBody>
                  <a:tcPr anchor="ctr">
                    <a:solidFill>
                      <a:schemeClr val="bg1">
                        <a:lumMod val="95000"/>
                      </a:schemeClr>
                    </a:solidFill>
                  </a:tcPr>
                </a:tc>
                <a:extLst>
                  <a:ext uri="{0D108BD9-81ED-4DB2-BD59-A6C34878D82A}">
                    <a16:rowId xmlns:a16="http://schemas.microsoft.com/office/drawing/2014/main" val="456514638"/>
                  </a:ext>
                </a:extLst>
              </a:tr>
              <a:tr h="245556">
                <a:tc>
                  <a:txBody>
                    <a:bodyPr/>
                    <a:lstStyle/>
                    <a:p>
                      <a:r>
                        <a:rPr lang="en-GB" sz="1200" b="1"/>
                        <a:t>Tweet Hydration</a:t>
                      </a:r>
                    </a:p>
                  </a:txBody>
                  <a:tcPr anchor="ctr">
                    <a:solidFill>
                      <a:schemeClr val="bg1">
                        <a:lumMod val="95000"/>
                      </a:schemeClr>
                    </a:solidFill>
                  </a:tcPr>
                </a:tc>
                <a:tc>
                  <a:txBody>
                    <a:bodyPr/>
                    <a:lstStyle/>
                    <a:p>
                      <a:r>
                        <a:rPr lang="en-GB" sz="1200" baseline="0"/>
                        <a:t>.csv or tab-delimited file</a:t>
                      </a:r>
                      <a:endParaRPr lang="en-GB" sz="1200"/>
                    </a:p>
                  </a:txBody>
                  <a:tcPr anchor="ctr">
                    <a:solidFill>
                      <a:schemeClr val="bg1">
                        <a:lumMod val="95000"/>
                      </a:schemeClr>
                    </a:solidFill>
                  </a:tcPr>
                </a:tc>
                <a:extLst>
                  <a:ext uri="{0D108BD9-81ED-4DB2-BD59-A6C34878D82A}">
                    <a16:rowId xmlns:a16="http://schemas.microsoft.com/office/drawing/2014/main" val="315381004"/>
                  </a:ext>
                </a:extLst>
              </a:tr>
            </a:tbl>
          </a:graphicData>
        </a:graphic>
      </p:graphicFrame>
      <p:sp>
        <p:nvSpPr>
          <p:cNvPr id="4" name="Rectangle 3">
            <a:extLst>
              <a:ext uri="{FF2B5EF4-FFF2-40B4-BE49-F238E27FC236}">
                <a16:creationId xmlns:a16="http://schemas.microsoft.com/office/drawing/2014/main" id="{20D73045-12CD-EB4F-75CA-46EE0BEF42D6}"/>
              </a:ext>
            </a:extLst>
          </p:cNvPr>
          <p:cNvSpPr/>
          <p:nvPr/>
        </p:nvSpPr>
        <p:spPr>
          <a:xfrm>
            <a:off x="11040894" y="166694"/>
            <a:ext cx="914400" cy="9144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t>After</a:t>
            </a:r>
          </a:p>
        </p:txBody>
      </p:sp>
    </p:spTree>
    <p:extLst>
      <p:ext uri="{BB962C8B-B14F-4D97-AF65-F5344CB8AC3E}">
        <p14:creationId xmlns:p14="http://schemas.microsoft.com/office/powerpoint/2010/main" val="1454386012"/>
      </p:ext>
    </p:extLst>
  </p:cSld>
  <p:clrMapOvr>
    <a:masterClrMapping/>
  </p:clrMapOvr>
</p:sld>
</file>

<file path=ppt/theme/theme1.xml><?xml version="1.0" encoding="utf-8"?>
<a:theme xmlns:a="http://schemas.openxmlformats.org/drawingml/2006/main" name="1_Title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Divider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Main Content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rtlCol="0" anchor="ctr"/>
      <a:lstStyle>
        <a:defPPr algn="ctr">
          <a:defRPr sz="1200" dirty="0" err="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200" dirty="0" err="1" smtClean="0">
            <a:solidFill>
              <a:schemeClr val="bg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Main Content - Dark">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b400f04-41d7-45ff-b037-2eaacd3460e2" xsi:nil="true"/>
    <lcf76f155ced4ddcb4097134ff3c332f xmlns="9610cbdb-f32e-47c5-9878-733256204b3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49C9DEB4166E4D9A547140426BBCA2" ma:contentTypeVersion="17" ma:contentTypeDescription="Create a new document." ma:contentTypeScope="" ma:versionID="e15860082d48fac03a52d84a64e3dd83">
  <xsd:schema xmlns:xsd="http://www.w3.org/2001/XMLSchema" xmlns:xs="http://www.w3.org/2001/XMLSchema" xmlns:p="http://schemas.microsoft.com/office/2006/metadata/properties" xmlns:ns2="9610cbdb-f32e-47c5-9878-733256204b37" xmlns:ns3="db400f04-41d7-45ff-b037-2eaacd3460e2" targetNamespace="http://schemas.microsoft.com/office/2006/metadata/properties" ma:root="true" ma:fieldsID="ba463713bb8b7775fb5415b3a975943f" ns2:_="" ns3:_="">
    <xsd:import namespace="9610cbdb-f32e-47c5-9878-733256204b37"/>
    <xsd:import namespace="db400f04-41d7-45ff-b037-2eaacd3460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0cbdb-f32e-47c5-9878-733256204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90ee516-008d-467c-846c-f354b89760b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400f04-41d7-45ff-b037-2eaacd3460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720a75-2294-45c5-b2ed-9af632ad8e3a}" ma:internalName="TaxCatchAll" ma:showField="CatchAllData" ma:web="db400f04-41d7-45ff-b037-2eaacd346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F3EB76-8CD1-42DC-A5B4-0C9E7E64B257}">
  <ds:schemaRefs>
    <ds:schemaRef ds:uri="http://purl.org/dc/dcmitype/"/>
    <ds:schemaRef ds:uri="http://schemas.openxmlformats.org/package/2006/metadata/core-properties"/>
    <ds:schemaRef ds:uri="http://schemas.microsoft.com/office/2006/metadata/properties"/>
    <ds:schemaRef ds:uri="http://purl.org/dc/terms/"/>
    <ds:schemaRef ds:uri="http://schemas.microsoft.com/office/infopath/2007/PartnerControls"/>
    <ds:schemaRef ds:uri="http://purl.org/dc/elements/1.1/"/>
    <ds:schemaRef ds:uri="http://schemas.microsoft.com/office/2006/documentManagement/types"/>
    <ds:schemaRef ds:uri="129c0084-c7fc-4643-8158-88ab432b6090"/>
    <ds:schemaRef ds:uri="63ddf083-dc0d-4b47-968a-e5dd1503d41d"/>
    <ds:schemaRef ds:uri="http://www.w3.org/XML/1998/namespace"/>
    <ds:schemaRef ds:uri="db400f04-41d7-45ff-b037-2eaacd3460e2"/>
    <ds:schemaRef ds:uri="9610cbdb-f32e-47c5-9878-733256204b37"/>
  </ds:schemaRefs>
</ds:datastoreItem>
</file>

<file path=customXml/itemProps2.xml><?xml version="1.0" encoding="utf-8"?>
<ds:datastoreItem xmlns:ds="http://schemas.openxmlformats.org/officeDocument/2006/customXml" ds:itemID="{93F1708D-1B6D-402B-918F-3F625FD07B52}">
  <ds:schemaRefs>
    <ds:schemaRef ds:uri="http://schemas.microsoft.com/sharepoint/v3/contenttype/forms"/>
  </ds:schemaRefs>
</ds:datastoreItem>
</file>

<file path=customXml/itemProps3.xml><?xml version="1.0" encoding="utf-8"?>
<ds:datastoreItem xmlns:ds="http://schemas.openxmlformats.org/officeDocument/2006/customXml" ds:itemID="{8B4A8D44-A145-4B36-8AD1-A8DB412615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0cbdb-f32e-47c5-9878-733256204b37"/>
    <ds:schemaRef ds:uri="db400f04-41d7-45ff-b037-2eaacd3460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TotalTime>
  <Words>2220</Words>
  <Application>Microsoft Office PowerPoint</Application>
  <PresentationFormat>Widescreen</PresentationFormat>
  <Paragraphs>462</Paragraphs>
  <Slides>19</Slides>
  <Notes>3</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19</vt:i4>
      </vt:variant>
    </vt:vector>
  </HeadingPairs>
  <TitlesOfParts>
    <vt:vector size="27" baseType="lpstr">
      <vt:lpstr>Arial</vt:lpstr>
      <vt:lpstr>Calibri</vt:lpstr>
      <vt:lpstr>Courier New</vt:lpstr>
      <vt:lpstr>Times New Roman</vt:lpstr>
      <vt:lpstr>1_Title Pages</vt:lpstr>
      <vt:lpstr>2_Dividers</vt:lpstr>
      <vt:lpstr>3_Main Content Pages</vt:lpstr>
      <vt:lpstr>4_Main Content - Dark</vt:lpstr>
      <vt:lpstr>Slide Principles</vt:lpstr>
      <vt:lpstr>Agenda</vt:lpstr>
      <vt:lpstr>A slide should have one clear message that can be immediately understood</vt:lpstr>
      <vt:lpstr>PowerPoint Presentation</vt:lpstr>
      <vt:lpstr>What do we mean by “so what”? </vt:lpstr>
      <vt:lpstr>We should avoid too much content on each slide and keep things simple</vt:lpstr>
      <vt:lpstr>Slides should follow the basic rules of formatting</vt:lpstr>
      <vt:lpstr>Straplines: Your straplines should match the content of your slides exactly</vt:lpstr>
      <vt:lpstr>Charts: Should be clear, simple and show a clear, single message</vt:lpstr>
      <vt:lpstr>Skeleton deck: Use this to structure your thinking as you build up a deliverable</vt:lpstr>
      <vt:lpstr>Executive summary: Present your deliverable on a single slide</vt:lpstr>
      <vt:lpstr>Activity – How to improve these slides!</vt:lpstr>
      <vt:lpstr>How is the Private Clinic performing against Competitors? </vt:lpstr>
      <vt:lpstr>Projects in progress</vt:lpstr>
      <vt:lpstr>Online service speed and quality can be monitored to improve customer service and drive organic marketing</vt:lpstr>
      <vt:lpstr>Inputs for these scripts should be provided in standardised formats &amp; outputs will be returned in standardised formats</vt:lpstr>
      <vt:lpstr>Examples from the UK</vt:lpstr>
      <vt:lpstr>Inputs for these scripts should be provided in standardised formats &amp; outputs will be returned in standardised formats</vt:lpstr>
      <vt:lpstr>Exemplar outputs: To return consistent outputs, ensure format for all script inputs are standardised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 Grew</dc:creator>
  <cp:lastModifiedBy>Priyanga Thirugnanam</cp:lastModifiedBy>
  <cp:revision>5</cp:revision>
  <dcterms:created xsi:type="dcterms:W3CDTF">2022-05-23T09:35:25Z</dcterms:created>
  <dcterms:modified xsi:type="dcterms:W3CDTF">2026-05-07T08:16:36Z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0x0101001149C9DEB4166E4D9A547140426BBCA2</vt:lpwstr>
  </property>
  <property fmtid="{D5CDD505-2E9C-101B-9397-08002B2CF9AE}" pid="3" name="MediaServiceImageTags">
    <vt:lpwstr/>
  </property>
</Properties>
</file>